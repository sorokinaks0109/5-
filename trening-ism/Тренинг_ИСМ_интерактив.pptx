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ommentAuthors.xml" ContentType="application/vnd.openxmlformats-officedocument.presentationml.commentAuthors+xml"/>
  <Override PartName="/ppt/drawings/vmlDrawing1.vml" ContentType="application/vnd.openxmlformats-officedocument.vmlDrawing"/>
  <Override PartName="/ppt/embeddings/oleObject1.bin" ContentType="application/vnd.openxmlformats-officedocument.oleObject"/>
  <Override PartName="/ppt/media/media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bookmarkIdSeed="3">
  <p:sldMasterIdLst>
    <p:sldMasterId id="2147483648" r:id="rId1"/>
    <p:sldMasterId id="2147483698" r:id="rId2"/>
  </p:sldMasterIdLst>
  <p:notesMasterIdLst>
    <p:notesMasterId r:id="rId52"/>
  </p:notesMasterIdLst>
  <p:sldIdLst>
    <p:sldId id="257" r:id="rId3"/>
    <p:sldId id="258" r:id="rId4"/>
    <p:sldId id="259" r:id="rId5"/>
    <p:sldId id="356" r:id="rId6"/>
    <p:sldId id="365" r:id="rId7"/>
    <p:sldId id="345" r:id="rId8"/>
    <p:sldId id="347" r:id="rId9"/>
    <p:sldId id="346" r:id="rId10"/>
    <p:sldId id="348" r:id="rId11"/>
    <p:sldId id="349" r:id="rId12"/>
    <p:sldId id="350" r:id="rId13"/>
    <p:sldId id="351" r:id="rId14"/>
    <p:sldId id="355" r:id="rId15"/>
    <p:sldId id="357" r:id="rId16"/>
    <p:sldId id="358" r:id="rId17"/>
    <p:sldId id="359" r:id="rId18"/>
    <p:sldId id="360" r:id="rId19"/>
    <p:sldId id="361" r:id="rId20"/>
    <p:sldId id="352" r:id="rId21"/>
    <p:sldId id="354" r:id="rId22"/>
    <p:sldId id="362" r:id="rId23"/>
    <p:sldId id="363" r:id="rId24"/>
    <p:sldId id="364" r:id="rId25"/>
    <p:sldId id="366" r:id="rId26"/>
    <p:sldId id="367" r:id="rId27"/>
    <p:sldId id="368" r:id="rId28"/>
    <p:sldId id="392" r:id="rId29"/>
    <p:sldId id="369" r:id="rId30"/>
    <p:sldId id="372" r:id="rId31"/>
    <p:sldId id="370" r:id="rId32"/>
    <p:sldId id="376" r:id="rId33"/>
    <p:sldId id="373" r:id="rId34"/>
    <p:sldId id="374" r:id="rId35"/>
    <p:sldId id="375" r:id="rId36"/>
    <p:sldId id="377" r:id="rId37"/>
    <p:sldId id="378" r:id="rId38"/>
    <p:sldId id="380" r:id="rId39"/>
    <p:sldId id="379" r:id="rId40"/>
    <p:sldId id="381" r:id="rId41"/>
    <p:sldId id="382" r:id="rId42"/>
    <p:sldId id="384" r:id="rId43"/>
    <p:sldId id="383" r:id="rId44"/>
    <p:sldId id="385" r:id="rId45"/>
    <p:sldId id="386" r:id="rId46"/>
    <p:sldId id="387" r:id="rId47"/>
    <p:sldId id="391" r:id="rId48"/>
    <p:sldId id="390" r:id="rId49"/>
    <p:sldId id="389" r:id="rId50"/>
    <p:sldId id="344" r:id="rId51"/>
  </p:sldIdLst>
  <p:sldSz cx="12192000" cy="6858000"/>
  <p:notesSz cx="9928225" cy="6797675"/>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Автор" initials="A" lastIdx="1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5907"/>
    <a:srgbClr val="48A044"/>
    <a:srgbClr val="46B4E9"/>
    <a:srgbClr val="8248B7"/>
    <a:srgbClr val="7957B2"/>
    <a:srgbClr val="23D1CF"/>
    <a:srgbClr val="D2C7E5"/>
    <a:srgbClr val="F2F2F2"/>
    <a:srgbClr val="0070BA"/>
    <a:srgbClr val="0094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7" autoAdjust="0"/>
    <p:restoredTop sz="94419" autoAdjust="0"/>
  </p:normalViewPr>
  <p:slideViewPr>
    <p:cSldViewPr snapToGrid="0" snapToObjects="1">
      <p:cViewPr>
        <p:scale>
          <a:sx n="80" d="100"/>
          <a:sy n="80" d="100"/>
        </p:scale>
        <p:origin x="60" y="-24"/>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p:scale>
          <a:sx n="100" d="100"/>
          <a:sy n="100" d="100"/>
        </p:scale>
        <p:origin x="2502" y="378"/>
      </p:cViewPr>
      <p:guideLst/>
    </p:cSldViewPr>
  </p:notesViewPr>
  <p:gridSpacing cx="1828800" cy="18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notesMaster" Target="notesMasters/notesMaster1.xml"/><Relationship Id="rId53" Type="http://schemas.openxmlformats.org/officeDocument/2006/relationships/commentAuthors" Target="commentAuthors.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_____Microsoft_Excel2.xlsx"/></Relationships>
</file>

<file path=ppt/charts/_rels/chart4.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_____Microsoft_Excel3.xlsx"/></Relationships>
</file>

<file path=ppt/charts/_rels/chart5.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_____Microsoft_Excel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Продажи</c:v>
                </c:pt>
              </c:strCache>
            </c:strRef>
          </c:tx>
          <c:dPt>
            <c:idx val="0"/>
            <c:bubble3D val="0"/>
            <c:spPr>
              <a:solidFill>
                <a:srgbClr val="46B4E9"/>
              </a:solidFill>
              <a:ln w="19050">
                <a:solidFill>
                  <a:schemeClr val="lt1"/>
                </a:solidFill>
              </a:ln>
              <a:effectLst/>
            </c:spPr>
            <c:extLst>
              <c:ext xmlns:c16="http://schemas.microsoft.com/office/drawing/2014/chart" uri="{C3380CC4-5D6E-409C-BE32-E72D297353CC}">
                <c16:uniqueId val="{00000002-317B-4DB7-BAB8-31CB26529B8A}"/>
              </c:ext>
            </c:extLst>
          </c:dPt>
          <c:dPt>
            <c:idx val="1"/>
            <c:bubble3D val="0"/>
            <c:spPr>
              <a:solidFill>
                <a:srgbClr val="48A044"/>
              </a:solidFill>
              <a:ln w="19050">
                <a:solidFill>
                  <a:schemeClr val="lt1"/>
                </a:solidFill>
              </a:ln>
              <a:effectLst/>
            </c:spPr>
            <c:extLst>
              <c:ext xmlns:c16="http://schemas.microsoft.com/office/drawing/2014/chart" uri="{C3380CC4-5D6E-409C-BE32-E72D297353CC}">
                <c16:uniqueId val="{00000003-317B-4DB7-BAB8-31CB26529B8A}"/>
              </c:ext>
            </c:extLst>
          </c:dPt>
          <c:dPt>
            <c:idx val="2"/>
            <c:bubble3D val="0"/>
            <c:spPr>
              <a:solidFill>
                <a:srgbClr val="FFFF00"/>
              </a:solidFill>
              <a:ln w="19050">
                <a:solidFill>
                  <a:schemeClr val="lt1"/>
                </a:solidFill>
              </a:ln>
              <a:effectLst/>
            </c:spPr>
            <c:extLst>
              <c:ext xmlns:c16="http://schemas.microsoft.com/office/drawing/2014/chart" uri="{C3380CC4-5D6E-409C-BE32-E72D297353CC}">
                <c16:uniqueId val="{00000004-317B-4DB7-BAB8-31CB26529B8A}"/>
              </c:ext>
            </c:extLst>
          </c:dPt>
          <c:dPt>
            <c:idx val="3"/>
            <c:bubble3D val="0"/>
            <c:spPr>
              <a:solidFill>
                <a:srgbClr val="E65907"/>
              </a:solidFill>
              <a:ln w="19050">
                <a:solidFill>
                  <a:schemeClr val="lt1"/>
                </a:solidFill>
              </a:ln>
              <a:effectLst/>
            </c:spPr>
            <c:extLst>
              <c:ext xmlns:c16="http://schemas.microsoft.com/office/drawing/2014/chart" uri="{C3380CC4-5D6E-409C-BE32-E72D297353CC}">
                <c16:uniqueId val="{00000001-317B-4DB7-BAB8-31CB26529B8A}"/>
              </c:ext>
            </c:extLst>
          </c:dPt>
          <c:dLbls>
            <c:dLbl>
              <c:idx val="0"/>
              <c:tx>
                <c:rich>
                  <a:bodyPr/>
                  <a:lstStyle/>
                  <a:p>
                    <a:fld id="{26725B39-12C2-4BE6-9EE5-C8E30F81A4FD}" type="CELLRANGE">
                      <a:rPr lang="en-US"/>
                      <a:pPr/>
                      <a:t>[ДИАПАЗОН ЯЧЕЕК]</a:t>
                    </a:fld>
                    <a:endParaRPr lang="ru-RU"/>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317B-4DB7-BAB8-31CB26529B8A}"/>
                </c:ext>
              </c:extLst>
            </c:dLbl>
            <c:dLbl>
              <c:idx val="1"/>
              <c:tx>
                <c:rich>
                  <a:bodyPr/>
                  <a:lstStyle/>
                  <a:p>
                    <a:fld id="{67A2A9B1-23CC-462A-A760-360714DCB5C4}" type="CELLRANGE">
                      <a:rPr lang="ru-RU"/>
                      <a:pPr/>
                      <a:t>[ДИАПАЗОН ЯЧЕЕК]</a:t>
                    </a:fld>
                    <a:endParaRPr lang="ru-RU"/>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317B-4DB7-BAB8-31CB26529B8A}"/>
                </c:ext>
              </c:extLst>
            </c:dLbl>
            <c:dLbl>
              <c:idx val="2"/>
              <c:tx>
                <c:rich>
                  <a:bodyPr/>
                  <a:lstStyle/>
                  <a:p>
                    <a:fld id="{F9381E40-8967-430D-918D-6A9A88C86051}" type="CELLRANGE">
                      <a:rPr lang="ru-RU"/>
                      <a:pPr/>
                      <a:t>[ДИАПАЗОН ЯЧЕЕК]</a:t>
                    </a:fld>
                    <a:endParaRPr lang="ru-RU"/>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317B-4DB7-BAB8-31CB26529B8A}"/>
                </c:ext>
              </c:extLst>
            </c:dLbl>
            <c:dLbl>
              <c:idx val="3"/>
              <c:tx>
                <c:rich>
                  <a:bodyPr/>
                  <a:lstStyle/>
                  <a:p>
                    <a:fld id="{856E31B0-2554-4939-AB57-251FDD00F059}" type="CELLRANGE">
                      <a:rPr lang="ru-RU"/>
                      <a:pPr/>
                      <a:t>[ДИАПАЗОН ЯЧЕЕК]</a:t>
                    </a:fld>
                    <a:endParaRPr lang="ru-RU"/>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317B-4DB7-BAB8-31CB26529B8A}"/>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bg2">
                        <a:lumMod val="10000"/>
                      </a:schemeClr>
                    </a:solidFill>
                    <a:latin typeface="DINPro-Bold" panose="02000503030000020004" pitchFamily="50" charset="0"/>
                    <a:ea typeface="+mn-ea"/>
                    <a:cs typeface="+mn-cs"/>
                  </a:defRPr>
                </a:pPr>
                <a:endParaRPr lang="ru-RU"/>
              </a:p>
            </c:txPr>
            <c:showLegendKey val="0"/>
            <c:showVal val="0"/>
            <c:showCatName val="0"/>
            <c:showSerName val="0"/>
            <c:showPercent val="0"/>
            <c:showBubbleSize val="0"/>
            <c:showLeaderLines val="0"/>
            <c:extLst>
              <c:ext xmlns:c15="http://schemas.microsoft.com/office/drawing/2012/chart" uri="{CE6537A1-D6FC-4f65-9D91-7224C49458BB}">
                <c15:showDataLabelsRange val="1"/>
              </c:ext>
            </c:extLst>
          </c:dLbls>
          <c:cat>
            <c:strRef>
              <c:f>Лист1!$A$2:$A$5</c:f>
              <c:strCache>
                <c:ptCount val="4"/>
                <c:pt idx="0">
                  <c:v>DO</c:v>
                </c:pt>
                <c:pt idx="1">
                  <c:v>CHECK</c:v>
                </c:pt>
                <c:pt idx="2">
                  <c:v>ACT</c:v>
                </c:pt>
                <c:pt idx="3">
                  <c:v>PLAN</c:v>
                </c:pt>
              </c:strCache>
            </c:strRef>
          </c:cat>
          <c:val>
            <c:numRef>
              <c:f>Лист1!$B$2:$B$5</c:f>
              <c:numCache>
                <c:formatCode>General</c:formatCode>
                <c:ptCount val="4"/>
                <c:pt idx="0">
                  <c:v>2.5</c:v>
                </c:pt>
                <c:pt idx="1">
                  <c:v>2.5</c:v>
                </c:pt>
                <c:pt idx="2">
                  <c:v>2.5</c:v>
                </c:pt>
                <c:pt idx="3">
                  <c:v>2.5</c:v>
                </c:pt>
              </c:numCache>
            </c:numRef>
          </c:val>
          <c:extLst>
            <c:ext xmlns:c15="http://schemas.microsoft.com/office/drawing/2012/chart" uri="{02D57815-91ED-43cb-92C2-25804820EDAC}">
              <c15:datalabelsRange>
                <c15:f>Лист1!$A$2:$A$6</c15:f>
                <c15:dlblRangeCache>
                  <c:ptCount val="5"/>
                  <c:pt idx="0">
                    <c:v>DO</c:v>
                  </c:pt>
                  <c:pt idx="1">
                    <c:v>CHECK</c:v>
                  </c:pt>
                  <c:pt idx="2">
                    <c:v>ACT</c:v>
                  </c:pt>
                  <c:pt idx="3">
                    <c:v>PLAN</c:v>
                  </c:pt>
                </c15:dlblRangeCache>
              </c15:datalabelsRange>
            </c:ext>
            <c:ext xmlns:c16="http://schemas.microsoft.com/office/drawing/2014/chart" uri="{C3380CC4-5D6E-409C-BE32-E72D297353CC}">
              <c16:uniqueId val="{00000000-317B-4DB7-BAB8-31CB26529B8A}"/>
            </c:ext>
          </c:extLst>
        </c:ser>
        <c:dLbls>
          <c:showLegendKey val="0"/>
          <c:showVal val="1"/>
          <c:showCatName val="0"/>
          <c:showSerName val="0"/>
          <c:showPercent val="0"/>
          <c:showBubbleSize val="0"/>
          <c:showLeaderLines val="0"/>
        </c:dLbls>
        <c:firstSliceAng val="45"/>
        <c:holeSize val="65"/>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Продажи</c:v>
                </c:pt>
              </c:strCache>
            </c:strRef>
          </c:tx>
          <c:spPr>
            <a:prstGeom prst="rect">
              <a:avLst/>
            </a:prstGeom>
            <a:solidFill>
              <a:srgbClr val="1DAEAB"/>
            </a:solidFill>
          </c:spPr>
          <c:explosion val="3"/>
          <c:dPt>
            <c:idx val="0"/>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1-F2C1-4B6C-9AD9-BE2C5FA32113}"/>
              </c:ext>
            </c:extLst>
          </c:dPt>
          <c:dPt>
            <c:idx val="1"/>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3-F2C1-4B6C-9AD9-BE2C5FA32113}"/>
              </c:ext>
            </c:extLst>
          </c:dPt>
          <c:dPt>
            <c:idx val="2"/>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5-F2C1-4B6C-9AD9-BE2C5FA32113}"/>
              </c:ext>
            </c:extLst>
          </c:dPt>
          <c:dPt>
            <c:idx val="3"/>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7-F2C1-4B6C-9AD9-BE2C5FA32113}"/>
              </c:ext>
            </c:extLst>
          </c:dPt>
          <c:dPt>
            <c:idx val="4"/>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9-F2C1-4B6C-9AD9-BE2C5FA32113}"/>
              </c:ext>
            </c:extLst>
          </c:dPt>
          <c:dPt>
            <c:idx val="5"/>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B-F2C1-4B6C-9AD9-BE2C5FA32113}"/>
              </c:ext>
            </c:extLst>
          </c:dPt>
          <c:dPt>
            <c:idx val="6"/>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D-F2C1-4B6C-9AD9-BE2C5FA32113}"/>
              </c:ext>
            </c:extLst>
          </c:dPt>
          <c:dPt>
            <c:idx val="7"/>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F-F2C1-4B6C-9AD9-BE2C5FA32113}"/>
              </c:ext>
            </c:extLst>
          </c:dPt>
          <c:dPt>
            <c:idx val="8"/>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11-F2C1-4B6C-9AD9-BE2C5FA32113}"/>
              </c:ext>
            </c:extLst>
          </c:dPt>
          <c:dLbls>
            <c:dLbl>
              <c:idx val="0"/>
              <c:spPr>
                <a:noFill/>
                <a:ln>
                  <a:noFill/>
                </a:ln>
                <a:effectLst/>
              </c:spPr>
              <c:txPr>
                <a:bodyPr rot="1140000" spcFirstLastPara="1" vertOverflow="ellipsis" wrap="square" lIns="36000" tIns="19050" rIns="36000" bIns="19050" anchor="ctr" anchorCtr="1">
                  <a:noAutofit/>
                </a:bodyPr>
                <a:lstStyle/>
                <a:p>
                  <a:pPr>
                    <a:defRPr sz="1100" b="0" i="0" u="none" strike="noStrike">
                      <a:solidFill>
                        <a:schemeClr val="bg1"/>
                      </a:solidFill>
                      <a:latin typeface="DINPro-Ligh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2C1-4B6C-9AD9-BE2C5FA32113}"/>
                </c:ext>
              </c:extLst>
            </c:dLbl>
            <c:dLbl>
              <c:idx val="1"/>
              <c:spPr>
                <a:noFill/>
                <a:ln>
                  <a:noFill/>
                </a:ln>
                <a:effectLst/>
              </c:spPr>
              <c:txPr>
                <a:bodyPr rot="3540000" spcFirstLastPara="1" vertOverflow="ellipsis" wrap="square" lIns="38100" tIns="19050" rIns="38100" bIns="19050" anchor="ctr" anchorCtr="1">
                  <a:spAutoFit/>
                </a:bodyPr>
                <a:lstStyle/>
                <a:p>
                  <a:pPr>
                    <a:defRPr sz="1100" b="0" i="0" u="none" strike="noStrike">
                      <a:solidFill>
                        <a:schemeClr val="bg1"/>
                      </a:solidFill>
                      <a:latin typeface="DINPro-Ligh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2C1-4B6C-9AD9-BE2C5FA32113}"/>
                </c:ext>
              </c:extLst>
            </c:dLbl>
            <c:dLbl>
              <c:idx val="2"/>
              <c:layout>
                <c:manualLayout>
                  <c:x val="-6.4000000000000003E-3"/>
                  <c:y val="-5.5409999999999999E-3"/>
                </c:manualLayout>
              </c:layout>
              <c:spPr>
                <a:noFill/>
                <a:ln>
                  <a:noFill/>
                </a:ln>
                <a:effectLst/>
              </c:spPr>
              <c:txPr>
                <a:bodyPr rot="5400000" spcFirstLastPara="1" vertOverflow="overflow" horzOverflow="overflow" wrap="square" lIns="38100" tIns="19050" rIns="38100" bIns="19050" anchor="ctr" anchorCtr="1">
                  <a:noAutofit/>
                </a:bodyPr>
                <a:lstStyle/>
                <a:p>
                  <a:pPr>
                    <a:defRPr sz="1100" b="0" i="0" u="none" strike="noStrike">
                      <a:solidFill>
                        <a:schemeClr val="bg1"/>
                      </a:solidFill>
                      <a:latin typeface="DINPro-Ligh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F2C1-4B6C-9AD9-BE2C5FA32113}"/>
                </c:ext>
              </c:extLst>
            </c:dLbl>
            <c:dLbl>
              <c:idx val="3"/>
              <c:spPr>
                <a:noFill/>
                <a:ln>
                  <a:noFill/>
                </a:ln>
                <a:effectLst/>
              </c:spPr>
              <c:txPr>
                <a:bodyPr rot="-2340000" spcFirstLastPara="1" vertOverflow="overflow" horzOverflow="overflow" wrap="square" lIns="18000" tIns="36000" rIns="18000" bIns="19050" anchor="ctr" anchorCtr="1">
                  <a:noAutofit/>
                </a:bodyPr>
                <a:lstStyle/>
                <a:p>
                  <a:pPr>
                    <a:defRPr sz="1100" b="0" i="0" u="none" strike="noStrike">
                      <a:solidFill>
                        <a:schemeClr val="bg1"/>
                      </a:solidFill>
                      <a:latin typeface="DINPro-Ligh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F2C1-4B6C-9AD9-BE2C5FA32113}"/>
                </c:ext>
              </c:extLst>
            </c:dLbl>
            <c:dLbl>
              <c:idx val="4"/>
              <c:layout>
                <c:manualLayout>
                  <c:x val="0"/>
                  <c:y val="1.867E-3"/>
                </c:manualLayout>
              </c:layout>
              <c:spPr>
                <a:noFill/>
                <a:ln>
                  <a:noFill/>
                </a:ln>
                <a:effectLst/>
              </c:spPr>
              <c:txPr>
                <a:bodyPr rot="0" spcFirstLastPara="1" vertOverflow="ellipsis" vert="horz" wrap="square" lIns="38100" tIns="19050" rIns="38100" bIns="19050" anchor="ctr" anchorCtr="1">
                  <a:noAutofit/>
                </a:bodyPr>
                <a:lstStyle/>
                <a:p>
                  <a:pPr>
                    <a:defRPr sz="1100" b="0" i="0" u="none" strike="noStrike">
                      <a:solidFill>
                        <a:schemeClr val="bg1"/>
                      </a:solidFill>
                      <a:latin typeface="DINPro-Ligh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F2C1-4B6C-9AD9-BE2C5FA32113}"/>
                </c:ext>
              </c:extLst>
            </c:dLbl>
            <c:dLbl>
              <c:idx val="5"/>
              <c:spPr>
                <a:noFill/>
                <a:ln>
                  <a:noFill/>
                </a:ln>
                <a:effectLst/>
              </c:spPr>
              <c:txPr>
                <a:bodyPr rot="2460000" spcFirstLastPara="1" vertOverflow="overflow" horzOverflow="overflow" wrap="square" lIns="18000" tIns="19050" rIns="18000" bIns="19050" anchor="ctr" anchorCtr="1">
                  <a:noAutofit/>
                </a:bodyPr>
                <a:lstStyle/>
                <a:p>
                  <a:pPr>
                    <a:defRPr sz="1100" b="0" i="0" u="none" strike="noStrike">
                      <a:solidFill>
                        <a:schemeClr val="bg1"/>
                      </a:solidFill>
                      <a:latin typeface="DINPro-Ligh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F2C1-4B6C-9AD9-BE2C5FA32113}"/>
                </c:ext>
              </c:extLst>
            </c:dLbl>
            <c:dLbl>
              <c:idx val="6"/>
              <c:layout>
                <c:manualLayout>
                  <c:x val="5.1200000000000004E-3"/>
                  <c:y val="0"/>
                </c:manualLayout>
              </c:layout>
              <c:spPr>
                <a:noFill/>
                <a:ln>
                  <a:noFill/>
                </a:ln>
                <a:effectLst/>
              </c:spPr>
              <c:txPr>
                <a:bodyPr rot="-5400000" spcFirstLastPara="1" vertOverflow="ellipsis" vert="horz" wrap="square" lIns="18000" tIns="19050" rIns="18000" bIns="19050" anchor="ctr" anchorCtr="1">
                  <a:noAutofit/>
                </a:bodyPr>
                <a:lstStyle/>
                <a:p>
                  <a:pPr>
                    <a:defRPr sz="1100" b="0" i="0" u="none" strike="noStrike">
                      <a:solidFill>
                        <a:schemeClr val="bg1"/>
                      </a:solidFill>
                      <a:latin typeface="DINPro-Ligh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F2C1-4B6C-9AD9-BE2C5FA32113}"/>
                </c:ext>
              </c:extLst>
            </c:dLbl>
            <c:dLbl>
              <c:idx val="7"/>
              <c:spPr>
                <a:noFill/>
                <a:ln>
                  <a:noFill/>
                </a:ln>
                <a:effectLst/>
              </c:spPr>
              <c:txPr>
                <a:bodyPr rot="-3600000" spcFirstLastPara="1" vertOverflow="overflow" horzOverflow="overflow" wrap="square" lIns="38100" tIns="19050" rIns="38100" bIns="19050" anchor="ctr" anchorCtr="1">
                  <a:noAutofit/>
                </a:bodyPr>
                <a:lstStyle/>
                <a:p>
                  <a:pPr>
                    <a:defRPr sz="1100" b="0" i="0" u="none" strike="noStrike">
                      <a:solidFill>
                        <a:schemeClr val="bg1"/>
                      </a:solidFill>
                      <a:latin typeface="DINPro-Ligh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F2C1-4B6C-9AD9-BE2C5FA32113}"/>
                </c:ext>
              </c:extLst>
            </c:dLbl>
            <c:dLbl>
              <c:idx val="8"/>
              <c:spPr>
                <a:noFill/>
                <a:ln>
                  <a:noFill/>
                </a:ln>
                <a:effectLst/>
              </c:spPr>
              <c:txPr>
                <a:bodyPr rot="-1200000" spcFirstLastPara="1" vertOverflow="ellipsis" wrap="square" lIns="38100" tIns="19050" rIns="38100" bIns="19050" anchor="ctr" anchorCtr="1">
                  <a:spAutoFit/>
                </a:bodyPr>
                <a:lstStyle/>
                <a:p>
                  <a:pPr>
                    <a:defRPr sz="1100" b="0" i="0" u="none" strike="noStrike">
                      <a:solidFill>
                        <a:schemeClr val="bg1"/>
                      </a:solidFill>
                      <a:latin typeface="DINPro-Ligh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F2C1-4B6C-9AD9-BE2C5FA32113}"/>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a:solidFill>
                      <a:schemeClr val="bg1"/>
                    </a:solidFill>
                    <a:latin typeface="DINPro-Light"/>
                    <a:ea typeface="+mn-ea"/>
                    <a:cs typeface="+mn-cs"/>
                  </a:defRPr>
                </a:pPr>
                <a:endParaRPr lang="ru-RU"/>
              </a:p>
            </c:txPr>
            <c:showLegendKey val="0"/>
            <c:showVal val="0"/>
            <c:showCatName val="1"/>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ext>
            </c:extLst>
          </c:dLbls>
          <c:cat>
            <c:strRef>
              <c:f>Лист1!$A$2:$A$10</c:f>
              <c:strCache>
                <c:ptCount val="9"/>
                <c:pt idx="0">
                  <c:v>СОЦИАЛЬНАЯ СРЕДА</c:v>
                </c:pt>
                <c:pt idx="1">
                  <c:v>КУЛЬТУРНЫЕ ОСОБЕННОСТИ</c:v>
                </c:pt>
                <c:pt idx="2">
                  <c:v>ПОЛИТИЧЕСКАЯ
ОБСТАНОВКА</c:v>
                </c:pt>
                <c:pt idx="3">
                  <c:v>ЭКОНОМИЧЕСКИЕ
УСЛОВИЯ</c:v>
                </c:pt>
                <c:pt idx="4">
                  <c:v>КОНКУРЕНТНАЯ СРЕДА</c:v>
                </c:pt>
                <c:pt idx="5">
                  <c:v>ЗАКОНОДАТЕЛЬСТВО</c:v>
                </c:pt>
                <c:pt idx="6">
                  <c:v>ТЕХНОЛОГИЧЕСКАЯ
СРЕДА</c:v>
                </c:pt>
                <c:pt idx="7">
                  <c:v>ФИНАНСОВАЯ
СИСТЕМА</c:v>
                </c:pt>
                <c:pt idx="8">
                  <c:v>ПРАВОВАЯ СИСТЕМА</c:v>
                </c:pt>
              </c:strCache>
            </c:strRef>
          </c:cat>
          <c:val>
            <c:numRef>
              <c:f>Лист1!$B$2:$B$10</c:f>
              <c:numCache>
                <c:formatCode>General</c:formatCode>
                <c:ptCount val="9"/>
                <c:pt idx="0">
                  <c:v>11.11</c:v>
                </c:pt>
                <c:pt idx="1">
                  <c:v>11.11</c:v>
                </c:pt>
                <c:pt idx="2">
                  <c:v>11.11</c:v>
                </c:pt>
                <c:pt idx="3">
                  <c:v>11.11</c:v>
                </c:pt>
                <c:pt idx="4">
                  <c:v>11.11</c:v>
                </c:pt>
                <c:pt idx="5">
                  <c:v>11.11</c:v>
                </c:pt>
                <c:pt idx="6">
                  <c:v>11.11</c:v>
                </c:pt>
                <c:pt idx="7">
                  <c:v>11.11</c:v>
                </c:pt>
                <c:pt idx="8">
                  <c:v>11.120000000000005</c:v>
                </c:pt>
              </c:numCache>
            </c:numRef>
          </c:val>
          <c:extLst>
            <c:ext xmlns:c16="http://schemas.microsoft.com/office/drawing/2014/chart" uri="{C3380CC4-5D6E-409C-BE32-E72D297353CC}">
              <c16:uniqueId val="{00000012-F2C1-4B6C-9AD9-BE2C5FA32113}"/>
            </c:ext>
          </c:extLst>
        </c:ser>
        <c:dLbls>
          <c:showLegendKey val="0"/>
          <c:showVal val="1"/>
          <c:showCatName val="0"/>
          <c:showSerName val="0"/>
          <c:showPercent val="0"/>
          <c:showBubbleSize val="0"/>
          <c:showLeaderLines val="0"/>
        </c:dLbls>
        <c:firstSliceAng val="0"/>
        <c:holeSize val="75"/>
      </c:doughnutChart>
      <c:spPr>
        <a:prstGeom prst="rect">
          <a:avLst/>
        </a:prstGeom>
        <a:noFill/>
        <a:ln>
          <a:noFill/>
        </a:ln>
        <a:effectLst/>
      </c:spPr>
    </c:plotArea>
    <c:plotVisOnly val="1"/>
    <c:dispBlanksAs val="gap"/>
    <c:showDLblsOverMax val="0"/>
  </c:chart>
  <c:spPr>
    <a:xfrm>
      <a:off x="-936781" y="603908"/>
      <a:ext cx="9817560" cy="6804000"/>
    </a:xfrm>
    <a:prstGeom prst="rect">
      <a:avLst/>
    </a:prstGeom>
    <a:noFill/>
    <a:ln>
      <a:noFill/>
    </a:ln>
    <a:effectLst/>
  </c:spPr>
  <c:txPr>
    <a:bodyPr/>
    <a:lstStyle/>
    <a:p>
      <a:pPr>
        <a:defRPr/>
      </a:pPr>
      <a:endParaRPr lang="ru-RU"/>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Продажи</c:v>
                </c:pt>
              </c:strCache>
            </c:strRef>
          </c:tx>
          <c:spPr>
            <a:prstGeom prst="rect">
              <a:avLst/>
            </a:prstGeom>
            <a:solidFill>
              <a:srgbClr val="1DAEAB"/>
            </a:solidFill>
          </c:spPr>
          <c:dPt>
            <c:idx val="0"/>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1-75FD-4643-A376-EA8E8DC5DEC2}"/>
              </c:ext>
            </c:extLst>
          </c:dPt>
          <c:dPt>
            <c:idx val="1"/>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3-75FD-4643-A376-EA8E8DC5DEC2}"/>
              </c:ext>
            </c:extLst>
          </c:dPt>
          <c:dPt>
            <c:idx val="2"/>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5-75FD-4643-A376-EA8E8DC5DEC2}"/>
              </c:ext>
            </c:extLst>
          </c:dPt>
          <c:dPt>
            <c:idx val="3"/>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7-75FD-4643-A376-EA8E8DC5DEC2}"/>
              </c:ext>
            </c:extLst>
          </c:dPt>
          <c:dPt>
            <c:idx val="4"/>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9-75FD-4643-A376-EA8E8DC5DEC2}"/>
              </c:ext>
            </c:extLst>
          </c:dPt>
          <c:dPt>
            <c:idx val="5"/>
            <c:bubble3D val="0"/>
            <c:spPr>
              <a:prstGeom prst="rect">
                <a:avLst/>
              </a:prstGeom>
              <a:solidFill>
                <a:srgbClr val="1DAEAB"/>
              </a:solidFill>
              <a:ln w="19050">
                <a:solidFill>
                  <a:schemeClr val="lt1"/>
                </a:solidFill>
              </a:ln>
              <a:effectLst/>
            </c:spPr>
            <c:extLst>
              <c:ext xmlns:c16="http://schemas.microsoft.com/office/drawing/2014/chart" uri="{C3380CC4-5D6E-409C-BE32-E72D297353CC}">
                <c16:uniqueId val="{0000000B-75FD-4643-A376-EA8E8DC5DEC2}"/>
              </c:ext>
            </c:extLst>
          </c:dPt>
          <c:dLbls>
            <c:dLbl>
              <c:idx val="0"/>
              <c:layout>
                <c:manualLayout>
                  <c:x val="0.14843700000000001"/>
                  <c:y val="-0.1125"/>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baseline="0">
                      <a:solidFill>
                        <a:schemeClr val="tx1">
                          <a:lumMod val="75000"/>
                          <a:lumOff val="25000"/>
                        </a:schemeClr>
                      </a:solidFill>
                      <a:latin typeface="+mj-l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5FD-4643-A376-EA8E8DC5DEC2}"/>
                </c:ext>
              </c:extLst>
            </c:dLbl>
            <c:dLbl>
              <c:idx val="1"/>
              <c:layout>
                <c:manualLayout>
                  <c:x val="0.12812499999999999"/>
                  <c:y val="-3.2812000000000001E-2"/>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baseline="0">
                      <a:solidFill>
                        <a:schemeClr val="tx1">
                          <a:lumMod val="75000"/>
                          <a:lumOff val="25000"/>
                        </a:schemeClr>
                      </a:solidFill>
                      <a:latin typeface="+mj-l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75FD-4643-A376-EA8E8DC5DEC2}"/>
                </c:ext>
              </c:extLst>
            </c:dLbl>
            <c:dLbl>
              <c:idx val="2"/>
              <c:layout>
                <c:manualLayout>
                  <c:x val="0.11093699999999999"/>
                  <c:y val="5.3906000000000003E-2"/>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baseline="0">
                      <a:solidFill>
                        <a:schemeClr val="tx1">
                          <a:lumMod val="75000"/>
                          <a:lumOff val="25000"/>
                        </a:schemeClr>
                      </a:solidFill>
                      <a:latin typeface="+mj-l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75FD-4643-A376-EA8E8DC5DEC2}"/>
                </c:ext>
              </c:extLst>
            </c:dLbl>
            <c:dLbl>
              <c:idx val="3"/>
              <c:layout>
                <c:manualLayout>
                  <c:x val="-0.12343800000000001"/>
                  <c:y val="7.9686999999999994E-2"/>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baseline="0">
                      <a:solidFill>
                        <a:schemeClr val="tx1">
                          <a:lumMod val="75000"/>
                          <a:lumOff val="25000"/>
                        </a:schemeClr>
                      </a:solidFill>
                      <a:latin typeface="+mj-l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75FD-4643-A376-EA8E8DC5DEC2}"/>
                </c:ext>
              </c:extLst>
            </c:dLbl>
            <c:dLbl>
              <c:idx val="4"/>
              <c:layout>
                <c:manualLayout>
                  <c:x val="-0.104688"/>
                  <c:y val="-9.3749999999999997E-3"/>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baseline="0">
                      <a:solidFill>
                        <a:schemeClr val="tx1">
                          <a:lumMod val="75000"/>
                          <a:lumOff val="25000"/>
                        </a:schemeClr>
                      </a:solidFill>
                      <a:latin typeface="GPN_DIN Condensed Bold"/>
                      <a:ea typeface="GPN_DIN Condensed Bold"/>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75FD-4643-A376-EA8E8DC5DEC2}"/>
                </c:ext>
              </c:extLst>
            </c:dLbl>
            <c:dLbl>
              <c:idx val="5"/>
              <c:layout>
                <c:manualLayout>
                  <c:x val="-0.135937"/>
                  <c:y val="-0.10312499999999999"/>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baseline="0">
                      <a:solidFill>
                        <a:schemeClr val="tx1">
                          <a:lumMod val="75000"/>
                          <a:lumOff val="25000"/>
                        </a:schemeClr>
                      </a:solidFill>
                      <a:latin typeface="+mj-lt"/>
                      <a:ea typeface="+mn-ea"/>
                      <a:cs typeface="+mn-cs"/>
                    </a:defRPr>
                  </a:pPr>
                  <a:endParaRPr lang="ru-RU"/>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75FD-4643-A376-EA8E8DC5DEC2}"/>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baseline="0">
                    <a:solidFill>
                      <a:schemeClr val="tx1">
                        <a:lumMod val="75000"/>
                        <a:lumOff val="25000"/>
                      </a:schemeClr>
                    </a:solidFill>
                    <a:latin typeface="+mn-lt"/>
                    <a:ea typeface="+mn-ea"/>
                    <a:cs typeface="+mn-cs"/>
                  </a:defRPr>
                </a:pPr>
                <a:endParaRPr lang="ru-RU"/>
              </a:p>
            </c:txPr>
            <c:showLegendKey val="0"/>
            <c:showVal val="0"/>
            <c:showCatName val="1"/>
            <c:showSerName val="0"/>
            <c:showPercent val="0"/>
            <c:showBubbleSize val="0"/>
            <c:showLeaderLines val="1"/>
            <c:leaderLines>
              <c:spPr>
                <a:prstGeom prst="rect">
                  <a:avLst/>
                </a:prstGeom>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rect">
                    <a:avLst/>
                  </a:prstGeom>
                </c15:spPr>
              </c:ext>
            </c:extLst>
          </c:dLbls>
          <c:cat>
            <c:strRef>
              <c:f>Лист1!$A$2:$A$7</c:f>
              <c:strCache>
                <c:ptCount val="6"/>
                <c:pt idx="0">
                  <c:v>Местные сообщества</c:v>
                </c:pt>
                <c:pt idx="1">
                  <c:v>Поставщики</c:v>
                </c:pt>
                <c:pt idx="2">
                  <c:v>Подрядчики</c:v>
                </c:pt>
                <c:pt idx="3">
                  <c:v>Клиенты</c:v>
                </c:pt>
                <c:pt idx="4">
                  <c:v>Конкуренты</c:v>
                </c:pt>
                <c:pt idx="5">
                  <c:v>Органы государственной власти</c:v>
                </c:pt>
              </c:strCache>
            </c:strRef>
          </c:cat>
          <c:val>
            <c:numRef>
              <c:f>Лист1!$B$2:$B$7</c:f>
              <c:numCache>
                <c:formatCode>General</c:formatCode>
                <c:ptCount val="6"/>
                <c:pt idx="0">
                  <c:v>16.600000000000001</c:v>
                </c:pt>
                <c:pt idx="1">
                  <c:v>16.600000000000001</c:v>
                </c:pt>
                <c:pt idx="2">
                  <c:v>16.600000000000001</c:v>
                </c:pt>
                <c:pt idx="3">
                  <c:v>16.600000000000001</c:v>
                </c:pt>
                <c:pt idx="4">
                  <c:v>16.600000000000001</c:v>
                </c:pt>
                <c:pt idx="5">
                  <c:v>17</c:v>
                </c:pt>
              </c:numCache>
            </c:numRef>
          </c:val>
          <c:extLst>
            <c:ext xmlns:c16="http://schemas.microsoft.com/office/drawing/2014/chart" uri="{C3380CC4-5D6E-409C-BE32-E72D297353CC}">
              <c16:uniqueId val="{0000000C-75FD-4643-A376-EA8E8DC5DEC2}"/>
            </c:ext>
          </c:extLst>
        </c:ser>
        <c:dLbls>
          <c:showLegendKey val="0"/>
          <c:showVal val="0"/>
          <c:showCatName val="0"/>
          <c:showSerName val="0"/>
          <c:showPercent val="0"/>
          <c:showBubbleSize val="0"/>
          <c:showLeaderLines val="1"/>
        </c:dLbls>
        <c:firstSliceAng val="0"/>
        <c:holeSize val="75"/>
      </c:doughnutChart>
      <c:spPr>
        <a:prstGeom prst="rect">
          <a:avLst/>
        </a:prstGeom>
        <a:noFill/>
        <a:ln>
          <a:noFill/>
        </a:ln>
        <a:effectLst/>
      </c:spPr>
    </c:plotArea>
    <c:plotVisOnly val="1"/>
    <c:dispBlanksAs val="gap"/>
    <c:showDLblsOverMax val="0"/>
  </c:chart>
  <c:spPr>
    <a:xfrm>
      <a:off x="-562991" y="1292217"/>
      <a:ext cx="8128000" cy="5418667"/>
    </a:xfrm>
    <a:prstGeom prst="rect">
      <a:avLst/>
    </a:prstGeom>
    <a:noFill/>
    <a:ln w="9525" cap="flat" cmpd="sng" algn="ctr">
      <a:noFill/>
      <a:round/>
    </a:ln>
    <a:effectLst/>
  </c:spPr>
  <c:txPr>
    <a:bodyPr/>
    <a:lstStyle/>
    <a:p>
      <a:pPr>
        <a:defRPr/>
      </a:pPr>
      <a:endParaRPr lang="ru-RU"/>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Продажи</c:v>
                </c:pt>
              </c:strCache>
            </c:strRef>
          </c:tx>
          <c:dPt>
            <c:idx val="0"/>
            <c:bubble3D val="0"/>
            <c:spPr>
              <a:solidFill>
                <a:srgbClr val="46B4E9"/>
              </a:solidFill>
              <a:ln w="19050">
                <a:solidFill>
                  <a:schemeClr val="lt1"/>
                </a:solidFill>
              </a:ln>
              <a:effectLst/>
            </c:spPr>
            <c:extLst>
              <c:ext xmlns:c16="http://schemas.microsoft.com/office/drawing/2014/chart" uri="{C3380CC4-5D6E-409C-BE32-E72D297353CC}">
                <c16:uniqueId val="{00000001-13FD-4159-8B8E-B64EE57960F2}"/>
              </c:ext>
            </c:extLst>
          </c:dPt>
          <c:dPt>
            <c:idx val="1"/>
            <c:bubble3D val="0"/>
            <c:spPr>
              <a:solidFill>
                <a:srgbClr val="48A044"/>
              </a:solidFill>
              <a:ln w="19050">
                <a:solidFill>
                  <a:schemeClr val="lt1"/>
                </a:solidFill>
              </a:ln>
              <a:effectLst/>
            </c:spPr>
            <c:extLst>
              <c:ext xmlns:c16="http://schemas.microsoft.com/office/drawing/2014/chart" uri="{C3380CC4-5D6E-409C-BE32-E72D297353CC}">
                <c16:uniqueId val="{00000003-13FD-4159-8B8E-B64EE57960F2}"/>
              </c:ext>
            </c:extLst>
          </c:dPt>
          <c:dPt>
            <c:idx val="2"/>
            <c:bubble3D val="0"/>
            <c:spPr>
              <a:solidFill>
                <a:srgbClr val="FFFF00"/>
              </a:solidFill>
              <a:ln w="19050">
                <a:solidFill>
                  <a:schemeClr val="lt1"/>
                </a:solidFill>
              </a:ln>
              <a:effectLst/>
            </c:spPr>
            <c:extLst>
              <c:ext xmlns:c16="http://schemas.microsoft.com/office/drawing/2014/chart" uri="{C3380CC4-5D6E-409C-BE32-E72D297353CC}">
                <c16:uniqueId val="{00000005-13FD-4159-8B8E-B64EE57960F2}"/>
              </c:ext>
            </c:extLst>
          </c:dPt>
          <c:dPt>
            <c:idx val="3"/>
            <c:bubble3D val="0"/>
            <c:spPr>
              <a:solidFill>
                <a:srgbClr val="E65907"/>
              </a:solidFill>
              <a:ln w="19050">
                <a:solidFill>
                  <a:schemeClr val="lt1"/>
                </a:solidFill>
              </a:ln>
              <a:effectLst/>
            </c:spPr>
            <c:extLst>
              <c:ext xmlns:c16="http://schemas.microsoft.com/office/drawing/2014/chart" uri="{C3380CC4-5D6E-409C-BE32-E72D297353CC}">
                <c16:uniqueId val="{00000007-13FD-4159-8B8E-B64EE57960F2}"/>
              </c:ext>
            </c:extLst>
          </c:dPt>
          <c:dLbls>
            <c:dLbl>
              <c:idx val="0"/>
              <c:tx>
                <c:rich>
                  <a:bodyPr/>
                  <a:lstStyle/>
                  <a:p>
                    <a:fld id="{62EC4D83-344B-428C-9E55-372287F5B46E}" type="CELLRANGE">
                      <a:rPr lang="en-US"/>
                      <a:pPr/>
                      <a:t>[ДИАПАЗОН ЯЧЕЕК]</a:t>
                    </a:fld>
                    <a:endParaRPr lang="ru-RU"/>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13FD-4159-8B8E-B64EE57960F2}"/>
                </c:ext>
              </c:extLst>
            </c:dLbl>
            <c:dLbl>
              <c:idx val="1"/>
              <c:tx>
                <c:rich>
                  <a:bodyPr/>
                  <a:lstStyle/>
                  <a:p>
                    <a:fld id="{D595DF02-7A47-4E6C-8DE4-54533B6EA5B5}" type="CELLRANGE">
                      <a:rPr lang="ru-RU"/>
                      <a:pPr/>
                      <a:t>[ДИАПАЗОН ЯЧЕЕК]</a:t>
                    </a:fld>
                    <a:endParaRPr lang="ru-RU"/>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13FD-4159-8B8E-B64EE57960F2}"/>
                </c:ext>
              </c:extLst>
            </c:dLbl>
            <c:dLbl>
              <c:idx val="2"/>
              <c:tx>
                <c:rich>
                  <a:bodyPr/>
                  <a:lstStyle/>
                  <a:p>
                    <a:fld id="{7B00B6C5-0058-4FDB-AD48-0352930073B4}" type="CELLRANGE">
                      <a:rPr lang="ru-RU"/>
                      <a:pPr/>
                      <a:t>[ДИАПАЗОН ЯЧЕЕК]</a:t>
                    </a:fld>
                    <a:endParaRPr lang="ru-RU"/>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13FD-4159-8B8E-B64EE57960F2}"/>
                </c:ext>
              </c:extLst>
            </c:dLbl>
            <c:dLbl>
              <c:idx val="3"/>
              <c:tx>
                <c:rich>
                  <a:bodyPr/>
                  <a:lstStyle/>
                  <a:p>
                    <a:fld id="{FD76BC40-8D2F-4CC5-921B-6255871156C7}" type="CELLRANGE">
                      <a:rPr lang="ru-RU"/>
                      <a:pPr/>
                      <a:t>[ДИАПАЗОН ЯЧЕЕК]</a:t>
                    </a:fld>
                    <a:endParaRPr lang="ru-RU"/>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13FD-4159-8B8E-B64EE57960F2}"/>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bg2">
                        <a:lumMod val="10000"/>
                      </a:schemeClr>
                    </a:solidFill>
                    <a:latin typeface="DINPro-Bold" panose="02000503030000020004" pitchFamily="50" charset="0"/>
                    <a:ea typeface="+mn-ea"/>
                    <a:cs typeface="+mn-cs"/>
                  </a:defRPr>
                </a:pPr>
                <a:endParaRPr lang="ru-RU"/>
              </a:p>
            </c:txPr>
            <c:showLegendKey val="0"/>
            <c:showVal val="0"/>
            <c:showCatName val="0"/>
            <c:showSerName val="0"/>
            <c:showPercent val="0"/>
            <c:showBubbleSize val="0"/>
            <c:showLeaderLines val="0"/>
            <c:extLst>
              <c:ext xmlns:c15="http://schemas.microsoft.com/office/drawing/2012/chart" uri="{CE6537A1-D6FC-4f65-9D91-7224C49458BB}">
                <c15:showDataLabelsRange val="1"/>
              </c:ext>
            </c:extLst>
          </c:dLbls>
          <c:cat>
            <c:strRef>
              <c:f>Лист1!$A$2:$A$5</c:f>
              <c:strCache>
                <c:ptCount val="4"/>
                <c:pt idx="0">
                  <c:v>DO</c:v>
                </c:pt>
                <c:pt idx="1">
                  <c:v>CHECK</c:v>
                </c:pt>
                <c:pt idx="2">
                  <c:v>ACT</c:v>
                </c:pt>
                <c:pt idx="3">
                  <c:v>PLAN</c:v>
                </c:pt>
              </c:strCache>
            </c:strRef>
          </c:cat>
          <c:val>
            <c:numRef>
              <c:f>Лист1!$B$2:$B$5</c:f>
              <c:numCache>
                <c:formatCode>General</c:formatCode>
                <c:ptCount val="4"/>
                <c:pt idx="0">
                  <c:v>2.5</c:v>
                </c:pt>
                <c:pt idx="1">
                  <c:v>2.5</c:v>
                </c:pt>
                <c:pt idx="2">
                  <c:v>2.5</c:v>
                </c:pt>
                <c:pt idx="3">
                  <c:v>2.5</c:v>
                </c:pt>
              </c:numCache>
            </c:numRef>
          </c:val>
          <c:extLst>
            <c:ext xmlns:c15="http://schemas.microsoft.com/office/drawing/2012/chart" uri="{02D57815-91ED-43cb-92C2-25804820EDAC}">
              <c15:datalabelsRange>
                <c15:f>Лист1!$A$2:$A$6</c15:f>
                <c15:dlblRangeCache>
                  <c:ptCount val="5"/>
                  <c:pt idx="0">
                    <c:v>DO</c:v>
                  </c:pt>
                  <c:pt idx="1">
                    <c:v>CHECK</c:v>
                  </c:pt>
                  <c:pt idx="2">
                    <c:v>ACT</c:v>
                  </c:pt>
                  <c:pt idx="3">
                    <c:v>PLAN</c:v>
                  </c:pt>
                </c15:dlblRangeCache>
              </c15:datalabelsRange>
            </c:ext>
            <c:ext xmlns:c16="http://schemas.microsoft.com/office/drawing/2014/chart" uri="{C3380CC4-5D6E-409C-BE32-E72D297353CC}">
              <c16:uniqueId val="{00000008-13FD-4159-8B8E-B64EE57960F2}"/>
            </c:ext>
          </c:extLst>
        </c:ser>
        <c:dLbls>
          <c:showLegendKey val="0"/>
          <c:showVal val="1"/>
          <c:showCatName val="0"/>
          <c:showSerName val="0"/>
          <c:showPercent val="0"/>
          <c:showBubbleSize val="0"/>
          <c:showLeaderLines val="0"/>
        </c:dLbls>
        <c:firstSliceAng val="45"/>
        <c:holeSize val="65"/>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Продажи</c:v>
                </c:pt>
              </c:strCache>
            </c:strRef>
          </c:tx>
          <c:dPt>
            <c:idx val="0"/>
            <c:bubble3D val="0"/>
            <c:spPr>
              <a:solidFill>
                <a:srgbClr val="46B4E9"/>
              </a:solidFill>
              <a:ln w="19050">
                <a:solidFill>
                  <a:schemeClr val="lt1"/>
                </a:solidFill>
              </a:ln>
              <a:effectLst/>
            </c:spPr>
            <c:extLst>
              <c:ext xmlns:c16="http://schemas.microsoft.com/office/drawing/2014/chart" uri="{C3380CC4-5D6E-409C-BE32-E72D297353CC}">
                <c16:uniqueId val="{00000001-FF54-40B6-B374-39C08547B261}"/>
              </c:ext>
            </c:extLst>
          </c:dPt>
          <c:dPt>
            <c:idx val="1"/>
            <c:bubble3D val="0"/>
            <c:spPr>
              <a:solidFill>
                <a:srgbClr val="48A044"/>
              </a:solidFill>
              <a:ln w="19050">
                <a:solidFill>
                  <a:schemeClr val="lt1"/>
                </a:solidFill>
              </a:ln>
              <a:effectLst/>
            </c:spPr>
            <c:extLst>
              <c:ext xmlns:c16="http://schemas.microsoft.com/office/drawing/2014/chart" uri="{C3380CC4-5D6E-409C-BE32-E72D297353CC}">
                <c16:uniqueId val="{00000003-FF54-40B6-B374-39C08547B261}"/>
              </c:ext>
            </c:extLst>
          </c:dPt>
          <c:dPt>
            <c:idx val="2"/>
            <c:bubble3D val="0"/>
            <c:spPr>
              <a:solidFill>
                <a:srgbClr val="FFFF00"/>
              </a:solidFill>
              <a:ln w="19050">
                <a:solidFill>
                  <a:schemeClr val="lt1"/>
                </a:solidFill>
              </a:ln>
              <a:effectLst/>
            </c:spPr>
            <c:extLst>
              <c:ext xmlns:c16="http://schemas.microsoft.com/office/drawing/2014/chart" uri="{C3380CC4-5D6E-409C-BE32-E72D297353CC}">
                <c16:uniqueId val="{00000005-FF54-40B6-B374-39C08547B261}"/>
              </c:ext>
            </c:extLst>
          </c:dPt>
          <c:dPt>
            <c:idx val="3"/>
            <c:bubble3D val="0"/>
            <c:spPr>
              <a:solidFill>
                <a:srgbClr val="E65907"/>
              </a:solidFill>
              <a:ln w="19050">
                <a:solidFill>
                  <a:schemeClr val="lt1"/>
                </a:solidFill>
              </a:ln>
              <a:effectLst/>
            </c:spPr>
            <c:extLst>
              <c:ext xmlns:c16="http://schemas.microsoft.com/office/drawing/2014/chart" uri="{C3380CC4-5D6E-409C-BE32-E72D297353CC}">
                <c16:uniqueId val="{00000007-FF54-40B6-B374-39C08547B261}"/>
              </c:ext>
            </c:extLst>
          </c:dPt>
          <c:dPt>
            <c:idx val="4"/>
            <c:bubble3D val="0"/>
            <c:spPr>
              <a:solidFill>
                <a:srgbClr val="23D1CF"/>
              </a:solidFill>
              <a:ln w="19050">
                <a:solidFill>
                  <a:schemeClr val="lt1"/>
                </a:solidFill>
              </a:ln>
              <a:effectLst/>
            </c:spPr>
            <c:extLst>
              <c:ext xmlns:c16="http://schemas.microsoft.com/office/drawing/2014/chart" uri="{C3380CC4-5D6E-409C-BE32-E72D297353CC}">
                <c16:uniqueId val="{00000008-7DCC-4686-85D2-735CCF5E39AA}"/>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9-7DCC-4686-85D2-735CCF5E39AA}"/>
              </c:ext>
            </c:extLst>
          </c:dPt>
          <c:dLbls>
            <c:dLbl>
              <c:idx val="0"/>
              <c:layout/>
              <c:tx>
                <c:rich>
                  <a:bodyPr/>
                  <a:lstStyle/>
                  <a:p>
                    <a:fld id="{21C1655B-9518-4125-ACFB-D4F899593D3A}" type="CELLRANGE">
                      <a:rPr lang="en-US"/>
                      <a:pPr/>
                      <a:t>[ДИАПАЗОН ЯЧЕЕК]</a:t>
                    </a:fld>
                    <a:endParaRPr lang="ru-RU"/>
                  </a:p>
                </c:rich>
              </c:tx>
              <c:showLegendKey val="0"/>
              <c:showVal val="0"/>
              <c:showCatName val="0"/>
              <c:showSerName val="0"/>
              <c:showPercent val="0"/>
              <c:showBubbleSize val="0"/>
              <c:extLst>
                <c:ext xmlns:c15="http://schemas.microsoft.com/office/drawing/2012/chart" uri="{CE6537A1-D6FC-4f65-9D91-7224C49458BB}">
                  <c15:layout/>
                  <c15:dlblFieldTable/>
                  <c15:showDataLabelsRange val="1"/>
                </c:ext>
                <c:ext xmlns:c16="http://schemas.microsoft.com/office/drawing/2014/chart" uri="{C3380CC4-5D6E-409C-BE32-E72D297353CC}">
                  <c16:uniqueId val="{00000001-FF54-40B6-B374-39C08547B261}"/>
                </c:ext>
              </c:extLst>
            </c:dLbl>
            <c:dLbl>
              <c:idx val="1"/>
              <c:layout>
                <c:manualLayout>
                  <c:x val="3.4586056644880176E-3"/>
                  <c:y val="1.0375816993464052E-2"/>
                </c:manualLayout>
              </c:layout>
              <c:tx>
                <c:rich>
                  <a:bodyPr/>
                  <a:lstStyle/>
                  <a:p>
                    <a:fld id="{7A02DEEB-39F3-46A7-BD9C-2DFB45083A3C}" type="CELLRANGE">
                      <a:rPr lang="ru-RU"/>
                      <a:pPr/>
                      <a:t>[ДИАПАЗОН ЯЧЕЕК]</a:t>
                    </a:fld>
                    <a:endParaRPr lang="ru-RU"/>
                  </a:p>
                </c:rich>
              </c:tx>
              <c:showLegendKey val="0"/>
              <c:showVal val="0"/>
              <c:showCatName val="0"/>
              <c:showSerName val="0"/>
              <c:showPercent val="0"/>
              <c:showBubbleSize val="0"/>
              <c:extLst>
                <c:ext xmlns:c15="http://schemas.microsoft.com/office/drawing/2012/chart" uri="{CE6537A1-D6FC-4f65-9D91-7224C49458BB}">
                  <c15:layout/>
                  <c15:dlblFieldTable/>
                  <c15:showDataLabelsRange val="1"/>
                </c:ext>
                <c:ext xmlns:c16="http://schemas.microsoft.com/office/drawing/2014/chart" uri="{C3380CC4-5D6E-409C-BE32-E72D297353CC}">
                  <c16:uniqueId val="{00000003-FF54-40B6-B374-39C08547B261}"/>
                </c:ext>
              </c:extLst>
            </c:dLbl>
            <c:dLbl>
              <c:idx val="2"/>
              <c:layout/>
              <c:tx>
                <c:rich>
                  <a:bodyPr/>
                  <a:lstStyle/>
                  <a:p>
                    <a:fld id="{534221B6-75F7-4B89-9BD5-DEEBD97B16D4}" type="CELLRANGE">
                      <a:rPr lang="ru-RU"/>
                      <a:pPr/>
                      <a:t>[ДИАПАЗОН ЯЧЕЕК]</a:t>
                    </a:fld>
                    <a:endParaRPr lang="ru-RU"/>
                  </a:p>
                </c:rich>
              </c:tx>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5-FF54-40B6-B374-39C08547B261}"/>
                </c:ext>
              </c:extLst>
            </c:dLbl>
            <c:dLbl>
              <c:idx val="3"/>
              <c:layout/>
              <c:tx>
                <c:rich>
                  <a:bodyPr rot="0" spcFirstLastPara="1" vertOverflow="ellipsis" vert="horz" wrap="square" lIns="38100" tIns="19050" rIns="38100" bIns="19050" anchor="ctr" anchorCtr="1">
                    <a:spAutoFit/>
                  </a:bodyPr>
                  <a:lstStyle/>
                  <a:p>
                    <a:pPr>
                      <a:defRPr sz="1000" b="0" i="0" u="none" strike="noStrike" kern="1200" baseline="0">
                        <a:solidFill>
                          <a:schemeClr val="bg2">
                            <a:lumMod val="10000"/>
                          </a:schemeClr>
                        </a:solidFill>
                        <a:latin typeface="DINPro-Bold" panose="02000503030000020004" pitchFamily="50" charset="0"/>
                        <a:ea typeface="+mn-ea"/>
                        <a:cs typeface="+mn-cs"/>
                      </a:defRPr>
                    </a:pPr>
                    <a:fld id="{80F1BD8F-16E1-43D7-939F-898EDE8F16A9}" type="CELLRANGE">
                      <a:rPr lang="ru-RU"/>
                      <a:pPr>
                        <a:defRPr sz="1000">
                          <a:solidFill>
                            <a:schemeClr val="bg2">
                              <a:lumMod val="10000"/>
                            </a:schemeClr>
                          </a:solidFill>
                          <a:latin typeface="DINPro-Bold" panose="02000503030000020004" pitchFamily="50" charset="0"/>
                        </a:defRPr>
                      </a:pPr>
                      <a:t>[ДИАПАЗОН ЯЧЕЕК]</a:t>
                    </a:fld>
                    <a:endParaRPr lang="ru-RU"/>
                  </a:p>
                </c:rich>
              </c:tx>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2">
                          <a:lumMod val="10000"/>
                        </a:schemeClr>
                      </a:solidFill>
                      <a:latin typeface="DINPro-Bold" panose="02000503030000020004" pitchFamily="50" charset="0"/>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7-FF54-40B6-B374-39C08547B261}"/>
                </c:ext>
              </c:extLst>
            </c:dLbl>
            <c:dLbl>
              <c:idx val="4"/>
              <c:layout/>
              <c:tx>
                <c:rich>
                  <a:bodyPr rot="0" spcFirstLastPara="1" vertOverflow="ellipsis" vert="horz" wrap="square" lIns="38100" tIns="19050" rIns="38100" bIns="19050" anchor="ctr" anchorCtr="1">
                    <a:spAutoFit/>
                  </a:bodyPr>
                  <a:lstStyle/>
                  <a:p>
                    <a:pPr>
                      <a:defRPr sz="1000" b="0" i="0" u="none" strike="noStrike" kern="1200" baseline="0">
                        <a:solidFill>
                          <a:schemeClr val="bg2">
                            <a:lumMod val="10000"/>
                          </a:schemeClr>
                        </a:solidFill>
                        <a:latin typeface="DINPro-Bold" panose="02000503030000020004" pitchFamily="50" charset="0"/>
                        <a:ea typeface="+mn-ea"/>
                        <a:cs typeface="+mn-cs"/>
                      </a:defRPr>
                    </a:pPr>
                    <a:fld id="{81C6BF0A-9005-44C1-A72C-93CB61DBA2EA}" type="CELLRANGE">
                      <a:rPr lang="ru-RU"/>
                      <a:pPr>
                        <a:defRPr sz="1000">
                          <a:solidFill>
                            <a:schemeClr val="bg2">
                              <a:lumMod val="10000"/>
                            </a:schemeClr>
                          </a:solidFill>
                          <a:latin typeface="DINPro-Bold" panose="02000503030000020004" pitchFamily="50" charset="0"/>
                        </a:defRPr>
                      </a:pPr>
                      <a:t>[ДИАПАЗОН ЯЧЕЕК]</a:t>
                    </a:fld>
                    <a:endParaRPr lang="ru-RU"/>
                  </a:p>
                </c:rich>
              </c:tx>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2">
                          <a:lumMod val="10000"/>
                        </a:schemeClr>
                      </a:solidFill>
                      <a:latin typeface="DINPro-Bold" panose="02000503030000020004" pitchFamily="50" charset="0"/>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8-7DCC-4686-85D2-735CCF5E39AA}"/>
                </c:ext>
              </c:extLst>
            </c:dLbl>
            <c:dLbl>
              <c:idx val="5"/>
              <c:layout/>
              <c:tx>
                <c:rich>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DINPro-Bold" panose="02000503030000020004" pitchFamily="50" charset="0"/>
                        <a:ea typeface="+mn-ea"/>
                        <a:cs typeface="+mn-cs"/>
                      </a:defRPr>
                    </a:pPr>
                    <a:fld id="{E7214EE5-01C7-498E-9159-C102C6230058}" type="CELLRANGE">
                      <a:rPr lang="ru-RU"/>
                      <a:pPr>
                        <a:defRPr sz="1100">
                          <a:solidFill>
                            <a:schemeClr val="bg1"/>
                          </a:solidFill>
                          <a:latin typeface="DINPro-Bold" panose="02000503030000020004" pitchFamily="50" charset="0"/>
                        </a:defRPr>
                      </a:pPr>
                      <a:t>[ДИАПАЗОН ЯЧЕЕК]</a:t>
                    </a:fld>
                    <a:endParaRPr lang="ru-RU"/>
                  </a:p>
                </c:rich>
              </c:tx>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DINPro-Bold" panose="02000503030000020004" pitchFamily="50" charset="0"/>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9-7DCC-4686-85D2-735CCF5E39AA}"/>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2">
                        <a:lumMod val="10000"/>
                      </a:schemeClr>
                    </a:solidFill>
                    <a:latin typeface="DINPro-Bold" panose="02000503030000020004" pitchFamily="50" charset="0"/>
                    <a:ea typeface="+mn-ea"/>
                    <a:cs typeface="+mn-cs"/>
                  </a:defRPr>
                </a:pPr>
                <a:endParaRPr lang="ru-RU"/>
              </a:p>
            </c:txPr>
            <c:showLegendKey val="0"/>
            <c:showVal val="0"/>
            <c:showCatName val="0"/>
            <c:showSerName val="0"/>
            <c:showPercent val="0"/>
            <c:showBubbleSize val="0"/>
            <c:showLeaderLines val="0"/>
            <c:extLst>
              <c:ext xmlns:c15="http://schemas.microsoft.com/office/drawing/2012/chart" uri="{CE6537A1-D6FC-4f65-9D91-7224C49458BB}">
                <c15:layout/>
                <c15:showDataLabelsRange val="1"/>
              </c:ext>
            </c:extLst>
          </c:dLbls>
          <c:cat>
            <c:strRef>
              <c:f>Лист1!$A$2:$A$7</c:f>
              <c:strCache>
                <c:ptCount val="6"/>
                <c:pt idx="0">
                  <c:v>План
аудита</c:v>
                </c:pt>
                <c:pt idx="1">
                  <c:v>Проведение
аудита</c:v>
                </c:pt>
                <c:pt idx="2">
                  <c:v>Составление
отчета</c:v>
                </c:pt>
                <c:pt idx="3">
                  <c:v>Разработка мероприятий</c:v>
                </c:pt>
                <c:pt idx="4">
                  <c:v>Выполнение мероприятий</c:v>
                </c:pt>
                <c:pt idx="5">
                  <c:v>Программа
аудитов</c:v>
                </c:pt>
              </c:strCache>
            </c:strRef>
          </c:cat>
          <c:val>
            <c:numRef>
              <c:f>Лист1!$B$2:$B$7</c:f>
              <c:numCache>
                <c:formatCode>General</c:formatCode>
                <c:ptCount val="6"/>
                <c:pt idx="0">
                  <c:v>1.43</c:v>
                </c:pt>
                <c:pt idx="1">
                  <c:v>1.43</c:v>
                </c:pt>
                <c:pt idx="2">
                  <c:v>1.43</c:v>
                </c:pt>
                <c:pt idx="3">
                  <c:v>1.43</c:v>
                </c:pt>
                <c:pt idx="4">
                  <c:v>1.43</c:v>
                </c:pt>
                <c:pt idx="5">
                  <c:v>1.43</c:v>
                </c:pt>
              </c:numCache>
            </c:numRef>
          </c:val>
          <c:extLst>
            <c:ext xmlns:c15="http://schemas.microsoft.com/office/drawing/2012/chart" uri="{02D57815-91ED-43cb-92C2-25804820EDAC}">
              <c15:datalabelsRange>
                <c15:f>Лист1!$A$2:$A$8</c15:f>
                <c15:dlblRangeCache>
                  <c:ptCount val="7"/>
                  <c:pt idx="0">
                    <c:v>План
аудита</c:v>
                  </c:pt>
                  <c:pt idx="1">
                    <c:v>Проведение
аудита</c:v>
                  </c:pt>
                  <c:pt idx="2">
                    <c:v>Составление
отчета</c:v>
                  </c:pt>
                  <c:pt idx="3">
                    <c:v>Разработка мероприятий</c:v>
                  </c:pt>
                  <c:pt idx="4">
                    <c:v>Выполнение мероприятий</c:v>
                  </c:pt>
                  <c:pt idx="5">
                    <c:v>Программа
аудитов</c:v>
                  </c:pt>
                </c15:dlblRangeCache>
              </c15:datalabelsRange>
            </c:ext>
            <c:ext xmlns:c16="http://schemas.microsoft.com/office/drawing/2014/chart" uri="{C3380CC4-5D6E-409C-BE32-E72D297353CC}">
              <c16:uniqueId val="{00000008-FF54-40B6-B374-39C08547B261}"/>
            </c:ext>
          </c:extLst>
        </c:ser>
        <c:dLbls>
          <c:showLegendKey val="0"/>
          <c:showVal val="1"/>
          <c:showCatName val="0"/>
          <c:showSerName val="0"/>
          <c:showPercent val="0"/>
          <c:showBubbleSize val="0"/>
          <c:showLeaderLines val="0"/>
        </c:dLbls>
        <c:firstSliceAng val="45"/>
        <c:holeSize val="65"/>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Верхний колонтитул 1"/>
          <p:cNvSpPr>
            <a:spLocks noGrp="1"/>
          </p:cNvSpPr>
          <p:nvPr>
            <p:ph type="hdr" sz="quarter"/>
          </p:nvPr>
        </p:nvSpPr>
        <p:spPr bwMode="auto">
          <a:xfrm>
            <a:off x="6" y="6"/>
            <a:ext cx="2398718" cy="492045"/>
          </a:xfrm>
          <a:prstGeom prst="rect">
            <a:avLst/>
          </a:prstGeom>
        </p:spPr>
        <p:txBody>
          <a:bodyPr vert="horz" lIns="80245" tIns="40120" rIns="80245" bIns="40120" rtlCol="0"/>
          <a:lstStyle>
            <a:lvl1pPr algn="l">
              <a:defRPr sz="1100"/>
            </a:lvl1pPr>
          </a:lstStyle>
          <a:p>
            <a:pPr>
              <a:defRPr/>
            </a:pPr>
            <a:endParaRPr lang="ru-RU"/>
          </a:p>
        </p:txBody>
      </p:sp>
      <p:sp>
        <p:nvSpPr>
          <p:cNvPr id="3" name="Дата 2"/>
          <p:cNvSpPr>
            <a:spLocks noGrp="1"/>
          </p:cNvSpPr>
          <p:nvPr>
            <p:ph type="dt" idx="1"/>
          </p:nvPr>
        </p:nvSpPr>
        <p:spPr bwMode="auto">
          <a:xfrm>
            <a:off x="3135509" y="6"/>
            <a:ext cx="2398718" cy="492045"/>
          </a:xfrm>
          <a:prstGeom prst="rect">
            <a:avLst/>
          </a:prstGeom>
        </p:spPr>
        <p:txBody>
          <a:bodyPr vert="horz" lIns="80245" tIns="40120" rIns="80245" bIns="40120" rtlCol="0"/>
          <a:lstStyle>
            <a:lvl1pPr algn="r">
              <a:defRPr sz="1100"/>
            </a:lvl1pPr>
          </a:lstStyle>
          <a:p>
            <a:pPr>
              <a:defRPr/>
            </a:pPr>
            <a:fld id="{17C66BB7-6902-4455-92AB-92FC47F29BFB}" type="datetimeFigureOut">
              <a:rPr lang="ru-RU"/>
              <a:t>21.05.2026</a:t>
            </a:fld>
            <a:endParaRPr lang="ru-RU"/>
          </a:p>
        </p:txBody>
      </p:sp>
      <p:sp>
        <p:nvSpPr>
          <p:cNvPr id="4" name="Образ слайда 3"/>
          <p:cNvSpPr>
            <a:spLocks noGrp="1" noRot="1" noChangeAspect="1"/>
          </p:cNvSpPr>
          <p:nvPr>
            <p:ph type="sldImg" idx="2"/>
          </p:nvPr>
        </p:nvSpPr>
        <p:spPr bwMode="auto">
          <a:xfrm>
            <a:off x="-511175" y="738188"/>
            <a:ext cx="6557963" cy="3689350"/>
          </a:xfrm>
          <a:prstGeom prst="rect">
            <a:avLst/>
          </a:prstGeom>
          <a:noFill/>
          <a:ln w="12700">
            <a:solidFill>
              <a:prstClr val="black"/>
            </a:solidFill>
          </a:ln>
        </p:spPr>
        <p:txBody>
          <a:bodyPr vert="horz" lIns="80245" tIns="40120" rIns="80245" bIns="40120" rtlCol="0" anchor="ctr"/>
          <a:lstStyle/>
          <a:p>
            <a:pPr>
              <a:defRPr/>
            </a:pPr>
            <a:endParaRPr lang="ru-RU"/>
          </a:p>
        </p:txBody>
      </p:sp>
      <p:sp>
        <p:nvSpPr>
          <p:cNvPr id="5" name="Заметки 4"/>
          <p:cNvSpPr>
            <a:spLocks noGrp="1"/>
          </p:cNvSpPr>
          <p:nvPr>
            <p:ph type="body" sz="quarter" idx="3"/>
          </p:nvPr>
        </p:nvSpPr>
        <p:spPr bwMode="auto">
          <a:xfrm>
            <a:off x="553551" y="4674430"/>
            <a:ext cx="4428402" cy="4428403"/>
          </a:xfrm>
          <a:prstGeom prst="rect">
            <a:avLst/>
          </a:prstGeom>
        </p:spPr>
        <p:txBody>
          <a:bodyPr vert="horz" lIns="80245" tIns="40120" rIns="80245" bIns="40120" rtlCol="0"/>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6" name="Нижний колонтитул 5"/>
          <p:cNvSpPr>
            <a:spLocks noGrp="1"/>
          </p:cNvSpPr>
          <p:nvPr>
            <p:ph type="ftr" sz="quarter" idx="4"/>
          </p:nvPr>
        </p:nvSpPr>
        <p:spPr bwMode="auto">
          <a:xfrm>
            <a:off x="6" y="9347147"/>
            <a:ext cx="2398718" cy="492045"/>
          </a:xfrm>
          <a:prstGeom prst="rect">
            <a:avLst/>
          </a:prstGeom>
        </p:spPr>
        <p:txBody>
          <a:bodyPr vert="horz" lIns="80245" tIns="40120" rIns="80245" bIns="40120" rtlCol="0" anchor="b"/>
          <a:lstStyle>
            <a:lvl1pPr algn="l">
              <a:defRPr sz="1100"/>
            </a:lvl1pPr>
          </a:lstStyle>
          <a:p>
            <a:pPr>
              <a:defRPr/>
            </a:pPr>
            <a:r>
              <a:rPr lang="ru-RU"/>
              <a:t>1 - Оценка стоимости стартапа осуществуляется компанией Газпром нефть перед приобретением долей</a:t>
            </a:r>
          </a:p>
        </p:txBody>
      </p:sp>
      <p:sp>
        <p:nvSpPr>
          <p:cNvPr id="7" name="Номер слайда 6"/>
          <p:cNvSpPr>
            <a:spLocks noGrp="1"/>
          </p:cNvSpPr>
          <p:nvPr>
            <p:ph type="sldNum" sz="quarter" idx="5"/>
          </p:nvPr>
        </p:nvSpPr>
        <p:spPr bwMode="auto">
          <a:xfrm>
            <a:off x="3135509" y="9347147"/>
            <a:ext cx="2398718" cy="492045"/>
          </a:xfrm>
          <a:prstGeom prst="rect">
            <a:avLst/>
          </a:prstGeom>
        </p:spPr>
        <p:txBody>
          <a:bodyPr vert="horz" lIns="80245" tIns="40120" rIns="80245" bIns="40120" rtlCol="0" anchor="b"/>
          <a:lstStyle>
            <a:lvl1pPr algn="r">
              <a:defRPr sz="1100"/>
            </a:lvl1pPr>
          </a:lstStyle>
          <a:p>
            <a:pPr>
              <a:defRPr/>
            </a:pPr>
            <a:fld id="{34FA6718-83F1-4573-9DAE-369402B2510F}" type="slidenum">
              <a:rPr lang="ru-RU"/>
              <a:t>‹#›</a:t>
            </a:fld>
            <a:endParaRPr lang="ru-RU"/>
          </a:p>
        </p:txBody>
      </p:sp>
    </p:spTree>
  </p:cSld>
  <p:clrMap bg1="lt1" tx1="dk1" bg2="lt2" tx2="dk2" accent1="accent1" accent2="accent2" accent3="accent3" accent4="accent4" accent5="accent5" accent6="accent6" hlink="hlink" folHlink="folHlink"/>
  <p:hf sldNum="0" hdr="0" ftr="0" dt="0"/>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74650" y="433388"/>
            <a:ext cx="6557963" cy="3689350"/>
          </a:xfrm>
        </p:spPr>
      </p:sp>
    </p:spTree>
    <p:extLst>
      <p:ext uri="{BB962C8B-B14F-4D97-AF65-F5344CB8AC3E}">
        <p14:creationId xmlns:p14="http://schemas.microsoft.com/office/powerpoint/2010/main" val="3227701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8689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74650" y="252413"/>
            <a:ext cx="6557963" cy="3689350"/>
          </a:xfrm>
        </p:spPr>
      </p:sp>
      <p:sp>
        <p:nvSpPr>
          <p:cNvPr id="3" name="Заметки 2"/>
          <p:cNvSpPr>
            <a:spLocks noGrp="1"/>
          </p:cNvSpPr>
          <p:nvPr>
            <p:ph type="body" idx="1"/>
          </p:nvPr>
        </p:nvSpPr>
        <p:spPr bwMode="auto">
          <a:xfrm>
            <a:off x="374650" y="4112455"/>
            <a:ext cx="9074150" cy="1869245"/>
          </a:xfrm>
        </p:spPr>
        <p:txBody>
          <a:bodyPr/>
          <a:lstStyle/>
          <a:p>
            <a:pPr defTabSz="802843">
              <a:defRPr/>
            </a:pPr>
            <a:r>
              <a:rPr lang="ru-RU" sz="900" dirty="0">
                <a:latin typeface="Arial" panose="020B0604020202020204" pitchFamily="34" charset="0"/>
                <a:cs typeface="Arial" panose="020B0604020202020204" pitchFamily="34" charset="0"/>
              </a:rPr>
              <a:t>Система менеджмента п</a:t>
            </a:r>
            <a:r>
              <a:rPr lang="ru-RU" sz="900" dirty="0">
                <a:latin typeface="Arial" panose="020B0604020202020204" pitchFamily="34" charset="0"/>
                <a:ea typeface="GPN_DIN Regular" panose="020B0504020202020204" pitchFamily="34" charset="-52"/>
                <a:cs typeface="Arial" panose="020B0604020202020204" pitchFamily="34" charset="0"/>
              </a:rPr>
              <a:t>ростыми словами - это набор правил, процедур и документов, которые описывают, как организация управляет своей работой для достижения целей по качеству, по </a:t>
            </a:r>
            <a:r>
              <a:rPr lang="ru-RU" sz="900" dirty="0" err="1">
                <a:latin typeface="Arial" panose="020B0604020202020204" pitchFamily="34" charset="0"/>
                <a:ea typeface="GPN_DIN Regular" panose="020B0504020202020204" pitchFamily="34" charset="-52"/>
                <a:cs typeface="Arial" panose="020B0604020202020204" pitchFamily="34" charset="0"/>
              </a:rPr>
              <a:t>энергоэффективности</a:t>
            </a:r>
            <a:r>
              <a:rPr lang="ru-RU" sz="900" dirty="0">
                <a:latin typeface="Arial" panose="020B0604020202020204" pitchFamily="34" charset="0"/>
                <a:ea typeface="GPN_DIN Regular" panose="020B0504020202020204" pitchFamily="34" charset="-52"/>
                <a:cs typeface="Arial" panose="020B0604020202020204" pitchFamily="34" charset="0"/>
              </a:rPr>
              <a:t>, по охране труда и т. д.</a:t>
            </a:r>
          </a:p>
          <a:p>
            <a:pPr defTabSz="802843">
              <a:defRPr/>
            </a:pPr>
            <a:r>
              <a:rPr lang="ru-RU" sz="900" dirty="0">
                <a:latin typeface="Arial" panose="020B0604020202020204" pitchFamily="34" charset="0"/>
                <a:cs typeface="Arial" panose="020B0604020202020204" pitchFamily="34" charset="0"/>
              </a:rPr>
              <a:t>Система менеджмента может относиться к одному или нескольким аспектам деятельности, например менеджмент качества, финансовый менеджмент или экологический менеджмент.</a:t>
            </a:r>
          </a:p>
          <a:p>
            <a:pPr defTabSz="802843">
              <a:defRPr/>
            </a:pPr>
            <a:r>
              <a:rPr lang="ru-RU" sz="900" dirty="0">
                <a:latin typeface="Arial" panose="020B0604020202020204" pitchFamily="34" charset="0"/>
                <a:ea typeface="GPN_DIN Condensed Bold" panose="020B0504020202020204" pitchFamily="34" charset="0"/>
                <a:cs typeface="Arial" panose="020B0604020202020204" pitchFamily="34" charset="0"/>
              </a:rPr>
              <a:t>Область применения должна включать все виды деятельности организации, влияющие на выполнение требований потребителей и применимых законодательных и нормативных требований, в том числе те виды деятельности, которые переданы на аутсорсинг в другие организации. Например, организация передала деятельность по проектированию подрядчику. При этом ответственность за управление процессом проектирования остается за организацией. Следовательно, данная деятельность должна быть включена в область применения системы менеджмента.</a:t>
            </a:r>
          </a:p>
          <a:p>
            <a:pPr>
              <a:defRPr/>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46075" y="319088"/>
            <a:ext cx="6557963" cy="3689350"/>
          </a:xfrm>
        </p:spPr>
      </p:sp>
    </p:spTree>
    <p:extLst>
      <p:ext uri="{BB962C8B-B14F-4D97-AF65-F5344CB8AC3E}">
        <p14:creationId xmlns:p14="http://schemas.microsoft.com/office/powerpoint/2010/main" val="2992035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55600" y="328613"/>
            <a:ext cx="6557963" cy="3689350"/>
          </a:xfrm>
        </p:spPr>
      </p:sp>
    </p:spTree>
    <p:extLst>
      <p:ext uri="{BB962C8B-B14F-4D97-AF65-F5344CB8AC3E}">
        <p14:creationId xmlns:p14="http://schemas.microsoft.com/office/powerpoint/2010/main" val="1307411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74650" y="423863"/>
            <a:ext cx="6557963" cy="3689350"/>
          </a:xfrm>
        </p:spPr>
      </p:sp>
      <p:sp>
        <p:nvSpPr>
          <p:cNvPr id="3" name="Заметки 2"/>
          <p:cNvSpPr>
            <a:spLocks noGrp="1"/>
          </p:cNvSpPr>
          <p:nvPr>
            <p:ph type="body" idx="1"/>
          </p:nvPr>
        </p:nvSpPr>
        <p:spPr bwMode="auto">
          <a:xfrm>
            <a:off x="553550" y="4674431"/>
            <a:ext cx="8761899" cy="1288220"/>
          </a:xfrm>
        </p:spPr>
        <p:txBody>
          <a:bodyPr/>
          <a:lstStyle/>
          <a:p>
            <a:pPr>
              <a:defRPr/>
            </a:pPr>
            <a:r>
              <a:rPr lang="ru-RU" sz="900" dirty="0">
                <a:latin typeface="Arial" panose="020B0604020202020204" pitchFamily="34" charset="0"/>
                <a:cs typeface="Arial" panose="020B0604020202020204" pitchFamily="34" charset="0"/>
              </a:rPr>
              <a:t>СТО Газпром и ИНТИ</a:t>
            </a:r>
          </a:p>
          <a:p>
            <a:pPr>
              <a:defRPr/>
            </a:pPr>
            <a:endParaRPr lang="ru-RU" sz="900" dirty="0">
              <a:latin typeface="Arial" panose="020B0604020202020204" pitchFamily="34" charset="0"/>
              <a:cs typeface="Arial" panose="020B0604020202020204" pitchFamily="34" charset="0"/>
            </a:endParaRPr>
          </a:p>
          <a:p>
            <a:pPr algn="just">
              <a:defRPr/>
            </a:pPr>
            <a:r>
              <a:rPr lang="ru-RU" sz="900" dirty="0">
                <a:latin typeface="Arial" panose="020B0604020202020204" pitchFamily="34" charset="0"/>
                <a:cs typeface="Arial" panose="020B0604020202020204" pitchFamily="34" charset="0"/>
              </a:rPr>
              <a:t>СМК ориентирована на клиентов.</a:t>
            </a:r>
          </a:p>
          <a:p>
            <a:pPr algn="just">
              <a:defRPr/>
            </a:pPr>
            <a:r>
              <a:rPr lang="ru-RU" sz="900" dirty="0">
                <a:latin typeface="Arial" panose="020B0604020202020204" pitchFamily="34" charset="0"/>
                <a:cs typeface="Arial" panose="020B0604020202020204" pitchFamily="34" charset="0"/>
              </a:rPr>
              <a:t>Персонал организации является основной заинтересованной стороной в системе менеджмента ПБОЗ.</a:t>
            </a:r>
          </a:p>
          <a:p>
            <a:pPr algn="just">
              <a:defRPr/>
            </a:pPr>
            <a:r>
              <a:rPr lang="ru-RU" sz="900" dirty="0">
                <a:latin typeface="Arial" panose="020B0604020202020204" pitchFamily="34" charset="0"/>
                <a:cs typeface="Arial" panose="020B0604020202020204" pitchFamily="34" charset="0"/>
              </a:rPr>
              <a:t>В СЭМ - Общество</a:t>
            </a:r>
          </a:p>
        </p:txBody>
      </p:sp>
    </p:spTree>
    <p:extLst>
      <p:ext uri="{BB962C8B-B14F-4D97-AF65-F5344CB8AC3E}">
        <p14:creationId xmlns:p14="http://schemas.microsoft.com/office/powerpoint/2010/main" val="733735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55600" y="309563"/>
            <a:ext cx="6557963" cy="3689350"/>
          </a:xfrm>
        </p:spPr>
      </p:sp>
      <p:sp>
        <p:nvSpPr>
          <p:cNvPr id="3" name="Заметки 2"/>
          <p:cNvSpPr>
            <a:spLocks noGrp="1"/>
          </p:cNvSpPr>
          <p:nvPr>
            <p:ph type="body" idx="1"/>
          </p:nvPr>
        </p:nvSpPr>
        <p:spPr bwMode="auto">
          <a:xfrm>
            <a:off x="355600" y="4302956"/>
            <a:ext cx="9242382" cy="1974020"/>
          </a:xfrm>
        </p:spPr>
        <p:txBody>
          <a:bodyPr/>
          <a:lstStyle/>
          <a:p>
            <a:pPr>
              <a:defRPr/>
            </a:pPr>
            <a:r>
              <a:rPr lang="ru-RU" sz="900" dirty="0">
                <a:latin typeface="Arial" panose="020B0604020202020204" pitchFamily="34" charset="0"/>
                <a:cs typeface="Arial" panose="020B0604020202020204" pitchFamily="34" charset="0"/>
              </a:rPr>
              <a:t>Цикл разработан Уильямом Эдвардсом </a:t>
            </a:r>
            <a:r>
              <a:rPr lang="ru-RU" sz="900" dirty="0" err="1">
                <a:latin typeface="Arial" panose="020B0604020202020204" pitchFamily="34" charset="0"/>
                <a:cs typeface="Arial" panose="020B0604020202020204" pitchFamily="34" charset="0"/>
              </a:rPr>
              <a:t>Демингом</a:t>
            </a:r>
            <a:r>
              <a:rPr lang="ru-RU" sz="900" dirty="0">
                <a:latin typeface="Arial" panose="020B0604020202020204" pitchFamily="34" charset="0"/>
                <a:cs typeface="Arial" panose="020B0604020202020204" pitchFamily="34" charset="0"/>
              </a:rPr>
              <a:t> в 1950-х годах. Изначально создавался для управления качеством на производстве, но позже стал универсальным инструментом для улучшения процессов во всех отраслях.</a:t>
            </a:r>
          </a:p>
          <a:p>
            <a:r>
              <a:rPr lang="ru-RU" sz="900" dirty="0">
                <a:latin typeface="Arial" panose="020B0604020202020204" pitchFamily="34" charset="0"/>
                <a:cs typeface="Arial" panose="020B0604020202020204" pitchFamily="34" charset="0"/>
              </a:rPr>
              <a:t>Цикл PDCA состоит из четырёх последовательных этапов:</a:t>
            </a:r>
          </a:p>
          <a:p>
            <a:r>
              <a:rPr lang="ru-RU" sz="900" b="1" dirty="0" err="1">
                <a:latin typeface="Arial" panose="020B0604020202020204" pitchFamily="34" charset="0"/>
                <a:cs typeface="Arial" panose="020B0604020202020204" pitchFamily="34" charset="0"/>
              </a:rPr>
              <a:t>Plan</a:t>
            </a:r>
            <a:r>
              <a:rPr lang="ru-RU" sz="900" b="1" dirty="0">
                <a:latin typeface="Arial" panose="020B0604020202020204" pitchFamily="34" charset="0"/>
                <a:cs typeface="Arial" panose="020B0604020202020204" pitchFamily="34" charset="0"/>
              </a:rPr>
              <a:t> (планирование)</a:t>
            </a:r>
            <a:r>
              <a:rPr lang="ru-RU" sz="900" dirty="0">
                <a:latin typeface="Arial" panose="020B0604020202020204" pitchFamily="34" charset="0"/>
                <a:cs typeface="Arial" panose="020B0604020202020204" pitchFamily="34" charset="0"/>
              </a:rPr>
              <a:t> — определение целей, способов их достижения. Важно проанализировать текущее состояние, определить конкретную проблему или область для улучшения, установить измеримые цели, разработать гипотезу, спланировать ресурсы, сроки и ответственных.</a:t>
            </a:r>
          </a:p>
          <a:p>
            <a:r>
              <a:rPr lang="ru-RU" sz="900" b="1" dirty="0" err="1">
                <a:latin typeface="Arial" panose="020B0604020202020204" pitchFamily="34" charset="0"/>
                <a:cs typeface="Arial" panose="020B0604020202020204" pitchFamily="34" charset="0"/>
              </a:rPr>
              <a:t>Do</a:t>
            </a:r>
            <a:r>
              <a:rPr lang="ru-RU" sz="900" b="1" dirty="0">
                <a:latin typeface="Arial" panose="020B0604020202020204" pitchFamily="34" charset="0"/>
                <a:cs typeface="Arial" panose="020B0604020202020204" pitchFamily="34" charset="0"/>
              </a:rPr>
              <a:t> (выполнение)</a:t>
            </a:r>
            <a:r>
              <a:rPr lang="ru-RU" sz="900" dirty="0">
                <a:latin typeface="Arial" panose="020B0604020202020204" pitchFamily="34" charset="0"/>
                <a:cs typeface="Arial" panose="020B0604020202020204" pitchFamily="34" charset="0"/>
              </a:rPr>
              <a:t> — реализация запланированных изменений в ограниченном масштабе, документирование всех действий, сбор данных для последующего анализа, обучение сотрудников новым процедурам. Важно не внедрять изменения сразу во всех отделах — пилотное тестирование снижает риски.</a:t>
            </a:r>
          </a:p>
          <a:p>
            <a:r>
              <a:rPr lang="ru-RU" sz="900" b="1" dirty="0" err="1">
                <a:latin typeface="Arial" panose="020B0604020202020204" pitchFamily="34" charset="0"/>
                <a:cs typeface="Arial" panose="020B0604020202020204" pitchFamily="34" charset="0"/>
              </a:rPr>
              <a:t>Check</a:t>
            </a:r>
            <a:r>
              <a:rPr lang="ru-RU" sz="900" b="1" dirty="0">
                <a:latin typeface="Arial" panose="020B0604020202020204" pitchFamily="34" charset="0"/>
                <a:cs typeface="Arial" panose="020B0604020202020204" pitchFamily="34" charset="0"/>
              </a:rPr>
              <a:t> (проверка)</a:t>
            </a:r>
            <a:r>
              <a:rPr lang="ru-RU" sz="900" dirty="0">
                <a:latin typeface="Arial" panose="020B0604020202020204" pitchFamily="34" charset="0"/>
                <a:cs typeface="Arial" panose="020B0604020202020204" pitchFamily="34" charset="0"/>
              </a:rPr>
              <a:t> — оценка результатов, сравнение фактического исполнения с поставленными целями, выявление отклонений.</a:t>
            </a:r>
          </a:p>
          <a:p>
            <a:r>
              <a:rPr lang="ru-RU" sz="900" b="1" dirty="0" err="1">
                <a:latin typeface="Arial" panose="020B0604020202020204" pitchFamily="34" charset="0"/>
                <a:cs typeface="Arial" panose="020B0604020202020204" pitchFamily="34" charset="0"/>
              </a:rPr>
              <a:t>Act</a:t>
            </a:r>
            <a:r>
              <a:rPr lang="ru-RU" sz="900" b="1" dirty="0">
                <a:latin typeface="Arial" panose="020B0604020202020204" pitchFamily="34" charset="0"/>
                <a:cs typeface="Arial" panose="020B0604020202020204" pitchFamily="34" charset="0"/>
              </a:rPr>
              <a:t> (действия)</a:t>
            </a:r>
            <a:r>
              <a:rPr lang="ru-RU" sz="900" dirty="0">
                <a:latin typeface="Arial" panose="020B0604020202020204" pitchFamily="34" charset="0"/>
                <a:cs typeface="Arial" panose="020B0604020202020204" pitchFamily="34" charset="0"/>
              </a:rPr>
              <a:t> — принятие решений на основе анализа полученных данных, внесение изменений в процесс или продукт, закрепление улучшений. Если тест успешен, новое решение стандартизируется и масштабируется на всю компанию. Если тест провалился, анализируются ошибки и цикл запускается заново с новыми вводными. </a:t>
            </a:r>
          </a:p>
          <a:p>
            <a:endParaRPr lang="ru-RU" sz="900" dirty="0">
              <a:latin typeface="Arial" panose="020B0604020202020204" pitchFamily="34" charset="0"/>
              <a:cs typeface="Arial" panose="020B0604020202020204" pitchFamily="34" charset="0"/>
            </a:endParaRPr>
          </a:p>
          <a:p>
            <a:pPr>
              <a:defRPr/>
            </a:pPr>
            <a:r>
              <a:rPr lang="ru-RU" sz="900" dirty="0">
                <a:latin typeface="Arial" panose="020B0604020202020204" pitchFamily="34" charset="0"/>
                <a:cs typeface="Arial" panose="020B0604020202020204" pitchFamily="34" charset="0"/>
              </a:rPr>
              <a:t>Цикл PDCA может быть применен ко всем процессам и к системе менеджмента в целом. </a:t>
            </a:r>
            <a:endParaRPr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68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55600" y="328613"/>
            <a:ext cx="6557963" cy="3689350"/>
          </a:xfrm>
        </p:spPr>
      </p:sp>
      <p:sp>
        <p:nvSpPr>
          <p:cNvPr id="3" name="Заметки 2"/>
          <p:cNvSpPr>
            <a:spLocks noGrp="1"/>
          </p:cNvSpPr>
          <p:nvPr>
            <p:ph type="body" idx="1"/>
          </p:nvPr>
        </p:nvSpPr>
        <p:spPr bwMode="auto">
          <a:xfrm>
            <a:off x="553551" y="4674431"/>
            <a:ext cx="8771424" cy="907220"/>
          </a:xfrm>
        </p:spPr>
        <p:txBody>
          <a:bodyPr/>
          <a:lstStyle/>
          <a:p>
            <a:pPr>
              <a:defRPr/>
            </a:pPr>
            <a:r>
              <a:rPr lang="ru-RU" sz="900" dirty="0">
                <a:latin typeface="Arial" panose="020B0604020202020204" pitchFamily="34" charset="0"/>
                <a:cs typeface="Arial" panose="020B0604020202020204" pitchFamily="34" charset="0"/>
              </a:rPr>
              <a:t>Высшее руководство организации должно назначить на постоянной основе представителя из состава руководства этой организации, который, независимо от других обязанностей, должен нести ответственность за систему менеджмента</a:t>
            </a:r>
            <a:endParaRPr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86977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74650" y="376238"/>
            <a:ext cx="6557963" cy="3689350"/>
          </a:xfrm>
        </p:spPr>
      </p:sp>
      <p:sp>
        <p:nvSpPr>
          <p:cNvPr id="3" name="Заметки 2"/>
          <p:cNvSpPr>
            <a:spLocks noGrp="1"/>
          </p:cNvSpPr>
          <p:nvPr>
            <p:ph type="body" idx="1"/>
          </p:nvPr>
        </p:nvSpPr>
        <p:spPr bwMode="auto">
          <a:xfrm>
            <a:off x="374650" y="4474405"/>
            <a:ext cx="8904774" cy="1659695"/>
          </a:xfrm>
        </p:spPr>
        <p:txBody>
          <a:bodyPr/>
          <a:lstStyle/>
          <a:p>
            <a:pPr hangingPunct="0"/>
            <a:r>
              <a:rPr lang="ru-RU" sz="900" b="1" dirty="0">
                <a:latin typeface="Arial" panose="020B0604020202020204" pitchFamily="34" charset="0"/>
                <a:cs typeface="Arial" panose="020B0604020202020204" pitchFamily="34" charset="0"/>
              </a:rPr>
              <a:t>вход процесса:</a:t>
            </a:r>
            <a:r>
              <a:rPr lang="ru-RU" sz="900" dirty="0">
                <a:latin typeface="Arial" panose="020B0604020202020204" pitchFamily="34" charset="0"/>
                <a:cs typeface="Arial" panose="020B0604020202020204" pitchFamily="34" charset="0"/>
              </a:rPr>
              <a:t> ресурсы, требования, необходимые для выполнения операций процесса -  документы, комплекты документов, материальные объекты, потребляемая продукция, услуги, электронные файлы, данные ИТ-систем, информация в устной форме.</a:t>
            </a:r>
          </a:p>
          <a:p>
            <a:pPr defTabSz="802843" hangingPunct="0">
              <a:defRPr/>
            </a:pPr>
            <a:r>
              <a:rPr lang="ru-RU" sz="900" b="1" dirty="0">
                <a:latin typeface="Arial" panose="020B0604020202020204" pitchFamily="34" charset="0"/>
                <a:cs typeface="Arial" panose="020B0604020202020204" pitchFamily="34" charset="0"/>
              </a:rPr>
              <a:t>выход процесса:</a:t>
            </a:r>
            <a:r>
              <a:rPr lang="ru-RU" sz="900" dirty="0">
                <a:latin typeface="Arial" panose="020B0604020202020204" pitchFamily="34" charset="0"/>
                <a:cs typeface="Arial" panose="020B0604020202020204" pitchFamily="34" charset="0"/>
              </a:rPr>
              <a:t> результаты операций в рамках процесса - документы, комплекты документов, материальные объекты, производимая продукция, услуги, электронные файлы, данные ИТ-систем, информация в устной форме.</a:t>
            </a:r>
          </a:p>
          <a:p>
            <a:pPr defTabSz="802843" hangingPunct="0">
              <a:defRPr/>
            </a:pPr>
            <a:r>
              <a:rPr lang="ru-RU" sz="900" b="1" dirty="0">
                <a:latin typeface="Arial" panose="020B0604020202020204" pitchFamily="34" charset="0"/>
                <a:cs typeface="Arial" panose="020B0604020202020204" pitchFamily="34" charset="0"/>
              </a:rPr>
              <a:t>ресурсы:</a:t>
            </a:r>
            <a:r>
              <a:rPr lang="ru-RU" sz="900" dirty="0">
                <a:latin typeface="Arial" panose="020B0604020202020204" pitchFamily="34" charset="0"/>
                <a:cs typeface="Arial" panose="020B0604020202020204" pitchFamily="34" charset="0"/>
              </a:rPr>
              <a:t> материальные или информационные объекты, постоянно используемые для выполнения процесса, оказывающие воздействие на факторы, необходимые для выполнения преобразований, но сами не преобразуемые. К ресурсам относятся: персонал, финансы, информация, оборудование, необходимое для проведения процесса.</a:t>
            </a:r>
          </a:p>
        </p:txBody>
      </p:sp>
    </p:spTree>
    <p:extLst>
      <p:ext uri="{BB962C8B-B14F-4D97-AF65-F5344CB8AC3E}">
        <p14:creationId xmlns:p14="http://schemas.microsoft.com/office/powerpoint/2010/main" val="1959856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55600" y="319088"/>
            <a:ext cx="6557963" cy="3689350"/>
          </a:xfrm>
        </p:spPr>
      </p:sp>
    </p:spTree>
    <p:extLst>
      <p:ext uri="{BB962C8B-B14F-4D97-AF65-F5344CB8AC3E}">
        <p14:creationId xmlns:p14="http://schemas.microsoft.com/office/powerpoint/2010/main" val="1050915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22275" y="366713"/>
            <a:ext cx="6557963" cy="3689350"/>
          </a:xfrm>
        </p:spPr>
      </p:sp>
    </p:spTree>
    <p:extLst>
      <p:ext uri="{BB962C8B-B14F-4D97-AF65-F5344CB8AC3E}">
        <p14:creationId xmlns:p14="http://schemas.microsoft.com/office/powerpoint/2010/main" val="681193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12750" y="357188"/>
            <a:ext cx="6557963" cy="3689350"/>
          </a:xfrm>
        </p:spPr>
      </p:sp>
    </p:spTree>
    <p:extLst>
      <p:ext uri="{BB962C8B-B14F-4D97-AF65-F5344CB8AC3E}">
        <p14:creationId xmlns:p14="http://schemas.microsoft.com/office/powerpoint/2010/main" val="1049045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03225" y="252413"/>
            <a:ext cx="6557963" cy="3689350"/>
          </a:xfrm>
        </p:spPr>
      </p:sp>
      <p:sp>
        <p:nvSpPr>
          <p:cNvPr id="3" name="Заметки 2"/>
          <p:cNvSpPr>
            <a:spLocks noGrp="1"/>
          </p:cNvSpPr>
          <p:nvPr>
            <p:ph type="body" idx="1"/>
          </p:nvPr>
        </p:nvSpPr>
        <p:spPr bwMode="auto">
          <a:xfrm>
            <a:off x="403225" y="4360105"/>
            <a:ext cx="8923824" cy="1183445"/>
          </a:xfrm>
        </p:spPr>
        <p:txBody>
          <a:bodyPr/>
          <a:lstStyle/>
          <a:p>
            <a:pPr algn="just" defTabSz="802843">
              <a:defRPr/>
            </a:pPr>
            <a:r>
              <a:rPr lang="ru-RU" sz="900" dirty="0">
                <a:latin typeface="Arial" panose="020B0604020202020204" pitchFamily="34" charset="0"/>
                <a:cs typeface="Arial" panose="020B0604020202020204" pitchFamily="34" charset="0"/>
              </a:rPr>
              <a:t>Очень важная часть интегрированной системы менеджмента – это ее среда.</a:t>
            </a:r>
          </a:p>
          <a:p>
            <a:pPr algn="just" defTabSz="802843">
              <a:defRPr/>
            </a:pPr>
            <a:r>
              <a:rPr lang="ru-RU" sz="900" dirty="0">
                <a:latin typeface="Arial" panose="020B0604020202020204" pitchFamily="34" charset="0"/>
                <a:cs typeface="Arial" panose="020B0604020202020204" pitchFamily="34" charset="0"/>
              </a:rPr>
              <a:t>Наша компания работает не в вакууме, есть определенная среда, в которой она существует, совокупность внутренних и внешних факторов, формирующих наши изменения, направления деятельности и так далее.</a:t>
            </a:r>
          </a:p>
          <a:p>
            <a:pPr algn="just" defTabSz="802843">
              <a:defRPr/>
            </a:pPr>
            <a:r>
              <a:rPr lang="ru-RU" sz="900" dirty="0">
                <a:latin typeface="Arial" panose="020B0604020202020204" pitchFamily="34" charset="0"/>
                <a:cs typeface="Arial" panose="020B0604020202020204" pitchFamily="34" charset="0"/>
              </a:rPr>
              <a:t>Теперь, давайте вместе определим внутренние и внешние факторы, влияющие на нашу организацию. </a:t>
            </a:r>
          </a:p>
        </p:txBody>
      </p:sp>
    </p:spTree>
    <p:extLst>
      <p:ext uri="{BB962C8B-B14F-4D97-AF65-F5344CB8AC3E}">
        <p14:creationId xmlns:p14="http://schemas.microsoft.com/office/powerpoint/2010/main" val="1718130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554038" y="376238"/>
            <a:ext cx="6557962" cy="3689350"/>
          </a:xfrm>
        </p:spPr>
      </p:sp>
    </p:spTree>
    <p:extLst>
      <p:ext uri="{BB962C8B-B14F-4D97-AF65-F5344CB8AC3E}">
        <p14:creationId xmlns:p14="http://schemas.microsoft.com/office/powerpoint/2010/main" val="448413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554038" y="338138"/>
            <a:ext cx="6557962" cy="3689350"/>
          </a:xfrm>
        </p:spPr>
      </p:sp>
    </p:spTree>
    <p:extLst>
      <p:ext uri="{BB962C8B-B14F-4D97-AF65-F5344CB8AC3E}">
        <p14:creationId xmlns:p14="http://schemas.microsoft.com/office/powerpoint/2010/main" val="3240761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69900" y="347663"/>
            <a:ext cx="6557963" cy="3689350"/>
          </a:xfrm>
        </p:spPr>
      </p:sp>
    </p:spTree>
    <p:extLst>
      <p:ext uri="{BB962C8B-B14F-4D97-AF65-F5344CB8AC3E}">
        <p14:creationId xmlns:p14="http://schemas.microsoft.com/office/powerpoint/2010/main" val="3872021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22275" y="328613"/>
            <a:ext cx="6557963" cy="3689350"/>
          </a:xfrm>
        </p:spPr>
      </p:sp>
    </p:spTree>
    <p:extLst>
      <p:ext uri="{BB962C8B-B14F-4D97-AF65-F5344CB8AC3E}">
        <p14:creationId xmlns:p14="http://schemas.microsoft.com/office/powerpoint/2010/main" val="1643676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03225" y="309563"/>
            <a:ext cx="6557963" cy="3689350"/>
          </a:xfrm>
        </p:spPr>
      </p:sp>
    </p:spTree>
    <p:extLst>
      <p:ext uri="{BB962C8B-B14F-4D97-AF65-F5344CB8AC3E}">
        <p14:creationId xmlns:p14="http://schemas.microsoft.com/office/powerpoint/2010/main" val="3986164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22275" y="290513"/>
            <a:ext cx="6557963" cy="3689350"/>
          </a:xfrm>
        </p:spPr>
      </p:sp>
      <p:sp>
        <p:nvSpPr>
          <p:cNvPr id="3" name="Заметки 2"/>
          <p:cNvSpPr>
            <a:spLocks noGrp="1"/>
          </p:cNvSpPr>
          <p:nvPr>
            <p:ph type="body" idx="1"/>
          </p:nvPr>
        </p:nvSpPr>
        <p:spPr bwMode="auto">
          <a:xfrm>
            <a:off x="422275" y="4207705"/>
            <a:ext cx="9131300" cy="2269295"/>
          </a:xfrm>
        </p:spPr>
        <p:txBody>
          <a:bodyPr/>
          <a:lstStyle/>
          <a:p>
            <a:pPr hangingPunct="0"/>
            <a:r>
              <a:rPr lang="ru-RU" sz="900" dirty="0">
                <a:latin typeface="Arial" panose="020B0604020202020204" pitchFamily="34" charset="0"/>
                <a:cs typeface="Arial" panose="020B0604020202020204" pitchFamily="34" charset="0"/>
              </a:rPr>
              <a:t>Определили область применения (слайд 3)</a:t>
            </a:r>
          </a:p>
          <a:p>
            <a:pPr hangingPunct="0"/>
            <a:r>
              <a:rPr lang="ru-RU" sz="900" dirty="0">
                <a:latin typeface="Arial" panose="020B0604020202020204" pitchFamily="34" charset="0"/>
                <a:cs typeface="Arial" panose="020B0604020202020204" pitchFamily="34" charset="0"/>
              </a:rPr>
              <a:t>Определили процессы (слайды 9-10)</a:t>
            </a:r>
          </a:p>
          <a:p>
            <a:pPr hangingPunct="0"/>
            <a:r>
              <a:rPr lang="ru-RU" sz="900" dirty="0">
                <a:latin typeface="Arial" panose="020B0604020202020204" pitchFamily="34" charset="0"/>
                <a:cs typeface="Arial" panose="020B0604020202020204" pitchFamily="34" charset="0"/>
              </a:rPr>
              <a:t>Документируем</a:t>
            </a:r>
          </a:p>
          <a:p>
            <a:pPr hangingPunct="0"/>
            <a:r>
              <a:rPr lang="ru-RU" sz="900" dirty="0">
                <a:latin typeface="Arial" panose="020B0604020202020204" pitchFamily="34" charset="0"/>
                <a:cs typeface="Arial" panose="020B0604020202020204" pitchFamily="34" charset="0"/>
              </a:rPr>
              <a:t>Цель системы документирования — ​закрепить в документах всех уровней логичное, однозначное и равномерное распределение ответственности и донести до каждого сотрудника конкретные требования по функционалу и порядку (времени и пр.) выполнения основных (критических с точки зрения сложности или других критериев) функций.</a:t>
            </a:r>
          </a:p>
          <a:p>
            <a:pPr hangingPunct="0"/>
            <a:r>
              <a:rPr lang="ru-RU" sz="900" dirty="0">
                <a:latin typeface="Arial" panose="020B0604020202020204" pitchFamily="34" charset="0"/>
                <a:cs typeface="Arial" panose="020B0604020202020204" pitchFamily="34" charset="0"/>
              </a:rPr>
              <a:t>Для чего нужно документировать деятельность компании? Ответ очевиден: чтобы в автоматическом режиме решать ключевые проблемы, связанные со сбоями в работе, а также управлять изменениями. Современный бизнес немыслим без надежного управления, основу которого составляют документы, регламентирующие деятельность предприятия как систему управления, нацеленную на стратегические задачи. Что дает документирование информации? Прежде всего обеспечивает прозрачность деятельности, снабжает руководство данными, необходимыми для эффективного планирования, контроля и исполнения задач. Документирование процессов, функций, операций — ​путь к их совершенствованию в рамках предприятия как единой системы учета и управления. Кроме того, разработанные документы позволят сделать процессы управления простыми и понятными, а персонал мотивируют на согласованное и правильное использование инструментов информационной системы.</a:t>
            </a:r>
          </a:p>
          <a:p>
            <a:pPr hangingPunct="0"/>
            <a:r>
              <a:rPr lang="ru-RU" sz="900" dirty="0">
                <a:latin typeface="Arial" panose="020B0604020202020204" pitchFamily="34" charset="0"/>
                <a:cs typeface="Arial" panose="020B0604020202020204" pitchFamily="34" charset="0"/>
              </a:rPr>
              <a:t>Объем документированной информации будет отличаться в разных компаниях в зависимости от их размера и вида деятельности, сложности процессов и компетентности персонала</a:t>
            </a:r>
          </a:p>
        </p:txBody>
      </p:sp>
    </p:spTree>
    <p:extLst>
      <p:ext uri="{BB962C8B-B14F-4D97-AF65-F5344CB8AC3E}">
        <p14:creationId xmlns:p14="http://schemas.microsoft.com/office/powerpoint/2010/main" val="11776937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03225" y="280988"/>
            <a:ext cx="6557963" cy="3689350"/>
          </a:xfrm>
        </p:spPr>
      </p:sp>
      <p:sp>
        <p:nvSpPr>
          <p:cNvPr id="3" name="Заметки 2"/>
          <p:cNvSpPr>
            <a:spLocks noGrp="1"/>
          </p:cNvSpPr>
          <p:nvPr>
            <p:ph type="body" idx="1"/>
          </p:nvPr>
        </p:nvSpPr>
        <p:spPr bwMode="auto">
          <a:xfrm>
            <a:off x="403225" y="4217231"/>
            <a:ext cx="9028599" cy="1173920"/>
          </a:xfrm>
        </p:spPr>
        <p:txBody>
          <a:bodyPr/>
          <a:lstStyle/>
          <a:p>
            <a:r>
              <a:rPr lang="ru-RU" sz="900" dirty="0">
                <a:latin typeface="Arial" panose="020B0604020202020204" pitchFamily="34" charset="0"/>
                <a:cs typeface="Arial" panose="020B0604020202020204" pitchFamily="34" charset="0"/>
              </a:rPr>
              <a:t>Политика в области качества обычно оформляется в виде документа, разработанного и подписанного высшим руководством организации.</a:t>
            </a:r>
          </a:p>
          <a:p>
            <a:r>
              <a:rPr lang="ru-RU" sz="900" dirty="0">
                <a:latin typeface="Arial" panose="020B0604020202020204" pitchFamily="34" charset="0"/>
                <a:cs typeface="Arial" panose="020B0604020202020204" pitchFamily="34" charset="0"/>
              </a:rPr>
              <a:t>Политика должна содержать набор обязательств, в том числе обязательства, сформулированные в подпунктах «с» и «d».</a:t>
            </a:r>
          </a:p>
          <a:p>
            <a:r>
              <a:rPr lang="ru-RU" sz="900" dirty="0">
                <a:latin typeface="Arial" panose="020B0604020202020204" pitchFamily="34" charset="0"/>
                <a:cs typeface="Arial" panose="020B0604020202020204" pitchFamily="34" charset="0"/>
              </a:rPr>
              <a:t>Политика должна содержать намерения улучшить показатели в определенных направлениях деятельности. Далее эти намерения должны быть конкретизированы при установлении Целей в области качества.</a:t>
            </a:r>
          </a:p>
        </p:txBody>
      </p:sp>
    </p:spTree>
    <p:extLst>
      <p:ext uri="{BB962C8B-B14F-4D97-AF65-F5344CB8AC3E}">
        <p14:creationId xmlns:p14="http://schemas.microsoft.com/office/powerpoint/2010/main" val="24778916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31800" y="290513"/>
            <a:ext cx="6557963" cy="3689350"/>
          </a:xfrm>
        </p:spPr>
      </p:sp>
    </p:spTree>
    <p:extLst>
      <p:ext uri="{BB962C8B-B14F-4D97-AF65-F5344CB8AC3E}">
        <p14:creationId xmlns:p14="http://schemas.microsoft.com/office/powerpoint/2010/main" val="8673137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41325" y="309563"/>
            <a:ext cx="6557963" cy="3689350"/>
          </a:xfrm>
        </p:spPr>
      </p:sp>
      <p:sp>
        <p:nvSpPr>
          <p:cNvPr id="3" name="Заметки 2"/>
          <p:cNvSpPr>
            <a:spLocks noGrp="1"/>
          </p:cNvSpPr>
          <p:nvPr>
            <p:ph type="body" idx="1"/>
          </p:nvPr>
        </p:nvSpPr>
        <p:spPr bwMode="auto">
          <a:xfrm>
            <a:off x="441324" y="4236281"/>
            <a:ext cx="9121775" cy="1897820"/>
          </a:xfrm>
        </p:spPr>
        <p:txBody>
          <a:bodyPr/>
          <a:lstStyle/>
          <a:p>
            <a:pPr algn="l">
              <a:defRPr/>
            </a:pPr>
            <a:r>
              <a:rPr lang="ru-RU" sz="900" dirty="0">
                <a:latin typeface="Arial" panose="020B0604020202020204" pitchFamily="34" charset="0"/>
                <a:cs typeface="Arial" panose="020B0604020202020204" pitchFamily="34" charset="0"/>
              </a:rPr>
              <a:t>Обязательства – документ, с помощью которого высшее руководство</a:t>
            </a:r>
          </a:p>
          <a:p>
            <a:pPr marL="150533" indent="-150533">
              <a:spcAft>
                <a:spcPts val="527"/>
              </a:spcAft>
              <a:buFont typeface="Arial"/>
              <a:buChar char="•"/>
              <a:defRPr/>
            </a:pPr>
            <a:r>
              <a:rPr lang="ru-RU" sz="900" dirty="0">
                <a:latin typeface="Arial" panose="020B0604020202020204" pitchFamily="34" charset="0"/>
                <a:cs typeface="Arial" panose="020B0604020202020204" pitchFamily="34" charset="0"/>
              </a:rPr>
              <a:t>демонстрирует лидерство, приверженность,</a:t>
            </a:r>
          </a:p>
          <a:p>
            <a:pPr marL="150533" indent="-150533">
              <a:spcAft>
                <a:spcPts val="527"/>
              </a:spcAft>
              <a:buFont typeface="Arial"/>
              <a:buChar char="•"/>
              <a:defRPr/>
            </a:pPr>
            <a:r>
              <a:rPr lang="ru-RU" sz="900" dirty="0">
                <a:latin typeface="Arial" panose="020B0604020202020204" pitchFamily="34" charset="0"/>
                <a:cs typeface="Arial" panose="020B0604020202020204" pitchFamily="34" charset="0"/>
              </a:rPr>
              <a:t>устанавливает и реализовывает приоритеты в отношении потребителей и ИСМ,</a:t>
            </a:r>
          </a:p>
          <a:p>
            <a:pPr marL="150533" indent="-150533">
              <a:spcAft>
                <a:spcPts val="527"/>
              </a:spcAft>
              <a:buFont typeface="Arial"/>
              <a:buChar char="•"/>
              <a:defRPr/>
            </a:pPr>
            <a:r>
              <a:rPr lang="ru-RU" sz="900" dirty="0">
                <a:latin typeface="Arial" panose="020B0604020202020204" pitchFamily="34" charset="0"/>
                <a:cs typeface="Arial" panose="020B0604020202020204" pitchFamily="34" charset="0"/>
              </a:rPr>
              <a:t>берет на себя ответственность за ИСМ</a:t>
            </a:r>
          </a:p>
          <a:p>
            <a:pPr marL="150533" indent="-150533">
              <a:spcAft>
                <a:spcPts val="527"/>
              </a:spcAft>
              <a:buFont typeface="Arial"/>
              <a:buChar char="•"/>
              <a:defRPr/>
            </a:pPr>
            <a:endParaRPr lang="ru-RU" sz="900" dirty="0">
              <a:latin typeface="Arial" panose="020B0604020202020204" pitchFamily="34" charset="0"/>
              <a:cs typeface="Arial" panose="020B0604020202020204" pitchFamily="34" charset="0"/>
            </a:endParaRPr>
          </a:p>
          <a:p>
            <a:r>
              <a:rPr lang="ru-RU" sz="900" dirty="0">
                <a:latin typeface="Arial" panose="020B0604020202020204" pitchFamily="34" charset="0"/>
                <a:cs typeface="Arial" panose="020B0604020202020204" pitchFamily="34" charset="0"/>
              </a:rPr>
              <a:t>Политика может быть доведена до сведения работников путем ознакомления под роспись, электронной рассылки, размещения политики в доступных для работников местах и другими способами, принятыми в организации. </a:t>
            </a:r>
          </a:p>
          <a:p>
            <a:r>
              <a:rPr lang="ru-RU" sz="900" dirty="0">
                <a:latin typeface="Arial" panose="020B0604020202020204" pitchFamily="34" charset="0"/>
                <a:cs typeface="Arial" panose="020B0604020202020204" pitchFamily="34" charset="0"/>
              </a:rPr>
              <a:t>Политика может быть доступной для соответствующих заинтересованных сторон путем размещения ее на сайте, в доступных для представителей заинтересованных сторон местах, в рекламных материалах и буклетах, договорах и другими способами, принятыми в организации. </a:t>
            </a:r>
          </a:p>
          <a:p>
            <a:pPr>
              <a:defRPr/>
            </a:pPr>
            <a:endParaRPr dirty="0"/>
          </a:p>
        </p:txBody>
      </p:sp>
    </p:spTree>
    <p:extLst>
      <p:ext uri="{BB962C8B-B14F-4D97-AF65-F5344CB8AC3E}">
        <p14:creationId xmlns:p14="http://schemas.microsoft.com/office/powerpoint/2010/main" val="2995562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74650" y="233363"/>
            <a:ext cx="6557963" cy="3689350"/>
          </a:xfrm>
        </p:spPr>
      </p:sp>
      <p:sp>
        <p:nvSpPr>
          <p:cNvPr id="3" name="Заметки 2"/>
          <p:cNvSpPr>
            <a:spLocks noGrp="1"/>
          </p:cNvSpPr>
          <p:nvPr>
            <p:ph type="body" idx="1"/>
          </p:nvPr>
        </p:nvSpPr>
        <p:spPr bwMode="auto">
          <a:xfrm>
            <a:off x="374649" y="4131505"/>
            <a:ext cx="9121775" cy="1926395"/>
          </a:xfrm>
        </p:spPr>
        <p:txBody>
          <a:bodyPr/>
          <a:lstStyle/>
          <a:p>
            <a:r>
              <a:rPr lang="ru-RU" sz="900" dirty="0">
                <a:latin typeface="Arial" panose="020B0604020202020204" pitchFamily="34" charset="0"/>
                <a:cs typeface="Arial" panose="020B0604020202020204" pitchFamily="34" charset="0"/>
              </a:rPr>
              <a:t>В Целях должны быть конкретизированы общие намерения и обязательства, установленные в Политике. </a:t>
            </a:r>
          </a:p>
          <a:p>
            <a:r>
              <a:rPr lang="ru-RU" sz="900" dirty="0">
                <a:latin typeface="Arial" panose="020B0604020202020204" pitchFamily="34" charset="0"/>
                <a:cs typeface="Arial" panose="020B0604020202020204" pitchFamily="34" charset="0"/>
              </a:rPr>
              <a:t>При установлении Целей важно обеспечить их измеримость (например, на сколько процентов необходимо снизить уровень брака при выпуске продукции в течение текущего года).</a:t>
            </a:r>
          </a:p>
          <a:p>
            <a:r>
              <a:rPr lang="ru-RU" sz="900" dirty="0">
                <a:latin typeface="Arial" panose="020B0604020202020204" pitchFamily="34" charset="0"/>
                <a:cs typeface="Arial" panose="020B0604020202020204" pitchFamily="34" charset="0"/>
              </a:rPr>
              <a:t>Цели могут быть установлены как для всей организации (Цели высшего уровня), так и для отдельных подразделений (например, снизить уровень брака при выполнении конкретной операции на конкретном технологическом оборудовании).</a:t>
            </a:r>
          </a:p>
          <a:p>
            <a:r>
              <a:rPr lang="ru-RU" sz="900" dirty="0">
                <a:latin typeface="Arial" panose="020B0604020202020204" pitchFamily="34" charset="0"/>
                <a:cs typeface="Arial" panose="020B0604020202020204" pitchFamily="34" charset="0"/>
              </a:rPr>
              <a:t>Для достижения Целей необходимо разработать Планы действий, в которых указать:</a:t>
            </a:r>
          </a:p>
          <a:p>
            <a:pPr marL="150533" indent="-150533">
              <a:buFont typeface="Arial" panose="020B0604020202020204" pitchFamily="34" charset="0"/>
              <a:buChar char="•"/>
            </a:pPr>
            <a:r>
              <a:rPr lang="ru-RU" sz="900" dirty="0">
                <a:latin typeface="Arial" panose="020B0604020202020204" pitchFamily="34" charset="0"/>
                <a:cs typeface="Arial" panose="020B0604020202020204" pitchFamily="34" charset="0"/>
              </a:rPr>
              <a:t>конкретные мероприятия,</a:t>
            </a:r>
          </a:p>
          <a:p>
            <a:pPr marL="150533" indent="-150533">
              <a:buFont typeface="Arial" panose="020B0604020202020204" pitchFamily="34" charset="0"/>
              <a:buChar char="•"/>
            </a:pPr>
            <a:r>
              <a:rPr lang="ru-RU" sz="900" dirty="0">
                <a:latin typeface="Arial" panose="020B0604020202020204" pitchFamily="34" charset="0"/>
                <a:cs typeface="Arial" panose="020B0604020202020204" pitchFamily="34" charset="0"/>
              </a:rPr>
              <a:t>сроки их выполнения,</a:t>
            </a:r>
          </a:p>
          <a:p>
            <a:pPr marL="150533" indent="-150533">
              <a:buFont typeface="Arial" panose="020B0604020202020204" pitchFamily="34" charset="0"/>
              <a:buChar char="•"/>
            </a:pPr>
            <a:r>
              <a:rPr lang="ru-RU" sz="900" dirty="0">
                <a:latin typeface="Arial" panose="020B0604020202020204" pitchFamily="34" charset="0"/>
                <a:cs typeface="Arial" panose="020B0604020202020204" pitchFamily="34" charset="0"/>
              </a:rPr>
              <a:t>ответственных лиц (подразделения),</a:t>
            </a:r>
          </a:p>
          <a:p>
            <a:pPr marL="150533" indent="-150533">
              <a:buFont typeface="Arial" panose="020B0604020202020204" pitchFamily="34" charset="0"/>
              <a:buChar char="•"/>
            </a:pPr>
            <a:r>
              <a:rPr lang="ru-RU" sz="900" dirty="0">
                <a:latin typeface="Arial" panose="020B0604020202020204" pitchFamily="34" charset="0"/>
                <a:cs typeface="Arial" panose="020B0604020202020204" pitchFamily="34" charset="0"/>
              </a:rPr>
              <a:t>требуемые ресурсы.</a:t>
            </a:r>
          </a:p>
          <a:p>
            <a:r>
              <a:rPr lang="ru-RU" sz="900" dirty="0">
                <a:latin typeface="Arial" panose="020B0604020202020204" pitchFamily="34" charset="0"/>
                <a:cs typeface="Arial" panose="020B0604020202020204" pitchFamily="34" charset="0"/>
              </a:rPr>
              <a:t>Необходимо проводить мониторинг, измерение, анализ и оценку результативности предпринятых действий по достижению Целей.</a:t>
            </a:r>
          </a:p>
          <a:p>
            <a:r>
              <a:rPr lang="ru-RU" sz="900" dirty="0">
                <a:latin typeface="Arial" panose="020B0604020202020204" pitchFamily="34" charset="0"/>
                <a:cs typeface="Arial" panose="020B0604020202020204" pitchFamily="34" charset="0"/>
              </a:rPr>
              <a:t>Цели в области качества должны периодически анализироваться (пересматриваться). </a:t>
            </a:r>
          </a:p>
        </p:txBody>
      </p:sp>
    </p:spTree>
    <p:extLst>
      <p:ext uri="{BB962C8B-B14F-4D97-AF65-F5344CB8AC3E}">
        <p14:creationId xmlns:p14="http://schemas.microsoft.com/office/powerpoint/2010/main" val="1499689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03225" y="300038"/>
            <a:ext cx="6557963" cy="3689350"/>
          </a:xfrm>
        </p:spPr>
      </p:sp>
    </p:spTree>
    <p:extLst>
      <p:ext uri="{BB962C8B-B14F-4D97-AF65-F5344CB8AC3E}">
        <p14:creationId xmlns:p14="http://schemas.microsoft.com/office/powerpoint/2010/main" val="4360899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79425" y="280988"/>
            <a:ext cx="6557963" cy="3689350"/>
          </a:xfrm>
        </p:spPr>
      </p:sp>
    </p:spTree>
    <p:extLst>
      <p:ext uri="{BB962C8B-B14F-4D97-AF65-F5344CB8AC3E}">
        <p14:creationId xmlns:p14="http://schemas.microsoft.com/office/powerpoint/2010/main" val="25424776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31800" y="300038"/>
            <a:ext cx="6557963" cy="3689350"/>
          </a:xfrm>
        </p:spPr>
      </p:sp>
      <p:sp>
        <p:nvSpPr>
          <p:cNvPr id="3" name="Заметки 2"/>
          <p:cNvSpPr>
            <a:spLocks noGrp="1"/>
          </p:cNvSpPr>
          <p:nvPr>
            <p:ph type="body" idx="1"/>
          </p:nvPr>
        </p:nvSpPr>
        <p:spPr bwMode="auto">
          <a:xfrm>
            <a:off x="431799" y="4198180"/>
            <a:ext cx="9064625" cy="2193095"/>
          </a:xfrm>
        </p:spPr>
        <p:txBody>
          <a:bodyPr/>
          <a:lstStyle/>
          <a:p>
            <a:r>
              <a:rPr lang="ru-RU" sz="900" dirty="0">
                <a:latin typeface="Arial" panose="020B0604020202020204" pitchFamily="34" charset="0"/>
                <a:cs typeface="Arial" panose="020B0604020202020204" pitchFamily="34" charset="0"/>
              </a:rPr>
              <a:t>Есть очень простой и легко запоминающийся признак: содержание документа-записи ИСПРАВЛЯТЬ НЕЛЬЗЯ В ПРИНЦИПЕ (если только содержащаяся в нем информация не была ошибочной), тогда как содержание документа-</a:t>
            </a:r>
            <a:r>
              <a:rPr lang="ru-RU" sz="900" dirty="0" err="1">
                <a:latin typeface="Arial" panose="020B0604020202020204" pitchFamily="34" charset="0"/>
                <a:cs typeface="Arial" panose="020B0604020202020204" pitchFamily="34" charset="0"/>
              </a:rPr>
              <a:t>незаписи</a:t>
            </a:r>
            <a:r>
              <a:rPr lang="ru-RU" sz="900" dirty="0">
                <a:latin typeface="Arial" panose="020B0604020202020204" pitchFamily="34" charset="0"/>
                <a:cs typeface="Arial" panose="020B0604020202020204" pitchFamily="34" charset="0"/>
              </a:rPr>
              <a:t> ИЗМЕНЯТЬ МОЖНО.</a:t>
            </a:r>
          </a:p>
          <a:p>
            <a:r>
              <a:rPr lang="ru-RU" sz="900" dirty="0">
                <a:latin typeface="Arial" panose="020B0604020202020204" pitchFamily="34" charset="0"/>
                <a:cs typeface="Arial" panose="020B0604020202020204" pitchFamily="34" charset="0"/>
              </a:rPr>
              <a:t>Если, например, токарь по завершении работ измерил и записал в сопроводительный лист изделия его диаметр в каком-то конкретном месте, он НЕ МОЖЕТ завтра исправить полученное значение, если только оно не было ошибочным. Если в протоколе собрания записана стенограмма состоявшегося обсуждения и принятое решение, в него нельзя на следующий день внести изменение — это будет фальсификацией. Все это (сопроводительный лист и протокол собрания) — примеры документов- записей.</a:t>
            </a:r>
          </a:p>
          <a:p>
            <a:r>
              <a:rPr lang="ru-RU" sz="900" dirty="0">
                <a:latin typeface="Arial" panose="020B0604020202020204" pitchFamily="34" charset="0"/>
                <a:cs typeface="Arial" panose="020B0604020202020204" pitchFamily="34" charset="0"/>
              </a:rPr>
              <a:t>Если же в организации выпущен приказ, утвержден план работ или документированная процедура, составлен список, указывающий ответственных лиц, и т. п. документы, их СОДЕРЖАНИЕ (естественно, по обоснованным причинам) можно завтра изменить, дополнить и даже отменить. Подобного рода документы носят обычно ПРЕДПИСЫВАЮЩИЙ, РЕГУЛИРУЮЩИЙ характер, а предписания могут быть изменены. Поэтому план работ, процедура, список — это примеры документов - </a:t>
            </a:r>
            <a:r>
              <a:rPr lang="ru-RU" sz="900" dirty="0" err="1">
                <a:latin typeface="Arial" panose="020B0604020202020204" pitchFamily="34" charset="0"/>
                <a:cs typeface="Arial" panose="020B0604020202020204" pitchFamily="34" charset="0"/>
              </a:rPr>
              <a:t>незаписей</a:t>
            </a:r>
            <a:r>
              <a:rPr lang="ru-RU" sz="900" dirty="0">
                <a:latin typeface="Arial" panose="020B0604020202020204" pitchFamily="34" charset="0"/>
                <a:cs typeface="Arial" panose="020B0604020202020204" pitchFamily="34" charset="0"/>
              </a:rPr>
              <a:t>.</a:t>
            </a:r>
          </a:p>
          <a:p>
            <a:r>
              <a:rPr lang="ru-RU" sz="900" dirty="0">
                <a:latin typeface="Arial" panose="020B0604020202020204" pitchFamily="34" charset="0"/>
                <a:cs typeface="Arial" panose="020B0604020202020204" pitchFamily="34" charset="0"/>
              </a:rPr>
              <a:t>График, план, программа и т. п. являются своеобразными заданиями на работу, и поэтому сразу после своей реализации (выполнения работы) эти документы В ПРИНЦИПЕ могут быть УНИЧТОЖЕНЫ (если только их не оставляют для истории). Активная фаза их жизненного цикла в общем случае после реализации заложенных в них заданий заканчивается. Записи же, после их появления, наоборот, только начинают свой жизненный путь, и В ПРИНЦИПЕ должны определенное время СОХРАНЯТЬСЯ, поскольку несут в себе ценную информацию.</a:t>
            </a:r>
          </a:p>
        </p:txBody>
      </p:sp>
    </p:spTree>
    <p:extLst>
      <p:ext uri="{BB962C8B-B14F-4D97-AF65-F5344CB8AC3E}">
        <p14:creationId xmlns:p14="http://schemas.microsoft.com/office/powerpoint/2010/main" val="33827910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22275" y="328613"/>
            <a:ext cx="6557963" cy="3689350"/>
          </a:xfrm>
        </p:spPr>
      </p:sp>
    </p:spTree>
    <p:extLst>
      <p:ext uri="{BB962C8B-B14F-4D97-AF65-F5344CB8AC3E}">
        <p14:creationId xmlns:p14="http://schemas.microsoft.com/office/powerpoint/2010/main" val="42295268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74650" y="90488"/>
            <a:ext cx="6557963" cy="3689350"/>
          </a:xfrm>
        </p:spPr>
      </p:sp>
      <p:sp>
        <p:nvSpPr>
          <p:cNvPr id="3" name="Заметки 2"/>
          <p:cNvSpPr>
            <a:spLocks noGrp="1"/>
          </p:cNvSpPr>
          <p:nvPr>
            <p:ph type="body" idx="1"/>
          </p:nvPr>
        </p:nvSpPr>
        <p:spPr bwMode="auto">
          <a:xfrm>
            <a:off x="374649" y="3779838"/>
            <a:ext cx="9293225" cy="3017837"/>
          </a:xfrm>
        </p:spPr>
        <p:txBody>
          <a:bodyPr/>
          <a:lstStyle/>
          <a:p>
            <a:r>
              <a:rPr lang="ru-RU" sz="700" dirty="0">
                <a:latin typeface="Arial" panose="020B0604020202020204" pitchFamily="34" charset="0"/>
                <a:cs typeface="Arial" panose="020B0604020202020204" pitchFamily="34" charset="0"/>
              </a:rPr>
              <a:t>В стандартах на системы менеджмента в качестве ресурсов рассматриваются:</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Персонал:</a:t>
            </a:r>
          </a:p>
          <a:p>
            <a:pPr marL="602132" lvl="1" indent="-200711">
              <a:buFont typeface="+mj-lt"/>
              <a:buAutoNum type="alphaLcParenR"/>
            </a:pPr>
            <a:r>
              <a:rPr lang="ru-RU" sz="700" dirty="0">
                <a:latin typeface="Arial" panose="020B0604020202020204" pitchFamily="34" charset="0"/>
                <a:cs typeface="Arial" panose="020B0604020202020204" pitchFamily="34" charset="0"/>
              </a:rPr>
              <a:t>мотивация – персонал должен быть мотивирован на достижение целей в области качества, обеспечение результативного функционирования и улучшения процессов, участие в обеспечении результативности системы менеджмента качества</a:t>
            </a:r>
          </a:p>
          <a:p>
            <a:pPr marL="602132" lvl="1" indent="-200711">
              <a:buFont typeface="+mj-lt"/>
              <a:buAutoNum type="alphaLcParenR"/>
            </a:pPr>
            <a:r>
              <a:rPr lang="ru-RU" sz="700" dirty="0">
                <a:latin typeface="Arial" panose="020B0604020202020204" pitchFamily="34" charset="0"/>
                <a:cs typeface="Arial" panose="020B0604020202020204" pitchFamily="34" charset="0"/>
              </a:rPr>
              <a:t>компетентность – способность применять знания и навыки для достижения намеченных результатов. Компетентность </a:t>
            </a:r>
            <a:r>
              <a:rPr lang="ru-RU" sz="700" dirty="0" err="1">
                <a:latin typeface="Arial" panose="020B0604020202020204" pitchFamily="34" charset="0"/>
                <a:cs typeface="Arial" panose="020B0604020202020204" pitchFamily="34" charset="0"/>
              </a:rPr>
              <a:t>д.б</a:t>
            </a:r>
            <a:r>
              <a:rPr lang="ru-RU" sz="700" dirty="0">
                <a:latin typeface="Arial" panose="020B0604020202020204" pitchFamily="34" charset="0"/>
                <a:cs typeface="Arial" panose="020B0604020202020204" pitchFamily="34" charset="0"/>
              </a:rPr>
              <a:t>. определена, компетентность </a:t>
            </a:r>
            <a:r>
              <a:rPr lang="ru-RU" sz="700" dirty="0" err="1">
                <a:latin typeface="Arial" panose="020B0604020202020204" pitchFamily="34" charset="0"/>
                <a:cs typeface="Arial" panose="020B0604020202020204" pitchFamily="34" charset="0"/>
              </a:rPr>
              <a:t>д.б</a:t>
            </a:r>
            <a:r>
              <a:rPr lang="ru-RU" sz="700" dirty="0">
                <a:latin typeface="Arial" panose="020B0604020202020204" pitchFamily="34" charset="0"/>
                <a:cs typeface="Arial" panose="020B0604020202020204" pitchFamily="34" charset="0"/>
              </a:rPr>
              <a:t>. обеспечена путем соответствующего образования, подготовки или опыта</a:t>
            </a:r>
          </a:p>
          <a:p>
            <a:pPr marL="602132" lvl="1" indent="-200711" defTabSz="802843">
              <a:buFont typeface="+mj-lt"/>
              <a:buAutoNum type="alphaLcParenR"/>
              <a:defRPr/>
            </a:pPr>
            <a:r>
              <a:rPr lang="ru-RU" sz="700" dirty="0">
                <a:latin typeface="Arial" panose="020B0604020202020204" pitchFamily="34" charset="0"/>
                <a:cs typeface="Arial" panose="020B0604020202020204" pitchFamily="34" charset="0"/>
              </a:rPr>
              <a:t>осведомленность – сотрудники </a:t>
            </a:r>
            <a:r>
              <a:rPr lang="ru-RU" sz="700" dirty="0" err="1">
                <a:latin typeface="Arial" panose="020B0604020202020204" pitchFamily="34" charset="0"/>
                <a:cs typeface="Arial" panose="020B0604020202020204" pitchFamily="34" charset="0"/>
              </a:rPr>
              <a:t>д.б</a:t>
            </a:r>
            <a:r>
              <a:rPr lang="ru-RU" sz="700" dirty="0">
                <a:latin typeface="Arial" panose="020B0604020202020204" pitchFamily="34" charset="0"/>
                <a:cs typeface="Arial" panose="020B0604020202020204" pitchFamily="34" charset="0"/>
              </a:rPr>
              <a:t>. осведомлены о политике в области качества и политике производственной безопасности, о целях в области качества, о своем вкладе в результативность системы менеджмента, о последствиях несоответствия требованиям системы менеджмента. Осведомленность о Политиках не нужно понимать, как необходимость запомнить принятые обязательства или как необходимость иметь копию Политики у любого человека, выполняющего работу под управлением организации. Достаточно, чтобы эти люди были осведомлены о существовании Политики, о ее назначении и об их собственной роли в ИСМ, в том числе, о том, как их деятельность может повлиять на достижение запланированных результатов.</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Инфраструктура:</a:t>
            </a:r>
          </a:p>
          <a:p>
            <a:pPr marL="602132" lvl="1" indent="-200711">
              <a:buFont typeface="Arial" panose="020B0604020202020204" pitchFamily="34" charset="0"/>
              <a:buAutoNum type="alphaLcParenR"/>
            </a:pPr>
            <a:r>
              <a:rPr lang="ru-RU" sz="700" dirty="0">
                <a:latin typeface="Arial" panose="020B0604020202020204" pitchFamily="34" charset="0"/>
                <a:cs typeface="Arial" panose="020B0604020202020204" pitchFamily="34" charset="0"/>
              </a:rPr>
              <a:t>здания и связанные с ними инженерные сети и системы;</a:t>
            </a:r>
          </a:p>
          <a:p>
            <a:pPr marL="602132" lvl="1" indent="-200711">
              <a:buFont typeface="Arial" panose="020B0604020202020204" pitchFamily="34" charset="0"/>
              <a:buAutoNum type="alphaLcParenR"/>
            </a:pPr>
            <a:r>
              <a:rPr lang="ru-RU" sz="700" dirty="0">
                <a:latin typeface="Arial" panose="020B0604020202020204" pitchFamily="34" charset="0"/>
                <a:cs typeface="Arial" panose="020B0604020202020204" pitchFamily="34" charset="0"/>
              </a:rPr>
              <a:t>оборудование, включая технические и программные средства;</a:t>
            </a:r>
          </a:p>
          <a:p>
            <a:pPr marL="602132" lvl="1" indent="-200711">
              <a:buFont typeface="Arial" panose="020B0604020202020204" pitchFamily="34" charset="0"/>
              <a:buAutoNum type="alphaLcParenR"/>
            </a:pPr>
            <a:r>
              <a:rPr lang="ru-RU" sz="700" dirty="0">
                <a:latin typeface="Arial" panose="020B0604020202020204" pitchFamily="34" charset="0"/>
                <a:cs typeface="Arial" panose="020B0604020202020204" pitchFamily="34" charset="0"/>
              </a:rPr>
              <a:t>транспортные ресурсы;</a:t>
            </a:r>
          </a:p>
          <a:p>
            <a:pPr marL="602132" lvl="1" indent="-200711">
              <a:buFont typeface="Arial" panose="020B0604020202020204" pitchFamily="34" charset="0"/>
              <a:buAutoNum type="alphaLcParenR"/>
            </a:pPr>
            <a:r>
              <a:rPr lang="ru-RU" sz="700" dirty="0">
                <a:latin typeface="Arial" panose="020B0604020202020204" pitchFamily="34" charset="0"/>
                <a:cs typeface="Arial" panose="020B0604020202020204" pitchFamily="34" charset="0"/>
              </a:rPr>
              <a:t>информационные и коммуникационные технологии</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Среда для функционирования процессов - сочетание человеческих и физических факторов, таких как:</a:t>
            </a:r>
          </a:p>
          <a:p>
            <a:pPr marL="602132" lvl="1" indent="-200711">
              <a:buFont typeface="Arial" panose="020B0604020202020204" pitchFamily="34" charset="0"/>
              <a:buAutoNum type="alphaLcParenR"/>
            </a:pPr>
            <a:r>
              <a:rPr lang="ru-RU" sz="700" dirty="0">
                <a:latin typeface="Arial" panose="020B0604020202020204" pitchFamily="34" charset="0"/>
                <a:cs typeface="Arial" panose="020B0604020202020204" pitchFamily="34" charset="0"/>
              </a:rPr>
              <a:t>социальные (например, отсутствие дискриминации, спокойствие, бесконфликтность);</a:t>
            </a:r>
          </a:p>
          <a:p>
            <a:pPr marL="602132" lvl="1" indent="-200711">
              <a:buFont typeface="Arial" panose="020B0604020202020204" pitchFamily="34" charset="0"/>
              <a:buAutoNum type="alphaLcParenR"/>
            </a:pPr>
            <a:r>
              <a:rPr lang="ru-RU" sz="700" dirty="0">
                <a:latin typeface="Arial" panose="020B0604020202020204" pitchFamily="34" charset="0"/>
                <a:cs typeface="Arial" panose="020B0604020202020204" pitchFamily="34" charset="0"/>
              </a:rPr>
              <a:t>психологические (например, снижение уровня стресса, профилактика эмоционального выгорания, эмоциональная защита);</a:t>
            </a:r>
          </a:p>
          <a:p>
            <a:pPr marL="602132" lvl="1" indent="-200711">
              <a:buFont typeface="Arial" panose="020B0604020202020204" pitchFamily="34" charset="0"/>
              <a:buAutoNum type="alphaLcParenR"/>
            </a:pPr>
            <a:r>
              <a:rPr lang="ru-RU" sz="700" dirty="0">
                <a:latin typeface="Arial" panose="020B0604020202020204" pitchFamily="34" charset="0"/>
                <a:cs typeface="Arial" panose="020B0604020202020204" pitchFamily="34" charset="0"/>
              </a:rPr>
              <a:t>физические (например, температура, тепловой поток, влажность, освещение, движение воздуха, гигиена, шум).</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Ресурсы для мониторинга и измерений</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Знания организации - это знания, специфичные для организации; знания, полученные в основном из опыта.</a:t>
            </a:r>
          </a:p>
          <a:p>
            <a:r>
              <a:rPr lang="ru-RU" sz="700" dirty="0">
                <a:latin typeface="Arial" panose="020B0604020202020204" pitchFamily="34" charset="0"/>
                <a:cs typeface="Arial" panose="020B0604020202020204" pitchFamily="34" charset="0"/>
              </a:rPr>
              <a:t>Знания – это информация, которая используется и которой обмениваются для достижения целей организации.</a:t>
            </a:r>
          </a:p>
          <a:p>
            <a:r>
              <a:rPr lang="ru-RU" sz="700" dirty="0">
                <a:latin typeface="Arial" panose="020B0604020202020204" pitchFamily="34" charset="0"/>
                <a:cs typeface="Arial" panose="020B0604020202020204" pitchFamily="34" charset="0"/>
              </a:rPr>
              <a:t>Основой знаний организации могут быть:</a:t>
            </a:r>
          </a:p>
          <a:p>
            <a:pPr marL="200711" indent="-200711">
              <a:buFont typeface="Arial" panose="020B0604020202020204" pitchFamily="34" charset="0"/>
              <a:buAutoNum type="alphaLcParenR"/>
            </a:pPr>
            <a:r>
              <a:rPr lang="ru-RU" sz="700" dirty="0">
                <a:latin typeface="Arial" panose="020B0604020202020204" pitchFamily="34" charset="0"/>
                <a:cs typeface="Arial" panose="020B0604020202020204" pitchFamily="34" charset="0"/>
              </a:rPr>
              <a:t>внутренние источники (например, интеллектуальная собственность; знания, полученные из опыта; выводы, извлеченные из неудачных или успешных проектов; сбор и обмен недокументированными знаниями и опытом; результаты улучшений процессов, услуг);</a:t>
            </a:r>
          </a:p>
          <a:p>
            <a:pPr marL="200711" indent="-200711">
              <a:buFont typeface="Arial" panose="020B0604020202020204" pitchFamily="34" charset="0"/>
              <a:buAutoNum type="alphaLcParenR"/>
            </a:pPr>
            <a:r>
              <a:rPr lang="ru-RU" sz="700" dirty="0">
                <a:latin typeface="Arial" panose="020B0604020202020204" pitchFamily="34" charset="0"/>
                <a:cs typeface="Arial" panose="020B0604020202020204" pitchFamily="34" charset="0"/>
              </a:rPr>
              <a:t>внешние источники (например, стандарты, научное сообщество, конференции, семинары, знания, полученные от потребителей и внешних поставщиков)</a:t>
            </a:r>
          </a:p>
        </p:txBody>
      </p:sp>
    </p:spTree>
    <p:extLst>
      <p:ext uri="{BB962C8B-B14F-4D97-AF65-F5344CB8AC3E}">
        <p14:creationId xmlns:p14="http://schemas.microsoft.com/office/powerpoint/2010/main" val="26051758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469900" y="242888"/>
            <a:ext cx="6557963" cy="3689350"/>
          </a:xfrm>
        </p:spPr>
      </p:sp>
    </p:spTree>
    <p:extLst>
      <p:ext uri="{BB962C8B-B14F-4D97-AF65-F5344CB8AC3E}">
        <p14:creationId xmlns:p14="http://schemas.microsoft.com/office/powerpoint/2010/main" val="18516725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50850" y="300038"/>
            <a:ext cx="6557963" cy="3689350"/>
          </a:xfrm>
        </p:spPr>
      </p:sp>
      <p:sp>
        <p:nvSpPr>
          <p:cNvPr id="3" name="Заметки 2"/>
          <p:cNvSpPr>
            <a:spLocks noGrp="1"/>
          </p:cNvSpPr>
          <p:nvPr>
            <p:ph type="body" idx="1"/>
          </p:nvPr>
        </p:nvSpPr>
        <p:spPr bwMode="auto">
          <a:xfrm>
            <a:off x="450850" y="4312480"/>
            <a:ext cx="8864600" cy="745295"/>
          </a:xfrm>
        </p:spPr>
        <p:txBody>
          <a:bodyPr/>
          <a:lstStyle/>
          <a:p>
            <a:pPr algn="just" defTabSz="802843">
              <a:lnSpc>
                <a:spcPct val="80000"/>
              </a:lnSpc>
              <a:spcBef>
                <a:spcPts val="263"/>
              </a:spcBef>
              <a:defRPr/>
            </a:pPr>
            <a:r>
              <a:rPr lang="ru-RU" sz="900" dirty="0">
                <a:latin typeface="Arial"/>
                <a:cs typeface="Arial"/>
              </a:rPr>
              <a:t>Как вы думаете, о чем сейчас пойдет речь?</a:t>
            </a:r>
          </a:p>
        </p:txBody>
      </p:sp>
    </p:spTree>
    <p:extLst>
      <p:ext uri="{BB962C8B-B14F-4D97-AF65-F5344CB8AC3E}">
        <p14:creationId xmlns:p14="http://schemas.microsoft.com/office/powerpoint/2010/main" val="34466997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41325" y="185738"/>
            <a:ext cx="6557963" cy="3689350"/>
          </a:xfrm>
        </p:spPr>
      </p:sp>
      <p:sp>
        <p:nvSpPr>
          <p:cNvPr id="3" name="Заметки 2"/>
          <p:cNvSpPr>
            <a:spLocks noGrp="1"/>
          </p:cNvSpPr>
          <p:nvPr>
            <p:ph type="body" idx="1"/>
          </p:nvPr>
        </p:nvSpPr>
        <p:spPr bwMode="auto">
          <a:xfrm>
            <a:off x="441325" y="3909256"/>
            <a:ext cx="9302750" cy="2763007"/>
          </a:xfrm>
        </p:spPr>
        <p:txBody>
          <a:bodyPr/>
          <a:lstStyle/>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Любой бизнес – это вид деятельности, который тесно сопряжен с рисками.</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Проблемы могут возникнуть как у индивидуального предпринимателя, где прибыль измеряется несколькими млн. рублей, так и у крупных компаний, обороты которых превышают сотни млрд. рублей.</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Деньги на счетах в банке подвергаются риску в случае банкротства финансового учреждения, партнер по бизнесу может оказаться мошенником, и организация понесет убытки, зачисленный в штат работник может иметь низкую компетентность и т.д.</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А помимо этого в нашей жизни могут происходить стихийные бедствия, экономические и финансовые кризисы, заражение компьютерных сетей вирусами и пр.</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Все это в любой момент может причинить организации серьезный ущерб или вовсе угрожать ее деятельности. Поэтому, очень важно осуществлять грамотное управление рисками наряду с уже привычными процессами, связанными с производством продукции, закупкой, сбытом и т.д.</a:t>
            </a:r>
          </a:p>
          <a:p>
            <a:pPr algn="just" defTabSz="802843">
              <a:lnSpc>
                <a:spcPct val="80000"/>
              </a:lnSpc>
              <a:spcBef>
                <a:spcPts val="263"/>
              </a:spcBef>
              <a:defRPr/>
            </a:pPr>
            <a:endParaRPr lang="ru-RU" sz="800" dirty="0">
              <a:latin typeface="Arial" panose="020B0604020202020204" pitchFamily="34" charset="0"/>
              <a:cs typeface="Arial" panose="020B0604020202020204" pitchFamily="34" charset="0"/>
            </a:endParaRPr>
          </a:p>
          <a:p>
            <a:pPr algn="just">
              <a:defRPr/>
            </a:pPr>
            <a:r>
              <a:rPr lang="ru-RU" sz="800" dirty="0">
                <a:latin typeface="Arial" panose="020B0604020202020204" pitchFamily="34" charset="0"/>
                <a:cs typeface="Arial" panose="020B0604020202020204" pitchFamily="34" charset="0"/>
              </a:rPr>
              <a:t>Руководство любой компании понимает риск, методику оценки и способы его измерения по-своему.</a:t>
            </a:r>
          </a:p>
          <a:p>
            <a:pPr algn="just">
              <a:defRPr/>
            </a:pPr>
            <a:r>
              <a:rPr lang="ru-RU" sz="800" dirty="0">
                <a:latin typeface="Arial" panose="020B0604020202020204" pitchFamily="34" charset="0"/>
                <a:cs typeface="Arial" panose="020B0604020202020204" pitchFamily="34" charset="0"/>
              </a:rPr>
              <a:t>Например, Сергей Иванович Ожегов в своем толковом словаре описывает риск как «возможную опасность» и «действие в надежде на счастливый исход».</a:t>
            </a:r>
          </a:p>
          <a:p>
            <a:pPr algn="just">
              <a:defRPr/>
            </a:pPr>
            <a:r>
              <a:rPr lang="ru-RU" sz="800" dirty="0">
                <a:latin typeface="Arial" panose="020B0604020202020204" pitchFamily="34" charset="0"/>
                <a:cs typeface="Arial" panose="020B0604020202020204" pitchFamily="34" charset="0"/>
              </a:rPr>
              <a:t>В нашей корпоративной Политике в области управления рисками дано определение риска как вероятного события в будущем, которое может оказать отрицательное и/или положительное воздействие на достижение поставленных целей Компании.</a:t>
            </a:r>
          </a:p>
          <a:p>
            <a:pPr algn="just">
              <a:defRPr/>
            </a:pPr>
            <a:r>
              <a:rPr lang="ru-RU" sz="800" dirty="0">
                <a:latin typeface="Arial" panose="020B0604020202020204" pitchFamily="34" charset="0"/>
                <a:cs typeface="Arial" panose="020B0604020202020204" pitchFamily="34" charset="0"/>
              </a:rPr>
              <a:t>Положительное отклонение, вытекающее из риска, может создать возможность, но не все положительные отклонения приводят к возможностям.</a:t>
            </a:r>
          </a:p>
          <a:p>
            <a:pPr algn="just">
              <a:defRPr/>
            </a:pPr>
            <a:r>
              <a:rPr lang="ru-RU" sz="800" dirty="0">
                <a:latin typeface="Arial" panose="020B0604020202020204" pitchFamily="34" charset="0"/>
                <a:cs typeface="Arial" panose="020B0604020202020204" pitchFamily="34" charset="0"/>
              </a:rPr>
              <a:t>Например, такой фактор, как «снижение курса национальной валюты», приводит к риску увеличения стоимости закупаемых за рубежом сырьевых  материалов и комплектующих изделий, но, в то же время, появляется возможность увеличить прибыль организации от поставок собственной продукции на экспорт.</a:t>
            </a:r>
          </a:p>
          <a:p>
            <a:pPr algn="just">
              <a:defRPr/>
            </a:pPr>
            <a:endParaRPr lang="ru-RU" sz="800" dirty="0">
              <a:latin typeface="Arial" panose="020B0604020202020204" pitchFamily="34" charset="0"/>
              <a:cs typeface="Arial" panose="020B0604020202020204" pitchFamily="34" charset="0"/>
            </a:endParaRPr>
          </a:p>
          <a:p>
            <a:pPr algn="just">
              <a:defRPr/>
            </a:pPr>
            <a:r>
              <a:rPr lang="ru-RU" sz="800" dirty="0">
                <a:latin typeface="Arial" panose="020B0604020202020204" pitchFamily="34" charset="0"/>
                <a:cs typeface="Arial" panose="020B0604020202020204" pitchFamily="34" charset="0"/>
              </a:rPr>
              <a:t>В Группе компаний ГПН выделяются следующие основные категории рисков :</a:t>
            </a:r>
          </a:p>
          <a:p>
            <a:pPr algn="just">
              <a:defRPr/>
            </a:pPr>
            <a:r>
              <a:rPr lang="ru-RU" sz="800" dirty="0">
                <a:latin typeface="Arial" panose="020B0604020202020204" pitchFamily="34" charset="0"/>
                <a:cs typeface="Arial" panose="020B0604020202020204" pitchFamily="34" charset="0"/>
              </a:rPr>
              <a:t>Операционные - риски убытков в результате неадекватных или ошибочных внутренних процессов, действий работников и систем или внешних событий </a:t>
            </a:r>
          </a:p>
          <a:p>
            <a:pPr algn="just">
              <a:defRPr/>
            </a:pPr>
            <a:r>
              <a:rPr lang="ru-RU" sz="800" dirty="0">
                <a:latin typeface="Arial" panose="020B0604020202020204" pitchFamily="34" charset="0"/>
                <a:cs typeface="Arial" panose="020B0604020202020204" pitchFamily="34" charset="0"/>
              </a:rPr>
              <a:t>Рыночные – риски, связанные с изменениями на различных товарных рынках (ценовые и объёмные риски)</a:t>
            </a:r>
          </a:p>
          <a:p>
            <a:pPr algn="just">
              <a:defRPr/>
            </a:pPr>
            <a:r>
              <a:rPr lang="ru-RU" sz="800" dirty="0">
                <a:latin typeface="Arial" panose="020B0604020202020204" pitchFamily="34" charset="0"/>
                <a:cs typeface="Arial" panose="020B0604020202020204" pitchFamily="34" charset="0"/>
              </a:rPr>
              <a:t>Финансовые – риски ликвидности, валютные риски, кредитные риски, процентные риски, риски искажения отчётности</a:t>
            </a:r>
          </a:p>
          <a:p>
            <a:pPr algn="just">
              <a:defRPr/>
            </a:pPr>
            <a:r>
              <a:rPr lang="ru-RU" sz="800" dirty="0">
                <a:latin typeface="Arial" panose="020B0604020202020204" pitchFamily="34" charset="0"/>
                <a:cs typeface="Arial" panose="020B0604020202020204" pitchFamily="34" charset="0"/>
              </a:rPr>
              <a:t>Государственное регулирование и политика – риски, связанные с изменением законодательства, политическими решениями и т.п.</a:t>
            </a:r>
          </a:p>
        </p:txBody>
      </p:sp>
    </p:spTree>
    <p:extLst>
      <p:ext uri="{BB962C8B-B14F-4D97-AF65-F5344CB8AC3E}">
        <p14:creationId xmlns:p14="http://schemas.microsoft.com/office/powerpoint/2010/main" val="12465852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55600" y="147638"/>
            <a:ext cx="6557963" cy="3689350"/>
          </a:xfrm>
        </p:spPr>
      </p:sp>
      <p:sp>
        <p:nvSpPr>
          <p:cNvPr id="3" name="Заметки 2"/>
          <p:cNvSpPr>
            <a:spLocks noGrp="1"/>
          </p:cNvSpPr>
          <p:nvPr>
            <p:ph type="body" idx="1"/>
          </p:nvPr>
        </p:nvSpPr>
        <p:spPr bwMode="auto">
          <a:xfrm>
            <a:off x="355600" y="3836988"/>
            <a:ext cx="9398000" cy="2725737"/>
          </a:xfrm>
        </p:spPr>
        <p:txBody>
          <a:bodyPr/>
          <a:lstStyle/>
          <a:p>
            <a:pPr>
              <a:defRPr/>
            </a:pPr>
            <a:r>
              <a:rPr lang="ru-RU" sz="800" dirty="0">
                <a:latin typeface="Arial" panose="020B0604020202020204" pitchFamily="34" charset="0"/>
                <a:cs typeface="Arial" panose="020B0604020202020204" pitchFamily="34" charset="0"/>
              </a:rPr>
              <a:t>При описании причин реализации рисков требуется учитывать типовые области их возникновения:</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человеческий фактор (ошибочные действия / бездействие персонала и пр.)</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качество исходных данных (неполнота, недостаточность и пр.)</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организация процесса (неэффективное распределение полномочий и пр.)</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состояние оборудования и МТР (износ, коррозия, недостатки транспортировки и хранения и пр.)</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функционирование информационных систем (сбой, ограничения в работе и пр.)</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внешние факторы (требования государственных органов и пр.)</a:t>
            </a:r>
          </a:p>
          <a:p>
            <a:pPr>
              <a:defRPr/>
            </a:pPr>
            <a:r>
              <a:rPr lang="ru-RU" sz="800" dirty="0">
                <a:latin typeface="Arial" panose="020B0604020202020204" pitchFamily="34" charset="0"/>
                <a:cs typeface="Arial" panose="020B0604020202020204" pitchFamily="34" charset="0"/>
              </a:rPr>
              <a:t>При описании последствий реализации рисков необходимо учитывать прямые и косвенные потери.</a:t>
            </a:r>
          </a:p>
          <a:p>
            <a:pPr>
              <a:defRPr/>
            </a:pPr>
            <a:r>
              <a:rPr lang="ru-RU" sz="800" dirty="0">
                <a:latin typeface="Arial" panose="020B0604020202020204" pitchFamily="34" charset="0"/>
                <a:cs typeface="Arial" panose="020B0604020202020204" pitchFamily="34" charset="0"/>
              </a:rPr>
              <a:t>Прямые потери отражают непосредственное влияние рисков на финансовый результат деятельности Группы компаний ГПН и выражаются в денежном эквиваленте, например:</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снижение стоимости активов;</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досрочное списание (выбытие) материальных активов;</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денежные выплаты на основании постановлений (решений) судов, предписаний (решений) федеральных органов исполнительной власти, уполномоченных в соответствии с законодательством Российской Федерации;</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денежные выплаты контрагентам и работникам в целях компенсации им во внесудебном порядке понесенных убытков;</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затраты на восстановление хозяйственной деятельности и устранение последствий ошибок, аварий, инцидентов, опасных природных явлений, катастроф, стихийных бедствий;</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иные затраты, связанные с устранением причин возникновения и последствий реализации рисков.</a:t>
            </a:r>
          </a:p>
          <a:p>
            <a:pPr>
              <a:defRPr/>
            </a:pPr>
            <a:r>
              <a:rPr lang="ru-RU" sz="800" dirty="0">
                <a:latin typeface="Arial" panose="020B0604020202020204" pitchFamily="34" charset="0"/>
                <a:cs typeface="Arial" panose="020B0604020202020204" pitchFamily="34" charset="0"/>
              </a:rPr>
              <a:t>Косвенными потери могут не выражаться непосредственно в денежном эквиваленте, но косвенно влияют на финансовый результат деятельности Группы компаний ГПН, например:</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потеря деловой репутации;</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недополученные запланированные доходы;</a:t>
            </a:r>
          </a:p>
          <a:p>
            <a:pPr marL="150533" indent="-150533">
              <a:buFont typeface="Arial" panose="020B0604020202020204" pitchFamily="34" charset="0"/>
              <a:buChar char="•"/>
              <a:defRPr/>
            </a:pPr>
            <a:r>
              <a:rPr lang="ru-RU" sz="800" dirty="0">
                <a:latin typeface="Arial" panose="020B0604020202020204" pitchFamily="34" charset="0"/>
                <a:cs typeface="Arial" panose="020B0604020202020204" pitchFamily="34" charset="0"/>
              </a:rPr>
              <a:t>приостановка деятельности в результате неблагоприятного события (сбой в работе технических устройств).</a:t>
            </a:r>
          </a:p>
          <a:p>
            <a:pPr>
              <a:defRPr/>
            </a:pPr>
            <a:endParaRPr sz="800" dirty="0"/>
          </a:p>
        </p:txBody>
      </p:sp>
    </p:spTree>
    <p:extLst>
      <p:ext uri="{BB962C8B-B14F-4D97-AF65-F5344CB8AC3E}">
        <p14:creationId xmlns:p14="http://schemas.microsoft.com/office/powerpoint/2010/main" val="10771981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93700" y="157163"/>
            <a:ext cx="6557963" cy="3689350"/>
          </a:xfrm>
        </p:spPr>
      </p:sp>
      <p:sp>
        <p:nvSpPr>
          <p:cNvPr id="3" name="Заметки 2"/>
          <p:cNvSpPr>
            <a:spLocks noGrp="1"/>
          </p:cNvSpPr>
          <p:nvPr>
            <p:ph type="body" idx="1"/>
          </p:nvPr>
        </p:nvSpPr>
        <p:spPr bwMode="auto">
          <a:xfrm>
            <a:off x="393700" y="3846514"/>
            <a:ext cx="9378950" cy="2951162"/>
          </a:xfrm>
        </p:spPr>
        <p:txBody>
          <a:bodyPr/>
          <a:lstStyle/>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Выбранный способ (стратегия) реагирования должны обеспечить эффективное управление рисками, в частности, удержание риска в пределах допустимого уровня. </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В Группе компаний ГПН определены следующие стратегии управления рисками:</a:t>
            </a:r>
          </a:p>
          <a:p>
            <a:pPr algn="just" defTabSz="802843">
              <a:lnSpc>
                <a:spcPct val="80000"/>
              </a:lnSpc>
              <a:spcBef>
                <a:spcPts val="263"/>
              </a:spcBef>
              <a:defRPr/>
            </a:pPr>
            <a:r>
              <a:rPr lang="ru-RU" sz="800" b="1" dirty="0">
                <a:latin typeface="Arial" panose="020B0604020202020204" pitchFamily="34" charset="0"/>
                <a:cs typeface="Arial" panose="020B0604020202020204" pitchFamily="34" charset="0"/>
              </a:rPr>
              <a:t>1. Снижение</a:t>
            </a:r>
            <a:r>
              <a:rPr lang="ru-RU" sz="800" dirty="0">
                <a:latin typeface="Arial" panose="020B0604020202020204" pitchFamily="34" charset="0"/>
                <a:cs typeface="Arial" panose="020B0604020202020204" pitchFamily="34" charset="0"/>
              </a:rPr>
              <a:t> (сокращение) риска: заключается в осуществлении действий, направленных на снижение вероятности и (или) последствий наступления риска. </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1.1. Мероприятия по снижению </a:t>
            </a:r>
            <a:r>
              <a:rPr lang="ru-RU" sz="800" b="1" dirty="0">
                <a:latin typeface="Arial" panose="020B0604020202020204" pitchFamily="34" charset="0"/>
                <a:cs typeface="Arial" panose="020B0604020202020204" pitchFamily="34" charset="0"/>
              </a:rPr>
              <a:t>вероятности</a:t>
            </a:r>
            <a:r>
              <a:rPr lang="ru-RU" sz="800" dirty="0">
                <a:latin typeface="Arial" panose="020B0604020202020204" pitchFamily="34" charset="0"/>
                <a:cs typeface="Arial" panose="020B0604020202020204" pitchFamily="34" charset="0"/>
              </a:rPr>
              <a:t> наступления рисков должны носить превентивный характер путём воздействия на его риск-факторы. </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Пример: </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Проведение мероприятий по проверке надёжности контрагента до заключения договора или осуществление контроля за процессом предоставления прав доступа пользователям к информационным системам. </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1.2. Мероприятия по снижению </a:t>
            </a:r>
            <a:r>
              <a:rPr lang="ru-RU" sz="800" b="1" dirty="0">
                <a:latin typeface="Arial" panose="020B0604020202020204" pitchFamily="34" charset="0"/>
                <a:cs typeface="Arial" panose="020B0604020202020204" pitchFamily="34" charset="0"/>
              </a:rPr>
              <a:t>последствий</a:t>
            </a:r>
            <a:r>
              <a:rPr lang="ru-RU" sz="800" dirty="0">
                <a:latin typeface="Arial" panose="020B0604020202020204" pitchFamily="34" charset="0"/>
                <a:cs typeface="Arial" panose="020B0604020202020204" pitchFamily="34" charset="0"/>
              </a:rPr>
              <a:t> наступления рисков должны носить реагирующий характер, а также уменьшать не только финансовые потери, но и неблагоприятное влияние на здоровье людей, экологию, репутацию Группы компаний ГПН. </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Пример: </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Подготовка и утверждение планов действий при пожаре, локализации и ликвидации последствий аварий, подготовка антикризисного плана на случай резких неблагоприятных рыночных изменений, формирование финансовых резервов и т.п.</a:t>
            </a:r>
          </a:p>
          <a:p>
            <a:pPr algn="just" defTabSz="802843">
              <a:lnSpc>
                <a:spcPct val="80000"/>
              </a:lnSpc>
              <a:spcBef>
                <a:spcPts val="263"/>
              </a:spcBef>
              <a:defRPr/>
            </a:pPr>
            <a:r>
              <a:rPr lang="ru-RU" sz="800" b="1" dirty="0">
                <a:latin typeface="Arial" panose="020B0604020202020204" pitchFamily="34" charset="0"/>
                <a:cs typeface="Arial" panose="020B0604020202020204" pitchFamily="34" charset="0"/>
              </a:rPr>
              <a:t>2. Перераспределение</a:t>
            </a:r>
            <a:r>
              <a:rPr lang="ru-RU" sz="800" dirty="0">
                <a:latin typeface="Arial" panose="020B0604020202020204" pitchFamily="34" charset="0"/>
                <a:cs typeface="Arial" panose="020B0604020202020204" pitchFamily="34" charset="0"/>
              </a:rPr>
              <a:t> (передача) риска: заключается в передаче полностью или частично последствий наступления рискового события третьему участнику.  </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Пример: </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Использование инструментов страхования, хеджирования, аутсорсинга, заключение партнерских соглашений и т.п. Примером перераспределения (передачи) риска может быть создание совместных предприятий.</a:t>
            </a:r>
          </a:p>
          <a:p>
            <a:pPr algn="just" defTabSz="802843">
              <a:lnSpc>
                <a:spcPct val="80000"/>
              </a:lnSpc>
              <a:spcBef>
                <a:spcPts val="263"/>
              </a:spcBef>
              <a:defRPr/>
            </a:pPr>
            <a:r>
              <a:rPr lang="ru-RU" sz="800" b="1" dirty="0">
                <a:latin typeface="Arial" panose="020B0604020202020204" pitchFamily="34" charset="0"/>
                <a:cs typeface="Arial" panose="020B0604020202020204" pitchFamily="34" charset="0"/>
              </a:rPr>
              <a:t>3. Принятие </a:t>
            </a:r>
            <a:r>
              <a:rPr lang="ru-RU" sz="800" dirty="0">
                <a:latin typeface="Arial" panose="020B0604020202020204" pitchFamily="34" charset="0"/>
                <a:cs typeface="Arial" panose="020B0604020202020204" pitchFamily="34" charset="0"/>
              </a:rPr>
              <a:t>риска: заключается в принятии обоснованного решения не предпринимать никаких действий по управлению риском, принимая любые его последствия. Метод применяется к несущественным для бизнеса рискам в случае, если затраты на мероприятия превышают возможный эффект от их проведения, или в случае определения у рисков низкого уровня управляемости. </a:t>
            </a:r>
          </a:p>
          <a:p>
            <a:pPr algn="just" defTabSz="802843">
              <a:lnSpc>
                <a:spcPct val="80000"/>
              </a:lnSpc>
              <a:spcBef>
                <a:spcPts val="263"/>
              </a:spcBef>
              <a:defRPr/>
            </a:pPr>
            <a:r>
              <a:rPr lang="ru-RU" sz="800" b="1" dirty="0">
                <a:latin typeface="Arial" panose="020B0604020202020204" pitchFamily="34" charset="0"/>
                <a:cs typeface="Arial" panose="020B0604020202020204" pitchFamily="34" charset="0"/>
              </a:rPr>
              <a:t>4. Уклонение </a:t>
            </a:r>
            <a:r>
              <a:rPr lang="ru-RU" sz="800" dirty="0">
                <a:latin typeface="Arial" panose="020B0604020202020204" pitchFamily="34" charset="0"/>
                <a:cs typeface="Arial" panose="020B0604020202020204" pitchFamily="34" charset="0"/>
              </a:rPr>
              <a:t>(избежание) от риска является крайним случаем снижения рисков. Избежание риска предполагает снижение его вероятности до 0% путём изменения бизнеса и/или планов по его развитию. </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Пример: </a:t>
            </a:r>
          </a:p>
          <a:p>
            <a:pPr algn="just" defTabSz="802843">
              <a:lnSpc>
                <a:spcPct val="80000"/>
              </a:lnSpc>
              <a:spcBef>
                <a:spcPts val="263"/>
              </a:spcBef>
              <a:defRPr/>
            </a:pPr>
            <a:r>
              <a:rPr lang="ru-RU" sz="800" dirty="0">
                <a:latin typeface="Arial" panose="020B0604020202020204" pitchFamily="34" charset="0"/>
                <a:cs typeface="Arial" panose="020B0604020202020204" pitchFamily="34" charset="0"/>
              </a:rPr>
              <a:t>Отказ от операций в конкретной стране, отказ от новых контрактов, условия которых несут в себе неприемлемые риски, осуществление продажи рисковых активов и т.п.</a:t>
            </a:r>
          </a:p>
        </p:txBody>
      </p:sp>
    </p:spTree>
    <p:extLst>
      <p:ext uri="{BB962C8B-B14F-4D97-AF65-F5344CB8AC3E}">
        <p14:creationId xmlns:p14="http://schemas.microsoft.com/office/powerpoint/2010/main" val="35685354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17500" y="119063"/>
            <a:ext cx="6557963" cy="3689350"/>
          </a:xfrm>
        </p:spPr>
      </p:sp>
      <p:sp>
        <p:nvSpPr>
          <p:cNvPr id="3" name="Заметки 2"/>
          <p:cNvSpPr>
            <a:spLocks noGrp="1"/>
          </p:cNvSpPr>
          <p:nvPr>
            <p:ph type="body" idx="1"/>
          </p:nvPr>
        </p:nvSpPr>
        <p:spPr bwMode="auto">
          <a:xfrm>
            <a:off x="317500" y="3950531"/>
            <a:ext cx="4428402" cy="2221670"/>
          </a:xfrm>
        </p:spPr>
        <p:txBody>
          <a:bodyPr/>
          <a:lstStyle/>
          <a:p>
            <a:pPr>
              <a:spcAft>
                <a:spcPts val="1054"/>
              </a:spcAft>
              <a:defRPr/>
            </a:pPr>
            <a:r>
              <a:rPr lang="ru-RU" sz="900" dirty="0">
                <a:latin typeface="Arial" panose="020B0604020202020204" pitchFamily="34" charset="0"/>
                <a:ea typeface="GPN_DIN Bold"/>
                <a:cs typeface="Arial" panose="020B0604020202020204" pitchFamily="34" charset="0"/>
              </a:rPr>
              <a:t>Что я могу сделать?</a:t>
            </a:r>
            <a:endParaRPr lang="ru-RU" sz="900" dirty="0">
              <a:latin typeface="Arial" panose="020B0604020202020204" pitchFamily="34" charset="0"/>
              <a:cs typeface="Arial" panose="020B0604020202020204" pitchFamily="34" charset="0"/>
            </a:endParaRPr>
          </a:p>
          <a:p>
            <a:pPr>
              <a:spcAft>
                <a:spcPts val="1054"/>
              </a:spcAft>
              <a:defRPr/>
            </a:pPr>
            <a:r>
              <a:rPr lang="ru-RU" sz="900" dirty="0">
                <a:latin typeface="Arial" panose="020B0604020202020204" pitchFamily="34" charset="0"/>
                <a:ea typeface="GPN_DIN Bold"/>
                <a:cs typeface="Arial" panose="020B0604020202020204" pitchFamily="34" charset="0"/>
              </a:rPr>
              <a:t>- не ехать вообще</a:t>
            </a:r>
            <a:endParaRPr lang="ru-RU" sz="900" dirty="0">
              <a:latin typeface="Arial" panose="020B0604020202020204" pitchFamily="34" charset="0"/>
              <a:cs typeface="Arial" panose="020B0604020202020204" pitchFamily="34" charset="0"/>
            </a:endParaRPr>
          </a:p>
          <a:p>
            <a:pPr>
              <a:spcAft>
                <a:spcPts val="1054"/>
              </a:spcAft>
              <a:defRPr/>
            </a:pPr>
            <a:r>
              <a:rPr lang="ru-RU" sz="900" dirty="0">
                <a:latin typeface="Arial" panose="020B0604020202020204" pitchFamily="34" charset="0"/>
                <a:ea typeface="GPN_DIN Bold"/>
                <a:cs typeface="Arial" panose="020B0604020202020204" pitchFamily="34" charset="0"/>
              </a:rPr>
              <a:t>- воспользоваться такси</a:t>
            </a:r>
            <a:endParaRPr lang="ru-RU" sz="900" dirty="0">
              <a:latin typeface="Arial" panose="020B0604020202020204" pitchFamily="34" charset="0"/>
              <a:cs typeface="Arial" panose="020B0604020202020204" pitchFamily="34" charset="0"/>
            </a:endParaRPr>
          </a:p>
          <a:p>
            <a:pPr>
              <a:spcAft>
                <a:spcPts val="1054"/>
              </a:spcAft>
              <a:defRPr/>
            </a:pPr>
            <a:r>
              <a:rPr lang="ru-RU" sz="900" dirty="0">
                <a:latin typeface="Arial" panose="020B0604020202020204" pitchFamily="34" charset="0"/>
                <a:ea typeface="GPN_DIN Bold"/>
                <a:cs typeface="Arial" panose="020B0604020202020204" pitchFamily="34" charset="0"/>
              </a:rPr>
              <a:t>- попросить отвезти близких на моем автомобиле</a:t>
            </a:r>
            <a:endParaRPr lang="ru-RU" sz="900" dirty="0">
              <a:latin typeface="Arial" panose="020B0604020202020204" pitchFamily="34" charset="0"/>
              <a:cs typeface="Arial" panose="020B0604020202020204" pitchFamily="34" charset="0"/>
            </a:endParaRPr>
          </a:p>
          <a:p>
            <a:pPr>
              <a:spcAft>
                <a:spcPts val="1054"/>
              </a:spcAft>
              <a:defRPr/>
            </a:pPr>
            <a:r>
              <a:rPr lang="ru-RU" sz="900" dirty="0">
                <a:latin typeface="Arial" panose="020B0604020202020204" pitchFamily="34" charset="0"/>
                <a:ea typeface="GPN_DIN Bold"/>
                <a:cs typeface="Arial" panose="020B0604020202020204" pitchFamily="34" charset="0"/>
              </a:rPr>
              <a:t>- оформить КАСКО</a:t>
            </a:r>
            <a:endParaRPr lang="ru-RU" sz="900" dirty="0">
              <a:latin typeface="Arial" panose="020B0604020202020204" pitchFamily="34" charset="0"/>
              <a:cs typeface="Arial" panose="020B0604020202020204" pitchFamily="34" charset="0"/>
            </a:endParaRPr>
          </a:p>
          <a:p>
            <a:pPr>
              <a:spcAft>
                <a:spcPts val="1054"/>
              </a:spcAft>
              <a:defRPr/>
            </a:pPr>
            <a:r>
              <a:rPr lang="ru-RU" sz="900" dirty="0">
                <a:latin typeface="Arial" panose="020B0604020202020204" pitchFamily="34" charset="0"/>
                <a:ea typeface="GPN_DIN Bold"/>
                <a:cs typeface="Arial" panose="020B0604020202020204" pitchFamily="34" charset="0"/>
              </a:rPr>
              <a:t>- смириться и насладиться процессом, получить опыт</a:t>
            </a:r>
            <a:endParaRPr lang="ru-RU" sz="900" dirty="0">
              <a:latin typeface="Arial" panose="020B0604020202020204" pitchFamily="34" charset="0"/>
              <a:cs typeface="Arial" panose="020B0604020202020204" pitchFamily="34" charset="0"/>
            </a:endParaRPr>
          </a:p>
          <a:p>
            <a:pPr>
              <a:defRPr/>
            </a:pPr>
            <a:endParaRPr dirty="0"/>
          </a:p>
        </p:txBody>
      </p:sp>
    </p:spTree>
    <p:extLst>
      <p:ext uri="{BB962C8B-B14F-4D97-AF65-F5344CB8AC3E}">
        <p14:creationId xmlns:p14="http://schemas.microsoft.com/office/powerpoint/2010/main" val="23523637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269875" y="157163"/>
            <a:ext cx="6557963" cy="3689350"/>
          </a:xfrm>
        </p:spPr>
      </p:sp>
      <p:sp>
        <p:nvSpPr>
          <p:cNvPr id="3" name="Заметки 2"/>
          <p:cNvSpPr>
            <a:spLocks noGrp="1"/>
          </p:cNvSpPr>
          <p:nvPr>
            <p:ph type="body" idx="1"/>
          </p:nvPr>
        </p:nvSpPr>
        <p:spPr bwMode="auto">
          <a:xfrm>
            <a:off x="269874" y="3921955"/>
            <a:ext cx="9445625" cy="2097845"/>
          </a:xfrm>
        </p:spPr>
        <p:txBody>
          <a:bodyPr/>
          <a:lstStyle/>
          <a:p>
            <a:pPr algn="just" defTabSz="802843">
              <a:lnSpc>
                <a:spcPct val="80000"/>
              </a:lnSpc>
              <a:spcBef>
                <a:spcPts val="263"/>
              </a:spcBef>
              <a:defRPr/>
            </a:pPr>
            <a:r>
              <a:rPr lang="ru-RU" sz="900" dirty="0">
                <a:latin typeface="Arial" panose="020B0604020202020204" pitchFamily="34" charset="0"/>
                <a:cs typeface="Arial" panose="020B0604020202020204" pitchFamily="34" charset="0"/>
              </a:rPr>
              <a:t>В ИСО 45001 говорится о рисках и возможностях. При этом, «риск» является характеристикой «опасности», т.е. потенциального негативного события, а «возможность» - характеристикой потенциального позитивного события.</a:t>
            </a:r>
          </a:p>
          <a:p>
            <a:pPr algn="just" defTabSz="802843">
              <a:lnSpc>
                <a:spcPct val="80000"/>
              </a:lnSpc>
              <a:spcBef>
                <a:spcPts val="263"/>
              </a:spcBef>
              <a:defRPr/>
            </a:pPr>
            <a:r>
              <a:rPr lang="ru-RU" sz="900" dirty="0">
                <a:latin typeface="Arial" panose="020B0604020202020204" pitchFamily="34" charset="0"/>
                <a:cs typeface="Arial" panose="020B0604020202020204" pitchFamily="34" charset="0"/>
              </a:rPr>
              <a:t>В ИСО 45001 рассматриваются 2 категории рисков и возможностей:</a:t>
            </a:r>
          </a:p>
          <a:p>
            <a:pPr marL="150533" indent="-150533" algn="just" defTabSz="802843">
              <a:lnSpc>
                <a:spcPct val="80000"/>
              </a:lnSpc>
              <a:spcBef>
                <a:spcPts val="263"/>
              </a:spcBef>
              <a:buFont typeface="Arial" panose="020B0604020202020204" pitchFamily="34" charset="0"/>
              <a:buChar char="•"/>
              <a:defRPr/>
            </a:pPr>
            <a:r>
              <a:rPr lang="ru-RU" sz="900" dirty="0">
                <a:latin typeface="Arial" panose="020B0604020202020204" pitchFamily="34" charset="0"/>
                <a:cs typeface="Arial" panose="020B0604020202020204" pitchFamily="34" charset="0"/>
              </a:rPr>
              <a:t>риски и возможности в области ПБОЗ.</a:t>
            </a:r>
          </a:p>
          <a:p>
            <a:pPr algn="just" defTabSz="802843">
              <a:lnSpc>
                <a:spcPct val="80000"/>
              </a:lnSpc>
              <a:spcBef>
                <a:spcPts val="263"/>
              </a:spcBef>
              <a:defRPr/>
            </a:pPr>
            <a:r>
              <a:rPr lang="ru-RU" sz="900" dirty="0">
                <a:latin typeface="Arial" panose="020B0604020202020204" pitchFamily="34" charset="0"/>
                <a:cs typeface="Arial" panose="020B0604020202020204" pitchFamily="34" charset="0"/>
              </a:rPr>
              <a:t>К данной категории относятся риски и возможности, связанные с непосредственными опасностями для работников. Например, риск получения работником травмы от движущихся частей производственного оборудования или возможность улучшения условий труда на конкретном производственном участке за счет установки дополнительной системы вентиляции.</a:t>
            </a:r>
          </a:p>
          <a:p>
            <a:pPr algn="just" defTabSz="802843">
              <a:lnSpc>
                <a:spcPct val="80000"/>
              </a:lnSpc>
              <a:spcBef>
                <a:spcPts val="263"/>
              </a:spcBef>
              <a:defRPr/>
            </a:pPr>
            <a:r>
              <a:rPr lang="ru-RU" sz="900" dirty="0">
                <a:latin typeface="Arial" panose="020B0604020202020204" pitchFamily="34" charset="0"/>
                <a:cs typeface="Arial" panose="020B0604020202020204" pitchFamily="34" charset="0"/>
              </a:rPr>
              <a:t>Данные риски и возможности обычно выявляются и управляются на уровне производственных и вспомогательных процессов (подразделений).</a:t>
            </a:r>
          </a:p>
          <a:p>
            <a:pPr marL="150533" indent="-150533" algn="just" defTabSz="802843">
              <a:lnSpc>
                <a:spcPct val="80000"/>
              </a:lnSpc>
              <a:spcBef>
                <a:spcPts val="263"/>
              </a:spcBef>
              <a:buFont typeface="Arial" panose="020B0604020202020204" pitchFamily="34" charset="0"/>
              <a:buChar char="•"/>
              <a:defRPr/>
            </a:pPr>
            <a:r>
              <a:rPr lang="ru-RU" sz="900" dirty="0">
                <a:latin typeface="Arial" panose="020B0604020202020204" pitchFamily="34" charset="0"/>
                <a:cs typeface="Arial" panose="020B0604020202020204" pitchFamily="34" charset="0"/>
              </a:rPr>
              <a:t>другие риски и возможности</a:t>
            </a:r>
          </a:p>
          <a:p>
            <a:pPr algn="just" defTabSz="802843">
              <a:lnSpc>
                <a:spcPct val="80000"/>
              </a:lnSpc>
              <a:spcBef>
                <a:spcPts val="263"/>
              </a:spcBef>
              <a:defRPr/>
            </a:pPr>
            <a:r>
              <a:rPr lang="ru-RU" sz="900" dirty="0">
                <a:latin typeface="Arial" panose="020B0604020202020204" pitchFamily="34" charset="0"/>
                <a:cs typeface="Arial" panose="020B0604020202020204" pitchFamily="34" charset="0"/>
              </a:rPr>
              <a:t>К данной категории относятся общесистемные риски и возможности. Например, риск получения предписаний от государственных контролирующих органов в связи с невыполнением законодательных требований в области ПБОЗ, или возможность повысить репутацию компании за счет улучшения общих показателей производственного травматизма.</a:t>
            </a:r>
          </a:p>
          <a:p>
            <a:pPr algn="just" defTabSz="802843">
              <a:lnSpc>
                <a:spcPct val="80000"/>
              </a:lnSpc>
              <a:spcBef>
                <a:spcPts val="263"/>
              </a:spcBef>
              <a:defRPr/>
            </a:pPr>
            <a:r>
              <a:rPr lang="ru-RU" sz="900" dirty="0">
                <a:latin typeface="Arial" panose="020B0604020202020204" pitchFamily="34" charset="0"/>
                <a:cs typeface="Arial" panose="020B0604020202020204" pitchFamily="34" charset="0"/>
              </a:rPr>
              <a:t>Данные риски и возможности обычно выявляются и управляются на уровне высшего руководства организации.</a:t>
            </a:r>
          </a:p>
        </p:txBody>
      </p:sp>
    </p:spTree>
    <p:extLst>
      <p:ext uri="{BB962C8B-B14F-4D97-AF65-F5344CB8AC3E}">
        <p14:creationId xmlns:p14="http://schemas.microsoft.com/office/powerpoint/2010/main" val="22790688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431800" y="233363"/>
            <a:ext cx="6557963" cy="3689350"/>
          </a:xfrm>
        </p:spPr>
      </p:sp>
      <p:sp>
        <p:nvSpPr>
          <p:cNvPr id="3" name="Заметки 2"/>
          <p:cNvSpPr>
            <a:spLocks noGrp="1"/>
          </p:cNvSpPr>
          <p:nvPr>
            <p:ph type="body" idx="1"/>
          </p:nvPr>
        </p:nvSpPr>
        <p:spPr bwMode="auto">
          <a:xfrm>
            <a:off x="431800" y="4036255"/>
            <a:ext cx="9188450" cy="1640645"/>
          </a:xfrm>
        </p:spPr>
        <p:txBody>
          <a:bodyPr/>
          <a:lstStyle/>
          <a:p>
            <a:pPr algn="just" defTabSz="802843">
              <a:lnSpc>
                <a:spcPct val="80000"/>
              </a:lnSpc>
              <a:spcBef>
                <a:spcPts val="263"/>
              </a:spcBef>
              <a:defRPr/>
            </a:pPr>
            <a:r>
              <a:rPr lang="ru-RU" sz="900" dirty="0">
                <a:latin typeface="Arial" panose="020B0604020202020204" pitchFamily="34" charset="0"/>
                <a:cs typeface="Arial" panose="020B0604020202020204" pitchFamily="34" charset="0"/>
              </a:rPr>
              <a:t>Согласно определению «Экологический аспект» это «элемент деятельности или продукции, или услуг организации, который взаимодействует или может взаимодействовать с окружающей средой».</a:t>
            </a:r>
          </a:p>
          <a:p>
            <a:pPr algn="just" defTabSz="802843">
              <a:lnSpc>
                <a:spcPct val="80000"/>
              </a:lnSpc>
              <a:spcBef>
                <a:spcPts val="263"/>
              </a:spcBef>
              <a:defRPr/>
            </a:pPr>
            <a:r>
              <a:rPr lang="ru-RU" sz="900" dirty="0">
                <a:latin typeface="Arial" panose="020B0604020202020204" pitchFamily="34" charset="0"/>
                <a:cs typeface="Arial" panose="020B0604020202020204" pitchFamily="34" charset="0"/>
              </a:rPr>
              <a:t>Т.е. экологический аспект это источник экологического воздействия. Например, «сгорание бензина в двигателе автомобиля» (экологический аспект) приводит к «выбросам продуктов сгорания в атмосферу» (экологическое воздействие).</a:t>
            </a:r>
          </a:p>
          <a:p>
            <a:pPr algn="just" defTabSz="802843">
              <a:lnSpc>
                <a:spcPct val="80000"/>
              </a:lnSpc>
              <a:spcBef>
                <a:spcPts val="263"/>
              </a:spcBef>
              <a:defRPr/>
            </a:pPr>
            <a:r>
              <a:rPr lang="ru-RU" sz="900" dirty="0">
                <a:latin typeface="Arial" panose="020B0604020202020204" pitchFamily="34" charset="0"/>
                <a:cs typeface="Arial" panose="020B0604020202020204" pitchFamily="34" charset="0"/>
              </a:rPr>
              <a:t>В процесс идентификации экологических аспектов целесообразно вовлечь весь персонал организации. Каждый работник на своем рабочем месте должен оценить, какие воздействия на окружающую среду связаны с его деятельностью.</a:t>
            </a:r>
          </a:p>
        </p:txBody>
      </p:sp>
    </p:spTree>
    <p:extLst>
      <p:ext uri="{BB962C8B-B14F-4D97-AF65-F5344CB8AC3E}">
        <p14:creationId xmlns:p14="http://schemas.microsoft.com/office/powerpoint/2010/main" val="35666393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74650" y="233363"/>
            <a:ext cx="6557963" cy="3689350"/>
          </a:xfrm>
        </p:spPr>
      </p:sp>
    </p:spTree>
    <p:extLst>
      <p:ext uri="{BB962C8B-B14F-4D97-AF65-F5344CB8AC3E}">
        <p14:creationId xmlns:p14="http://schemas.microsoft.com/office/powerpoint/2010/main" val="36447009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84175" y="0"/>
            <a:ext cx="6557963" cy="3689350"/>
          </a:xfrm>
        </p:spPr>
      </p:sp>
      <p:sp>
        <p:nvSpPr>
          <p:cNvPr id="3" name="Заметки 2"/>
          <p:cNvSpPr>
            <a:spLocks noGrp="1"/>
          </p:cNvSpPr>
          <p:nvPr>
            <p:ph type="body" idx="1"/>
          </p:nvPr>
        </p:nvSpPr>
        <p:spPr bwMode="auto">
          <a:xfrm>
            <a:off x="384175" y="3689350"/>
            <a:ext cx="9417050" cy="3025775"/>
          </a:xfrm>
        </p:spPr>
        <p:txBody>
          <a:bodyPr/>
          <a:lstStyle/>
          <a:p>
            <a:r>
              <a:rPr lang="ru-RU" sz="700" dirty="0">
                <a:latin typeface="Arial" panose="020B0604020202020204" pitchFamily="34" charset="0"/>
                <a:cs typeface="Arial" panose="020B0604020202020204" pitchFamily="34" charset="0"/>
              </a:rPr>
              <a:t>Цикл PDCA можно кратко описать так: </a:t>
            </a:r>
          </a:p>
          <a:p>
            <a:r>
              <a:rPr lang="ru-RU" sz="700" dirty="0">
                <a:latin typeface="Arial" panose="020B0604020202020204" pitchFamily="34" charset="0"/>
                <a:cs typeface="Arial" panose="020B0604020202020204" pitchFamily="34" charset="0"/>
              </a:rPr>
              <a:t>— Планируй: разработка целей системы и ее процессов, а также определение ресурсов, необходимых для достижения результатов в соответствии с требованиями потребителей и политикой организации, определение и рассмотрение рисков и возможностей; </a:t>
            </a:r>
          </a:p>
          <a:p>
            <a:r>
              <a:rPr lang="ru-RU" sz="700" dirty="0">
                <a:latin typeface="Arial" panose="020B0604020202020204" pitchFamily="34" charset="0"/>
                <a:cs typeface="Arial" panose="020B0604020202020204" pitchFamily="34" charset="0"/>
              </a:rPr>
              <a:t>— Делай: выполнение того, что было запланировано; </a:t>
            </a:r>
          </a:p>
          <a:p>
            <a:r>
              <a:rPr lang="ru-RU" sz="700" dirty="0">
                <a:latin typeface="Arial" panose="020B0604020202020204" pitchFamily="34" charset="0"/>
                <a:cs typeface="Arial" panose="020B0604020202020204" pitchFamily="34" charset="0"/>
              </a:rPr>
              <a:t>— Проверяй: мониторинг и (там где это применимо) измерение процессов, продукции и услуг в сравнении с политикой, целями, требованиями и запланированными действиями, и сообщение о результатах; </a:t>
            </a:r>
          </a:p>
          <a:p>
            <a:r>
              <a:rPr lang="ru-RU" sz="700" dirty="0">
                <a:latin typeface="Arial" panose="020B0604020202020204" pitchFamily="34" charset="0"/>
                <a:cs typeface="Arial" panose="020B0604020202020204" pitchFamily="34" charset="0"/>
              </a:rPr>
              <a:t>— Действуй: принятие мер по улучшению результатов деятельности в той степени, насколько это необходимо. </a:t>
            </a:r>
          </a:p>
          <a:p>
            <a:endParaRPr lang="ru-RU" sz="700" dirty="0">
              <a:latin typeface="Arial" panose="020B0604020202020204" pitchFamily="34" charset="0"/>
              <a:cs typeface="Arial" panose="020B0604020202020204" pitchFamily="34" charset="0"/>
            </a:endParaRPr>
          </a:p>
          <a:p>
            <a:r>
              <a:rPr lang="ru-RU" sz="700" dirty="0">
                <a:latin typeface="Arial" panose="020B0604020202020204" pitchFamily="34" charset="0"/>
                <a:cs typeface="Arial" panose="020B0604020202020204" pitchFamily="34" charset="0"/>
              </a:rPr>
              <a:t>«Мониторинг» это «определение статуса...», т.е. качественных характеристик, в то время, как «измерение» - «определение значения…», т.е. количественных показателей.</a:t>
            </a:r>
          </a:p>
          <a:p>
            <a:r>
              <a:rPr lang="ru-RU" sz="700" dirty="0">
                <a:latin typeface="Arial" panose="020B0604020202020204" pitchFamily="34" charset="0"/>
                <a:cs typeface="Arial" panose="020B0604020202020204" pitchFamily="34" charset="0"/>
              </a:rPr>
              <a:t>Мониторинг может заключаться в наблюдении за объектом или определении состояния объекта для определения того, как изменился результат относительно требуемого или ожидаемого уровня. Мониторинг может применяться к системе менеджмента, к процессам или к средствам управления. Примерами мониторинга могут быть интервью с работниками, анализ документированной информации или наблюдение за выполняемой работой.</a:t>
            </a:r>
          </a:p>
          <a:p>
            <a:r>
              <a:rPr lang="ru-RU" sz="700" dirty="0">
                <a:latin typeface="Arial" panose="020B0604020202020204" pitchFamily="34" charset="0"/>
                <a:cs typeface="Arial" panose="020B0604020202020204" pitchFamily="34" charset="0"/>
              </a:rPr>
              <a:t>Измерение обычно заключается в присвоении числовых показателей объектам или событиям. Оно является источником количественных данных и обычно связано с оценкой результативности деятельности.</a:t>
            </a:r>
          </a:p>
          <a:p>
            <a:r>
              <a:rPr lang="ru-RU" sz="700" dirty="0">
                <a:latin typeface="Arial" panose="020B0604020202020204" pitchFamily="34" charset="0"/>
                <a:cs typeface="Arial" panose="020B0604020202020204" pitchFamily="34" charset="0"/>
              </a:rPr>
              <a:t>Анализ - это процесс изучения данных для выявления взаимосвязей, закономерностей и тенденций. Он предполагает использование инструментов статистики, построение графиков, диаграмм, в том числе на основе информации, полученной из других подобных организаций.</a:t>
            </a:r>
          </a:p>
          <a:p>
            <a:r>
              <a:rPr lang="ru-RU" sz="700" dirty="0">
                <a:latin typeface="Arial" panose="020B0604020202020204" pitchFamily="34" charset="0"/>
                <a:cs typeface="Arial" panose="020B0604020202020204" pitchFamily="34" charset="0"/>
              </a:rPr>
              <a:t>Оценка достигнутых результатов - это определение показателей пригодности, адекватности и результативности объекта, важных для достижения установленных целей.</a:t>
            </a:r>
          </a:p>
          <a:p>
            <a:endParaRPr lang="ru-RU" sz="700" dirty="0">
              <a:latin typeface="Arial" panose="020B0604020202020204" pitchFamily="34" charset="0"/>
              <a:cs typeface="Arial" panose="020B0604020202020204" pitchFamily="34" charset="0"/>
            </a:endParaRPr>
          </a:p>
          <a:p>
            <a:r>
              <a:rPr lang="ru-RU" sz="700" dirty="0">
                <a:latin typeface="Arial" panose="020B0604020202020204" pitchFamily="34" charset="0"/>
                <a:cs typeface="Arial" panose="020B0604020202020204" pitchFamily="34" charset="0"/>
              </a:rPr>
              <a:t>Примерами мониторинга и измерений могут быть:</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Входной контроль материалов и комплектующих изделий.</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Приемочный контроль готовой продукции,</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Оценка и мониторинг деятельности поставщиков и подрядчиков</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Измерение количества выбросов загрязняющих веществ в атмосферный воздух или сбросов в водные объекты,</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Учет образования отходов производства и потребления,</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Мониторинг состояние опасных производственных объектов.</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Результаты оценок условий труда (шум, освещенность, концентрация вредных веществ…),</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Результаты медицинских осмотров,</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Статистика происшествий, травм и случаев нанесения вреда здоровью;</a:t>
            </a:r>
          </a:p>
          <a:p>
            <a:pPr marL="150533" indent="-150533">
              <a:buFont typeface="Arial" panose="020B0604020202020204" pitchFamily="34" charset="0"/>
              <a:buChar char="•"/>
            </a:pPr>
            <a:r>
              <a:rPr lang="ru-RU" sz="700" dirty="0">
                <a:latin typeface="Arial" panose="020B0604020202020204" pitchFamily="34" charset="0"/>
                <a:cs typeface="Arial" panose="020B0604020202020204" pitchFamily="34" charset="0"/>
              </a:rPr>
              <a:t>Результаты тренировок по действиям в чрезвычайных ситуациях</a:t>
            </a:r>
          </a:p>
        </p:txBody>
      </p:sp>
    </p:spTree>
    <p:extLst>
      <p:ext uri="{BB962C8B-B14F-4D97-AF65-F5344CB8AC3E}">
        <p14:creationId xmlns:p14="http://schemas.microsoft.com/office/powerpoint/2010/main" val="20501342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36550" y="157163"/>
            <a:ext cx="6557963" cy="3689350"/>
          </a:xfrm>
        </p:spPr>
      </p:sp>
    </p:spTree>
    <p:extLst>
      <p:ext uri="{BB962C8B-B14F-4D97-AF65-F5344CB8AC3E}">
        <p14:creationId xmlns:p14="http://schemas.microsoft.com/office/powerpoint/2010/main" val="3869150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17500" y="166688"/>
            <a:ext cx="6557963" cy="3689350"/>
          </a:xfrm>
        </p:spPr>
      </p:sp>
      <p:sp>
        <p:nvSpPr>
          <p:cNvPr id="3" name="Заметки 2"/>
          <p:cNvSpPr>
            <a:spLocks noGrp="1"/>
          </p:cNvSpPr>
          <p:nvPr>
            <p:ph type="body" idx="1"/>
          </p:nvPr>
        </p:nvSpPr>
        <p:spPr bwMode="auto">
          <a:xfrm>
            <a:off x="317499" y="3941763"/>
            <a:ext cx="9445625" cy="2706687"/>
          </a:xfrm>
        </p:spPr>
        <p:txBody>
          <a:bodyPr/>
          <a:lstStyle/>
          <a:p>
            <a:pPr algn="just">
              <a:defRPr/>
            </a:pPr>
            <a:r>
              <a:rPr lang="ru-RU" sz="900" dirty="0">
                <a:latin typeface="Arial" panose="020B0604020202020204" pitchFamily="34" charset="0"/>
                <a:cs typeface="Arial" panose="020B0604020202020204" pitchFamily="34" charset="0"/>
              </a:rPr>
              <a:t>Стандарты требует от нас проводить регулярные проверки (аудиты) того, как мы работаем. Это необходимо для понимания того, что с нами происходит, и насколько мы продолжаем соответствовать требованиям стандартов. Результаты аудитов показывают организации, как функционирует ИСМ.</a:t>
            </a:r>
          </a:p>
          <a:p>
            <a:pPr algn="just">
              <a:defRPr/>
            </a:pPr>
            <a:r>
              <a:rPr lang="ru-RU" sz="900" dirty="0">
                <a:latin typeface="Arial" panose="020B0604020202020204" pitchFamily="34" charset="0"/>
                <a:cs typeface="Arial" panose="020B0604020202020204" pitchFamily="34" charset="0"/>
              </a:rPr>
              <a:t> </a:t>
            </a:r>
          </a:p>
          <a:p>
            <a:pPr algn="just">
              <a:defRPr/>
            </a:pPr>
            <a:r>
              <a:rPr lang="ru-RU" sz="900" dirty="0">
                <a:latin typeface="Arial" panose="020B0604020202020204" pitchFamily="34" charset="0"/>
                <a:cs typeface="Arial" panose="020B0604020202020204" pitchFamily="34" charset="0"/>
              </a:rPr>
              <a:t>Проверки осуществляется на основе заранее запланированного плана и проводятся так, чтобы охватить в течение года все важные для организации процессы.</a:t>
            </a:r>
          </a:p>
          <a:p>
            <a:pPr algn="just">
              <a:defRPr/>
            </a:pPr>
            <a:endParaRPr lang="ru-RU" sz="900" dirty="0">
              <a:latin typeface="Arial" panose="020B0604020202020204" pitchFamily="34" charset="0"/>
              <a:cs typeface="Arial" panose="020B0604020202020204" pitchFamily="34" charset="0"/>
            </a:endParaRPr>
          </a:p>
          <a:p>
            <a:pPr algn="just">
              <a:defRPr/>
            </a:pPr>
            <a:r>
              <a:rPr lang="ru-RU" sz="900" dirty="0">
                <a:latin typeface="Arial" panose="020B0604020202020204" pitchFamily="34" charset="0"/>
                <a:cs typeface="Arial" panose="020B0604020202020204" pitchFamily="34" charset="0"/>
              </a:rPr>
              <a:t>Логика аудита такова:</a:t>
            </a:r>
          </a:p>
          <a:p>
            <a:pPr algn="just">
              <a:defRPr/>
            </a:pPr>
            <a:r>
              <a:rPr lang="ru-RU" sz="900" dirty="0">
                <a:latin typeface="Arial" panose="020B0604020202020204" pitchFamily="34" charset="0"/>
                <a:cs typeface="Arial" panose="020B0604020202020204" pitchFamily="34" charset="0"/>
              </a:rPr>
              <a:t>- план проверки</a:t>
            </a:r>
          </a:p>
          <a:p>
            <a:pPr algn="just">
              <a:defRPr/>
            </a:pPr>
            <a:r>
              <a:rPr lang="ru-RU" sz="900" dirty="0">
                <a:latin typeface="Arial" panose="020B0604020202020204" pitchFamily="34" charset="0"/>
                <a:cs typeface="Arial" panose="020B0604020202020204" pitchFamily="34" charset="0"/>
              </a:rPr>
              <a:t>- проверка процесса</a:t>
            </a:r>
          </a:p>
          <a:p>
            <a:pPr algn="just">
              <a:defRPr/>
            </a:pPr>
            <a:r>
              <a:rPr lang="ru-RU" sz="900" dirty="0">
                <a:latin typeface="Arial" panose="020B0604020202020204" pitchFamily="34" charset="0"/>
                <a:cs typeface="Arial" panose="020B0604020202020204" pitchFamily="34" charset="0"/>
              </a:rPr>
              <a:t>- регистрация проблем</a:t>
            </a:r>
          </a:p>
          <a:p>
            <a:pPr algn="just">
              <a:defRPr/>
            </a:pPr>
            <a:r>
              <a:rPr lang="ru-RU" sz="900" dirty="0">
                <a:latin typeface="Arial" panose="020B0604020202020204" pitchFamily="34" charset="0"/>
                <a:cs typeface="Arial" panose="020B0604020202020204" pitchFamily="34" charset="0"/>
              </a:rPr>
              <a:t>- разработка мероприятий по устранению и предотвращению обнаруженных проблем (коррекция и предупреждение)</a:t>
            </a:r>
          </a:p>
          <a:p>
            <a:pPr algn="just">
              <a:defRPr/>
            </a:pPr>
            <a:r>
              <a:rPr lang="ru-RU" sz="900" dirty="0">
                <a:latin typeface="Arial" panose="020B0604020202020204" pitchFamily="34" charset="0"/>
                <a:cs typeface="Arial" panose="020B0604020202020204" pitchFamily="34" charset="0"/>
              </a:rPr>
              <a:t>- отслеживание выполнения мероприятий из предыдущего пункта (проверка исправления).</a:t>
            </a:r>
          </a:p>
          <a:p>
            <a:pPr algn="just">
              <a:defRPr/>
            </a:pPr>
            <a:r>
              <a:rPr lang="ru-RU" sz="900" dirty="0">
                <a:latin typeface="Arial" panose="020B0604020202020204" pitchFamily="34" charset="0"/>
                <a:cs typeface="Arial" panose="020B0604020202020204" pitchFamily="34" charset="0"/>
              </a:rPr>
              <a:t> </a:t>
            </a:r>
          </a:p>
          <a:p>
            <a:pPr algn="just">
              <a:defRPr/>
            </a:pPr>
            <a:r>
              <a:rPr lang="ru-RU" sz="900" dirty="0">
                <a:latin typeface="Arial" panose="020B0604020202020204" pitchFamily="34" charset="0"/>
                <a:cs typeface="Arial" panose="020B0604020202020204" pitchFamily="34" charset="0"/>
              </a:rPr>
              <a:t>Проверяющие должны быть независимыми от проверяемых и не должны проверять сами себя. Вся деятельность по аудиту должна быть документирована. Руководство проверяемых подразделений отвечает за своевременное исправление обнаруженных проблем.</a:t>
            </a:r>
          </a:p>
          <a:p>
            <a:pPr algn="just">
              <a:defRPr/>
            </a:pPr>
            <a:r>
              <a:rPr lang="ru-RU" sz="900" dirty="0">
                <a:latin typeface="Arial" panose="020B0604020202020204" pitchFamily="34" charset="0"/>
                <a:cs typeface="Arial" panose="020B0604020202020204" pitchFamily="34" charset="0"/>
              </a:rPr>
              <a:t> </a:t>
            </a:r>
          </a:p>
          <a:p>
            <a:pPr algn="just">
              <a:defRPr/>
            </a:pPr>
            <a:r>
              <a:rPr lang="ru-RU" sz="900" dirty="0">
                <a:latin typeface="Arial" panose="020B0604020202020204" pitchFamily="34" charset="0"/>
                <a:cs typeface="Arial" panose="020B0604020202020204" pitchFamily="34" charset="0"/>
              </a:rPr>
              <a:t>Очень важным элементом в системе внутренних проверок является проверка выполнения корректирующих мероприятий, разработанных в ответ на обнаруженные во время аудитов проблемы.</a:t>
            </a:r>
            <a:endParaRPr lang="ru-RU" sz="1100" dirty="0">
              <a:latin typeface="Arial"/>
              <a:cs typeface="Arial"/>
            </a:endParaRPr>
          </a:p>
        </p:txBody>
      </p:sp>
    </p:spTree>
    <p:extLst>
      <p:ext uri="{BB962C8B-B14F-4D97-AF65-F5344CB8AC3E}">
        <p14:creationId xmlns:p14="http://schemas.microsoft.com/office/powerpoint/2010/main" val="18186698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298450" y="242888"/>
            <a:ext cx="6557963" cy="3689350"/>
          </a:xfrm>
        </p:spPr>
      </p:sp>
    </p:spTree>
    <p:extLst>
      <p:ext uri="{BB962C8B-B14F-4D97-AF65-F5344CB8AC3E}">
        <p14:creationId xmlns:p14="http://schemas.microsoft.com/office/powerpoint/2010/main" val="13054588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74650" y="195263"/>
            <a:ext cx="6557963" cy="3689350"/>
          </a:xfrm>
        </p:spPr>
      </p:sp>
      <p:sp>
        <p:nvSpPr>
          <p:cNvPr id="3" name="Заметки 2"/>
          <p:cNvSpPr>
            <a:spLocks noGrp="1"/>
          </p:cNvSpPr>
          <p:nvPr>
            <p:ph type="body" idx="1"/>
          </p:nvPr>
        </p:nvSpPr>
        <p:spPr bwMode="auto">
          <a:xfrm>
            <a:off x="374649" y="3998155"/>
            <a:ext cx="9293225" cy="1983545"/>
          </a:xfrm>
        </p:spPr>
        <p:txBody>
          <a:bodyPr/>
          <a:lstStyle/>
          <a:p>
            <a:pPr algn="just" defTabSz="802843">
              <a:lnSpc>
                <a:spcPct val="80000"/>
              </a:lnSpc>
              <a:spcBef>
                <a:spcPts val="263"/>
              </a:spcBef>
              <a:defRPr/>
            </a:pPr>
            <a:r>
              <a:rPr lang="ru-RU" sz="900" dirty="0">
                <a:latin typeface="Arial"/>
                <a:cs typeface="Arial"/>
              </a:rPr>
              <a:t>Обязательство улучшения результатов деятельности закреплено в Политике и реализовано в Интегрированной системе менеджмента.</a:t>
            </a:r>
          </a:p>
          <a:p>
            <a:pPr algn="just" defTabSz="802843">
              <a:lnSpc>
                <a:spcPct val="80000"/>
              </a:lnSpc>
              <a:spcBef>
                <a:spcPts val="263"/>
              </a:spcBef>
              <a:defRPr/>
            </a:pPr>
            <a:endParaRPr lang="ru-RU" sz="900" dirty="0">
              <a:latin typeface="Arial"/>
              <a:cs typeface="Arial"/>
            </a:endParaRPr>
          </a:p>
          <a:p>
            <a:pPr algn="just" defTabSz="802843">
              <a:lnSpc>
                <a:spcPct val="80000"/>
              </a:lnSpc>
              <a:spcBef>
                <a:spcPts val="263"/>
              </a:spcBef>
              <a:defRPr/>
            </a:pPr>
            <a:r>
              <a:rPr lang="ru-RU" sz="900" dirty="0">
                <a:latin typeface="Arial"/>
                <a:cs typeface="Arial"/>
              </a:rPr>
              <a:t>Примерами факторов «постоянного (непрерывного) улучшения» могут быть, но этим не ограничиваются:</a:t>
            </a:r>
          </a:p>
          <a:p>
            <a:pPr marL="150533" indent="-150533" algn="just" defTabSz="802843">
              <a:lnSpc>
                <a:spcPct val="80000"/>
              </a:lnSpc>
              <a:spcBef>
                <a:spcPts val="263"/>
              </a:spcBef>
              <a:buFont typeface="Arial" panose="020B0604020202020204" pitchFamily="34" charset="0"/>
              <a:buChar char="•"/>
              <a:defRPr/>
            </a:pPr>
            <a:r>
              <a:rPr lang="ru-RU" sz="900" dirty="0">
                <a:latin typeface="Arial"/>
                <a:cs typeface="Arial"/>
              </a:rPr>
              <a:t>новые технологии;</a:t>
            </a:r>
          </a:p>
          <a:p>
            <a:pPr marL="150533" indent="-150533" algn="just" defTabSz="802843">
              <a:lnSpc>
                <a:spcPct val="80000"/>
              </a:lnSpc>
              <a:spcBef>
                <a:spcPts val="263"/>
              </a:spcBef>
              <a:buFont typeface="Arial" panose="020B0604020202020204" pitchFamily="34" charset="0"/>
              <a:buChar char="•"/>
              <a:defRPr/>
            </a:pPr>
            <a:r>
              <a:rPr lang="ru-RU" sz="900" dirty="0">
                <a:latin typeface="Arial"/>
                <a:cs typeface="Arial"/>
              </a:rPr>
              <a:t>передовая практика (внутренняя или внешняя),</a:t>
            </a:r>
          </a:p>
          <a:p>
            <a:pPr marL="150533" indent="-150533" algn="just" defTabSz="802843">
              <a:lnSpc>
                <a:spcPct val="80000"/>
              </a:lnSpc>
              <a:spcBef>
                <a:spcPts val="263"/>
              </a:spcBef>
              <a:buFont typeface="Arial" panose="020B0604020202020204" pitchFamily="34" charset="0"/>
              <a:buChar char="•"/>
              <a:defRPr/>
            </a:pPr>
            <a:r>
              <a:rPr lang="ru-RU" sz="900" dirty="0">
                <a:latin typeface="Arial"/>
                <a:cs typeface="Arial"/>
              </a:rPr>
              <a:t>предложения и рекомендации заинтересованных сторон;</a:t>
            </a:r>
          </a:p>
          <a:p>
            <a:pPr marL="150533" indent="-150533" algn="just" defTabSz="802843">
              <a:lnSpc>
                <a:spcPct val="80000"/>
              </a:lnSpc>
              <a:spcBef>
                <a:spcPts val="263"/>
              </a:spcBef>
              <a:buFont typeface="Arial" panose="020B0604020202020204" pitchFamily="34" charset="0"/>
              <a:buChar char="•"/>
              <a:defRPr/>
            </a:pPr>
            <a:r>
              <a:rPr lang="ru-RU" sz="900" dirty="0">
                <a:latin typeface="Arial"/>
                <a:cs typeface="Arial"/>
              </a:rPr>
              <a:t>новые знания и понимание проблем,</a:t>
            </a:r>
          </a:p>
          <a:p>
            <a:pPr marL="150533" indent="-150533" algn="just" defTabSz="802843">
              <a:lnSpc>
                <a:spcPct val="80000"/>
              </a:lnSpc>
              <a:spcBef>
                <a:spcPts val="263"/>
              </a:spcBef>
              <a:buFont typeface="Arial" panose="020B0604020202020204" pitchFamily="34" charset="0"/>
              <a:buChar char="•"/>
              <a:defRPr/>
            </a:pPr>
            <a:r>
              <a:rPr lang="ru-RU" sz="900" dirty="0">
                <a:latin typeface="Arial"/>
                <a:cs typeface="Arial"/>
              </a:rPr>
              <a:t>новые или улучшенные материалы;</a:t>
            </a:r>
          </a:p>
          <a:p>
            <a:pPr marL="150533" indent="-150533" algn="just" defTabSz="802843">
              <a:lnSpc>
                <a:spcPct val="80000"/>
              </a:lnSpc>
              <a:spcBef>
                <a:spcPts val="263"/>
              </a:spcBef>
              <a:buFont typeface="Arial" panose="020B0604020202020204" pitchFamily="34" charset="0"/>
              <a:buChar char="•"/>
              <a:defRPr/>
            </a:pPr>
            <a:r>
              <a:rPr lang="ru-RU" sz="900" dirty="0">
                <a:latin typeface="Arial"/>
                <a:cs typeface="Arial"/>
              </a:rPr>
              <a:t>изменения показателей производительности труда,</a:t>
            </a:r>
          </a:p>
          <a:p>
            <a:pPr marL="150533" indent="-150533" algn="just" defTabSz="802843">
              <a:lnSpc>
                <a:spcPct val="80000"/>
              </a:lnSpc>
              <a:spcBef>
                <a:spcPts val="263"/>
              </a:spcBef>
              <a:buFont typeface="Arial" panose="020B0604020202020204" pitchFamily="34" charset="0"/>
              <a:buChar char="•"/>
              <a:defRPr/>
            </a:pPr>
            <a:r>
              <a:rPr lang="ru-RU" sz="900" dirty="0">
                <a:latin typeface="Arial"/>
                <a:cs typeface="Arial"/>
              </a:rPr>
              <a:t>повышение компетентности работников;</a:t>
            </a:r>
          </a:p>
          <a:p>
            <a:pPr marL="150533" indent="-150533" algn="just" defTabSz="802843">
              <a:lnSpc>
                <a:spcPct val="80000"/>
              </a:lnSpc>
              <a:spcBef>
                <a:spcPts val="263"/>
              </a:spcBef>
              <a:buFont typeface="Arial" panose="020B0604020202020204" pitchFamily="34" charset="0"/>
              <a:buChar char="•"/>
              <a:defRPr/>
            </a:pPr>
            <a:r>
              <a:rPr lang="ru-RU" sz="900" dirty="0">
                <a:latin typeface="Arial"/>
                <a:cs typeface="Arial"/>
              </a:rPr>
              <a:t>достижение лучших результатов за счет меньшего количества ресурсов (например, упрощение, оптимизация и т. д.).</a:t>
            </a:r>
          </a:p>
        </p:txBody>
      </p:sp>
    </p:spTree>
    <p:extLst>
      <p:ext uri="{BB962C8B-B14F-4D97-AF65-F5344CB8AC3E}">
        <p14:creationId xmlns:p14="http://schemas.microsoft.com/office/powerpoint/2010/main" val="16921137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93700" y="204788"/>
            <a:ext cx="6557963" cy="3689350"/>
          </a:xfrm>
        </p:spPr>
      </p:sp>
      <p:sp>
        <p:nvSpPr>
          <p:cNvPr id="3" name="Заметки 2"/>
          <p:cNvSpPr>
            <a:spLocks noGrp="1"/>
          </p:cNvSpPr>
          <p:nvPr>
            <p:ph type="body" idx="1"/>
          </p:nvPr>
        </p:nvSpPr>
        <p:spPr bwMode="auto">
          <a:xfrm>
            <a:off x="393699" y="4055306"/>
            <a:ext cx="9217025" cy="1554920"/>
          </a:xfrm>
        </p:spPr>
        <p:txBody>
          <a:bodyPr/>
          <a:lstStyle/>
          <a:p>
            <a:pPr algn="just">
              <a:defRPr/>
            </a:pPr>
            <a:r>
              <a:rPr lang="ru-RU" sz="900" dirty="0">
                <a:latin typeface="Arial" panose="020B0604020202020204" pitchFamily="34" charset="0"/>
                <a:ea typeface="Times New Roman"/>
                <a:cs typeface="Arial" panose="020B0604020202020204" pitchFamily="34" charset="0"/>
              </a:rPr>
              <a:t>Документация, содержащая требования к особо ответственным процессам и специальным характеристикам продукции, идентифицируется специальными значками</a:t>
            </a:r>
          </a:p>
          <a:p>
            <a:pPr algn="just">
              <a:defRPr/>
            </a:pPr>
            <a:endParaRPr lang="ru-RU" sz="900" dirty="0">
              <a:latin typeface="Arial" panose="020B0604020202020204" pitchFamily="34" charset="0"/>
              <a:cs typeface="Arial" panose="020B0604020202020204" pitchFamily="34" charset="0"/>
            </a:endParaRPr>
          </a:p>
          <a:p>
            <a:pPr lvl="0" algn="just">
              <a:defRPr/>
            </a:pPr>
            <a:r>
              <a:rPr lang="ru-RU" sz="900" dirty="0">
                <a:latin typeface="Arial" panose="020B0604020202020204" pitchFamily="34" charset="0"/>
                <a:cs typeface="Arial" panose="020B0604020202020204" pitchFamily="34" charset="0"/>
              </a:rPr>
              <a:t>Идентификация на документе проставляется на свободном поле по возможности в верхнем левому углу.</a:t>
            </a:r>
          </a:p>
          <a:p>
            <a:pPr lvl="0" algn="just">
              <a:defRPr/>
            </a:pPr>
            <a:endParaRPr lang="ru-RU" sz="900" dirty="0">
              <a:latin typeface="Arial" panose="020B0604020202020204" pitchFamily="34" charset="0"/>
              <a:cs typeface="Arial" panose="020B0604020202020204" pitchFamily="34" charset="0"/>
            </a:endParaRPr>
          </a:p>
          <a:p>
            <a:pPr lvl="0" algn="just">
              <a:defRPr/>
            </a:pPr>
            <a:r>
              <a:rPr lang="ru-RU" sz="900" dirty="0">
                <a:latin typeface="Arial" panose="020B0604020202020204" pitchFamily="34" charset="0"/>
                <a:cs typeface="Arial" panose="020B0604020202020204" pitchFamily="34" charset="0"/>
              </a:rPr>
              <a:t>Идентификация в тексте документа проставляется слева от наименования особо ответственного процесса / </a:t>
            </a:r>
            <a:r>
              <a:rPr lang="ru-RU" sz="900" dirty="0" err="1">
                <a:latin typeface="Arial" panose="020B0604020202020204" pitchFamily="34" charset="0"/>
                <a:cs typeface="Arial" panose="020B0604020202020204" pitchFamily="34" charset="0"/>
              </a:rPr>
              <a:t>спецхарактеристики</a:t>
            </a:r>
            <a:r>
              <a:rPr lang="ru-RU" sz="900" dirty="0">
                <a:latin typeface="Arial" panose="020B0604020202020204" pitchFamily="34" charset="0"/>
                <a:cs typeface="Arial" panose="020B0604020202020204" pitchFamily="34" charset="0"/>
              </a:rPr>
              <a:t>, при этом размер значка уменьшается пропорционально размеру шрифта.</a:t>
            </a:r>
          </a:p>
          <a:p>
            <a:pPr lvl="0" algn="just">
              <a:defRPr/>
            </a:pPr>
            <a:endParaRPr lang="ru-RU" sz="900" b="1" kern="1200" dirty="0">
              <a:latin typeface="Arial" panose="020B0604020202020204" pitchFamily="34" charset="0"/>
              <a:cs typeface="Arial" panose="020B0604020202020204" pitchFamily="34" charset="0"/>
            </a:endParaRPr>
          </a:p>
          <a:p>
            <a:pPr lvl="0" algn="just">
              <a:defRPr/>
            </a:pPr>
            <a:r>
              <a:rPr lang="ru-RU" sz="900" b="1" kern="1200" dirty="0">
                <a:latin typeface="Arial" panose="020B0604020202020204" pitchFamily="34" charset="0"/>
                <a:cs typeface="Arial" panose="020B0604020202020204" pitchFamily="34" charset="0"/>
              </a:rPr>
              <a:t>Специальные характеристики услуги - </a:t>
            </a:r>
            <a:r>
              <a:rPr lang="ru-RU" sz="900" kern="1200" dirty="0">
                <a:latin typeface="Arial" panose="020B0604020202020204" pitchFamily="34" charset="0"/>
                <a:cs typeface="Arial" panose="020B0604020202020204" pitchFamily="34" charset="0"/>
              </a:rPr>
              <a:t>определенны Заказчиком как важные, в </a:t>
            </a:r>
            <a:r>
              <a:rPr lang="ru-RU" sz="900" kern="1200" dirty="0" err="1">
                <a:latin typeface="Arial" panose="020B0604020202020204" pitchFamily="34" charset="0"/>
                <a:cs typeface="Arial" panose="020B0604020202020204" pitchFamily="34" charset="0"/>
              </a:rPr>
              <a:t>т.ч</a:t>
            </a:r>
            <a:r>
              <a:rPr lang="ru-RU" sz="900" kern="1200" dirty="0">
                <a:latin typeface="Arial" panose="020B0604020202020204" pitchFamily="34" charset="0"/>
                <a:cs typeface="Arial" panose="020B0604020202020204" pitchFamily="34" charset="0"/>
              </a:rPr>
              <a:t>. могут быть прописаны в договоре</a:t>
            </a:r>
          </a:p>
          <a:p>
            <a:pPr lvl="0" algn="just">
              <a:defRPr/>
            </a:pPr>
            <a:endParaRPr lang="ru-RU" dirty="0"/>
          </a:p>
        </p:txBody>
      </p:sp>
    </p:spTree>
    <p:extLst>
      <p:ext uri="{BB962C8B-B14F-4D97-AF65-F5344CB8AC3E}">
        <p14:creationId xmlns:p14="http://schemas.microsoft.com/office/powerpoint/2010/main" val="27737604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27025" y="185738"/>
            <a:ext cx="6557963" cy="3689350"/>
          </a:xfrm>
        </p:spPr>
      </p:sp>
      <p:sp>
        <p:nvSpPr>
          <p:cNvPr id="3" name="Заметки 2"/>
          <p:cNvSpPr>
            <a:spLocks noGrp="1"/>
          </p:cNvSpPr>
          <p:nvPr>
            <p:ph type="body" idx="1"/>
          </p:nvPr>
        </p:nvSpPr>
        <p:spPr bwMode="auto">
          <a:xfrm>
            <a:off x="327025" y="3910844"/>
            <a:ext cx="9321800" cy="2156582"/>
          </a:xfrm>
        </p:spPr>
        <p:txBody>
          <a:bodyPr/>
          <a:lstStyle/>
          <a:p>
            <a:pPr algn="just" defTabSz="802843">
              <a:defRPr/>
            </a:pPr>
            <a:r>
              <a:rPr lang="ru-RU" sz="900" b="1" dirty="0">
                <a:latin typeface="Arial" panose="020B0604020202020204" pitchFamily="34" charset="0"/>
                <a:cs typeface="Arial" panose="020B0604020202020204" pitchFamily="34" charset="0"/>
              </a:rPr>
              <a:t>Верификация – </a:t>
            </a:r>
            <a:r>
              <a:rPr lang="ru-RU" sz="900" dirty="0">
                <a:latin typeface="Arial" panose="020B0604020202020204" pitchFamily="34" charset="0"/>
                <a:cs typeface="Arial" panose="020B0604020202020204" pitchFamily="34" charset="0"/>
              </a:rPr>
              <a:t>подтверждение посредством представления объективных свидетельств того, что требования, относящиеся к конкретному предполагаемому использованию или применению, были выполнены (доказательство того, что требования конкретного пользователя, продукта, услуги или системы удовлетворены).</a:t>
            </a:r>
          </a:p>
          <a:p>
            <a:pPr algn="just">
              <a:defRPr/>
            </a:pPr>
            <a:endParaRPr lang="ru-RU" sz="900" b="1" dirty="0">
              <a:latin typeface="Arial" panose="020B0604020202020204" pitchFamily="34" charset="0"/>
              <a:cs typeface="Arial" panose="020B0604020202020204" pitchFamily="34" charset="0"/>
            </a:endParaRPr>
          </a:p>
          <a:p>
            <a:pPr algn="just" defTabSz="802843">
              <a:defRPr/>
            </a:pPr>
            <a:r>
              <a:rPr lang="ru-RU" sz="900" b="1" dirty="0" err="1">
                <a:latin typeface="Arial" panose="020B0604020202020204" pitchFamily="34" charset="0"/>
                <a:cs typeface="Arial" panose="020B0604020202020204" pitchFamily="34" charset="0"/>
              </a:rPr>
              <a:t>Валидация</a:t>
            </a:r>
            <a:r>
              <a:rPr lang="ru-RU" sz="900" b="1" dirty="0">
                <a:latin typeface="Arial" panose="020B0604020202020204" pitchFamily="34" charset="0"/>
                <a:cs typeface="Arial" panose="020B0604020202020204" pitchFamily="34" charset="0"/>
              </a:rPr>
              <a:t>: </a:t>
            </a:r>
            <a:r>
              <a:rPr lang="ru-RU" sz="900" dirty="0">
                <a:latin typeface="Arial" panose="020B0604020202020204" pitchFamily="34" charset="0"/>
                <a:cs typeface="Arial" panose="020B0604020202020204" pitchFamily="34" charset="0"/>
              </a:rPr>
              <a:t>проверка того, что итоговый продукт функционирует так, как от него и ожидалось.</a:t>
            </a:r>
            <a:endParaRPr lang="ru-RU" sz="900" b="1" dirty="0">
              <a:latin typeface="Arial" panose="020B0604020202020204" pitchFamily="34" charset="0"/>
              <a:cs typeface="Arial" panose="020B0604020202020204" pitchFamily="34" charset="0"/>
            </a:endParaRPr>
          </a:p>
          <a:p>
            <a:pPr algn="just">
              <a:defRPr/>
            </a:pPr>
            <a:r>
              <a:rPr lang="ru-RU" sz="900" dirty="0">
                <a:latin typeface="Arial" panose="020B0604020202020204" pitchFamily="34" charset="0"/>
                <a:cs typeface="Arial" panose="020B0604020202020204" pitchFamily="34" charset="0"/>
              </a:rPr>
              <a:t> </a:t>
            </a:r>
            <a:endParaRPr lang="ru-RU" sz="900" b="1" dirty="0">
              <a:latin typeface="Arial" panose="020B0604020202020204" pitchFamily="34" charset="0"/>
              <a:cs typeface="Arial" panose="020B0604020202020204" pitchFamily="34" charset="0"/>
            </a:endParaRPr>
          </a:p>
          <a:p>
            <a:pPr algn="just">
              <a:defRPr/>
            </a:pPr>
            <a:r>
              <a:rPr lang="ru-RU" sz="900" dirty="0" err="1">
                <a:latin typeface="Arial" panose="020B0604020202020204" pitchFamily="34" charset="0"/>
                <a:cs typeface="Arial" panose="020B0604020202020204" pitchFamily="34" charset="0"/>
              </a:rPr>
              <a:t>Валидации</a:t>
            </a:r>
            <a:r>
              <a:rPr lang="ru-RU" sz="900" dirty="0">
                <a:latin typeface="Arial" panose="020B0604020202020204" pitchFamily="34" charset="0"/>
                <a:cs typeface="Arial" panose="020B0604020202020204" pitchFamily="34" charset="0"/>
              </a:rPr>
              <a:t> подвергаются все особо ответственные технологические процессы с целью определения их способности достигать запланированных результатов, а также выявление критических стадий процесса и принятие мер по снижению рисков появления несоответствующей продукции (услуги).</a:t>
            </a:r>
          </a:p>
          <a:p>
            <a:pPr algn="just" defTabSz="802843">
              <a:defRPr/>
            </a:pPr>
            <a:r>
              <a:rPr lang="ru-RU" sz="900" dirty="0" err="1">
                <a:latin typeface="Arial" panose="020B0604020202020204" pitchFamily="34" charset="0"/>
                <a:cs typeface="Arial" panose="020B0604020202020204" pitchFamily="34" charset="0"/>
              </a:rPr>
              <a:t>Валидация</a:t>
            </a:r>
            <a:r>
              <a:rPr lang="ru-RU" sz="900" dirty="0">
                <a:latin typeface="Arial" panose="020B0604020202020204" pitchFamily="34" charset="0"/>
                <a:cs typeface="Arial" panose="020B0604020202020204" pitchFamily="34" charset="0"/>
              </a:rPr>
              <a:t> процесса означает практическую проверку того, что процесс (при исполнении всех установленных требований к входам, технологии, оборудованию) выдает на выходе стабильный результат с приемлемым уровнем дефектов.</a:t>
            </a:r>
          </a:p>
          <a:p>
            <a:pPr algn="just">
              <a:defRPr/>
            </a:pPr>
            <a:endParaRPr lang="ru-RU" sz="900" dirty="0">
              <a:latin typeface="Arial" panose="020B0604020202020204" pitchFamily="34" charset="0"/>
              <a:cs typeface="Arial" panose="020B0604020202020204" pitchFamily="34" charset="0"/>
            </a:endParaRPr>
          </a:p>
          <a:p>
            <a:pPr algn="just">
              <a:defRPr/>
            </a:pPr>
            <a:r>
              <a:rPr lang="ru-RU" sz="900" b="1" dirty="0">
                <a:latin typeface="Arial" panose="020B0604020202020204" pitchFamily="34" charset="0"/>
                <a:cs typeface="Arial" panose="020B0604020202020204" pitchFamily="34" charset="0"/>
              </a:rPr>
              <a:t>Пример. </a:t>
            </a:r>
            <a:r>
              <a:rPr lang="ru-RU" sz="900" dirty="0">
                <a:latin typeface="Arial" panose="020B0604020202020204" pitchFamily="34" charset="0"/>
                <a:cs typeface="Arial" panose="020B0604020202020204" pitchFamily="34" charset="0"/>
              </a:rPr>
              <a:t>Был подготовлен проект бизнес-плана. Его проверили на соответствие требованиям корпоративного шаблона. Структура документа соответствовала установленным в компании требованиям, то есть проект был верифицирован. Однако анализ бизнес-плана независимым экспертом показал, что ряд прогнозов ошибочен, часть расчетов была выполнена некорректно и т. д. По такому бизнес-плану невозможно было бы работать. Таким образом, при проведении </a:t>
            </a:r>
            <a:r>
              <a:rPr lang="ru-RU" sz="900" dirty="0" err="1">
                <a:latin typeface="Arial" panose="020B0604020202020204" pitchFamily="34" charset="0"/>
                <a:cs typeface="Arial" panose="020B0604020202020204" pitchFamily="34" charset="0"/>
              </a:rPr>
              <a:t>валидации</a:t>
            </a:r>
            <a:r>
              <a:rPr lang="ru-RU" sz="900" dirty="0">
                <a:latin typeface="Arial" panose="020B0604020202020204" pitchFamily="34" charset="0"/>
                <a:cs typeface="Arial" panose="020B0604020202020204" pitchFamily="34" charset="0"/>
              </a:rPr>
              <a:t> выяснилось, что бизнес-план не соответствует требованиям организации.</a:t>
            </a:r>
          </a:p>
        </p:txBody>
      </p:sp>
    </p:spTree>
    <p:extLst>
      <p:ext uri="{BB962C8B-B14F-4D97-AF65-F5344CB8AC3E}">
        <p14:creationId xmlns:p14="http://schemas.microsoft.com/office/powerpoint/2010/main" val="35290118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46075" y="176213"/>
            <a:ext cx="6557963" cy="3689350"/>
          </a:xfrm>
        </p:spPr>
      </p:sp>
    </p:spTree>
    <p:extLst>
      <p:ext uri="{BB962C8B-B14F-4D97-AF65-F5344CB8AC3E}">
        <p14:creationId xmlns:p14="http://schemas.microsoft.com/office/powerpoint/2010/main" val="22597074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298450" y="147638"/>
            <a:ext cx="6557963" cy="3689350"/>
          </a:xfrm>
        </p:spPr>
      </p:sp>
    </p:spTree>
    <p:extLst>
      <p:ext uri="{BB962C8B-B14F-4D97-AF65-F5344CB8AC3E}">
        <p14:creationId xmlns:p14="http://schemas.microsoft.com/office/powerpoint/2010/main" val="11161475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553551" y="261938"/>
            <a:ext cx="6557963" cy="3689350"/>
          </a:xfrm>
        </p:spPr>
      </p:sp>
    </p:spTree>
    <p:extLst>
      <p:ext uri="{BB962C8B-B14F-4D97-AF65-F5344CB8AC3E}">
        <p14:creationId xmlns:p14="http://schemas.microsoft.com/office/powerpoint/2010/main" val="42165475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553551" y="338138"/>
            <a:ext cx="6557963" cy="3689350"/>
          </a:xfrm>
        </p:spPr>
      </p:sp>
    </p:spTree>
    <p:extLst>
      <p:ext uri="{BB962C8B-B14F-4D97-AF65-F5344CB8AC3E}">
        <p14:creationId xmlns:p14="http://schemas.microsoft.com/office/powerpoint/2010/main" val="19020834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603250" y="557213"/>
            <a:ext cx="6557963" cy="3689350"/>
          </a:xfrm>
        </p:spPr>
      </p:sp>
    </p:spTree>
    <p:extLst>
      <p:ext uri="{BB962C8B-B14F-4D97-AF65-F5344CB8AC3E}">
        <p14:creationId xmlns:p14="http://schemas.microsoft.com/office/powerpoint/2010/main" val="1883599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media1.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media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media1.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media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Master" Target="../slideMasters/slideMaster1.xml"/><Relationship Id="rId3" Type="http://schemas.openxmlformats.org/officeDocument/2006/relationships/oleObject" Target="../embeddings/oleObject1.bin"/></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 кластерами (основной вариант)">
    <p:spTree>
      <p:nvGrpSpPr>
        <p:cNvPr id="1" name=""/>
        <p:cNvGrpSpPr/>
        <p:nvPr/>
      </p:nvGrpSpPr>
      <p:grpSpPr bwMode="auto">
        <a:xfrm>
          <a:off x="0" y="0"/>
          <a:ext cx="0" cy="0"/>
          <a:chOff x="0" y="0"/>
          <a:chExt cx="0" cy="0"/>
        </a:xfrm>
      </p:grpSpPr>
      <p:pic>
        <p:nvPicPr>
          <p:cNvPr id="15" name="BackGroundTitleSlide"/>
          <p:cNvPicPr>
            <a:picLocks noChangeAspect="1"/>
          </p:cNvPicPr>
          <p:nvPr userDrawn="1"/>
        </p:nvPicPr>
        <p:blipFill>
          <a:blip r:embed="rId2">
            <a:alphaModFix/>
          </a:blip>
          <a:stretch/>
        </p:blipFill>
        <p:spPr bwMode="auto">
          <a:xfrm>
            <a:off x="3201" y="762"/>
            <a:ext cx="11396813" cy="6413298"/>
          </a:xfrm>
          <a:prstGeom prst="rect">
            <a:avLst/>
          </a:prstGeom>
        </p:spPr>
      </p:pic>
      <p:sp>
        <p:nvSpPr>
          <p:cNvPr id="2" name="Заголовок 1"/>
          <p:cNvSpPr>
            <a:spLocks noGrp="1"/>
          </p:cNvSpPr>
          <p:nvPr>
            <p:ph type="ctrTitle" hasCustomPrompt="1"/>
          </p:nvPr>
        </p:nvSpPr>
        <p:spPr bwMode="auto">
          <a:xfrm>
            <a:off x="5086561" y="3469021"/>
            <a:ext cx="6335712" cy="873254"/>
          </a:xfrm>
        </p:spPr>
        <p:txBody>
          <a:bodyPr tIns="36000" anchor="t">
            <a:noAutofit/>
          </a:bodyPr>
          <a:lstStyle>
            <a:lvl1pPr>
              <a:lnSpc>
                <a:spcPct val="80000"/>
              </a:lnSpc>
              <a:defRPr lang="ru-RU" sz="3200" b="0" i="0" u="none" strike="noStrike" cap="all" spc="0">
                <a:ln>
                  <a:noFill/>
                </a:ln>
                <a:solidFill>
                  <a:srgbClr val="7E7E7E"/>
                </a:solidFill>
                <a:latin typeface="GPN_DIN Condensed Bold"/>
                <a:ea typeface="GPN_DIN Condensed Bold"/>
                <a:cs typeface="+mj-cs"/>
              </a:defRPr>
            </a:lvl1pPr>
          </a:lstStyle>
          <a:p>
            <a:pPr>
              <a:defRPr/>
            </a:pPr>
            <a:r>
              <a:rPr lang="ru-RU"/>
              <a:t>ШАБЛОН</a:t>
            </a:r>
            <a:br>
              <a:rPr lang="ru-RU"/>
            </a:br>
            <a:r>
              <a:rPr lang="ru-RU"/>
              <a:t>ПРЕЗЕНТАЦИИ</a:t>
            </a:r>
            <a:endParaRPr/>
          </a:p>
        </p:txBody>
      </p:sp>
      <p:sp>
        <p:nvSpPr>
          <p:cNvPr id="45" name="Подзаголовок 2"/>
          <p:cNvSpPr>
            <a:spLocks noGrp="1"/>
          </p:cNvSpPr>
          <p:nvPr>
            <p:ph type="subTitle" idx="1" hasCustomPrompt="1"/>
          </p:nvPr>
        </p:nvSpPr>
        <p:spPr bwMode="auto">
          <a:xfrm>
            <a:off x="256510" y="6213849"/>
            <a:ext cx="3459560" cy="108000"/>
          </a:xfrm>
        </p:spPr>
        <p:txBody>
          <a:bodyPr anchor="t" anchorCtr="0">
            <a:noAutofit/>
          </a:bodyPr>
          <a:lstStyle>
            <a:lvl1pPr marL="0" indent="0" algn="l">
              <a:spcBef>
                <a:spcPts val="450"/>
              </a:spcBef>
              <a:spcAft>
                <a:spcPts val="0"/>
              </a:spcAft>
              <a:buNone/>
              <a:defRPr sz="900" b="0" i="0" cap="none">
                <a:solidFill>
                  <a:srgbClr val="7E7E7E"/>
                </a:solidFill>
                <a:latin typeface="GPN_DIN Condensed Regular"/>
                <a:ea typeface="GPN_DIN Condensed Regular"/>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a:defRPr/>
            </a:pPr>
            <a:r>
              <a:rPr lang="ru-RU"/>
              <a:t>ДАТА</a:t>
            </a:r>
            <a:endParaRPr/>
          </a:p>
        </p:txBody>
      </p:sp>
      <p:sp>
        <p:nvSpPr>
          <p:cNvPr id="46" name="Text Placeholder 5"/>
          <p:cNvSpPr>
            <a:spLocks noGrp="1"/>
          </p:cNvSpPr>
          <p:nvPr>
            <p:ph type="body" sz="quarter" idx="10" hasCustomPrompt="1"/>
          </p:nvPr>
        </p:nvSpPr>
        <p:spPr bwMode="auto">
          <a:xfrm>
            <a:off x="286656" y="5760621"/>
            <a:ext cx="3459568" cy="108000"/>
          </a:xfrm>
        </p:spPr>
        <p:txBody>
          <a:bodyPr vert="horz" lIns="36000" tIns="36000" rIns="36000" bIns="36000" rtlCol="0" anchor="t" anchorCtr="0">
            <a:noAutofit/>
          </a:bodyPr>
          <a:lstStyle>
            <a:lvl1pPr marL="0" indent="64293">
              <a:buNone/>
              <a:defRPr lang="en-US" sz="900" b="0" i="0" cap="none">
                <a:solidFill>
                  <a:srgbClr val="7E7E7E"/>
                </a:solidFill>
                <a:latin typeface="GPN_DIN Condensed Regular"/>
                <a:ea typeface="GPN_DIN Condensed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lvl="0">
              <a:spcBef>
                <a:spcPts val="450"/>
              </a:spcBef>
              <a:defRPr/>
            </a:pPr>
            <a:r>
              <a:rPr lang="en-US"/>
              <a:t>PETROV.PP@GAZPROM-NEFT.RU</a:t>
            </a:r>
            <a:endParaRPr lang="ru-RU"/>
          </a:p>
        </p:txBody>
      </p:sp>
      <p:sp>
        <p:nvSpPr>
          <p:cNvPr id="47" name="Text Placeholder 5"/>
          <p:cNvSpPr>
            <a:spLocks noGrp="1"/>
          </p:cNvSpPr>
          <p:nvPr>
            <p:ph type="body" sz="quarter" idx="11" hasCustomPrompt="1"/>
          </p:nvPr>
        </p:nvSpPr>
        <p:spPr bwMode="auto">
          <a:xfrm>
            <a:off x="286656" y="5590538"/>
            <a:ext cx="3459568" cy="108000"/>
          </a:xfrm>
        </p:spPr>
        <p:txBody>
          <a:bodyPr vert="horz" lIns="36000" tIns="36000" rIns="36000" bIns="36000" rtlCol="0" anchor="t" anchorCtr="0">
            <a:noAutofit/>
          </a:bodyPr>
          <a:lstStyle>
            <a:lvl1pPr marL="0" indent="64293">
              <a:buNone/>
              <a:defRPr lang="en-US" sz="900" b="0" i="0" cap="none">
                <a:solidFill>
                  <a:srgbClr val="7E7E7E"/>
                </a:solidFill>
                <a:latin typeface="GPN_DIN Condensed Regular"/>
                <a:ea typeface="GPN_DIN Condensed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lvl="0">
              <a:spcBef>
                <a:spcPts val="450"/>
              </a:spcBef>
              <a:defRPr/>
            </a:pPr>
            <a:r>
              <a:rPr lang="ru-RU"/>
              <a:t>П.П. ПЕТРОВ</a:t>
            </a:r>
            <a:endParaRPr/>
          </a:p>
        </p:txBody>
      </p:sp>
      <p:sp>
        <p:nvSpPr>
          <p:cNvPr id="48" name="Text Placeholder 5"/>
          <p:cNvSpPr>
            <a:spLocks noGrp="1"/>
          </p:cNvSpPr>
          <p:nvPr>
            <p:ph type="body" sz="quarter" idx="12" hasCustomPrompt="1"/>
          </p:nvPr>
        </p:nvSpPr>
        <p:spPr bwMode="auto">
          <a:xfrm>
            <a:off x="286656" y="5201002"/>
            <a:ext cx="3459568" cy="108000"/>
          </a:xfrm>
        </p:spPr>
        <p:txBody>
          <a:bodyPr vert="horz" lIns="36000" tIns="36000" rIns="36000" bIns="36000" rtlCol="0" anchor="t" anchorCtr="0">
            <a:noAutofit/>
          </a:bodyPr>
          <a:lstStyle>
            <a:lvl1pPr marL="0" indent="64293">
              <a:buNone/>
              <a:defRPr lang="en-US" sz="900" b="0" i="0" cap="none">
                <a:solidFill>
                  <a:srgbClr val="7E7E7E"/>
                </a:solidFill>
                <a:latin typeface="GPN_DIN Condensed Regular"/>
                <a:ea typeface="GPN_DIN Condensed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lvl="0">
              <a:spcBef>
                <a:spcPts val="450"/>
              </a:spcBef>
              <a:defRPr/>
            </a:pPr>
            <a:r>
              <a:rPr lang="ru-RU"/>
              <a:t>НАЗВАНИЕ СТРУКТУРНОГО ПОДРАЗДЕЛЕНИЯ</a:t>
            </a:r>
            <a:endParaRPr/>
          </a:p>
        </p:txBody>
      </p:sp>
      <p:sp>
        <p:nvSpPr>
          <p:cNvPr id="49" name="Text Placeholder 36"/>
          <p:cNvSpPr>
            <a:spLocks noGrp="1"/>
          </p:cNvSpPr>
          <p:nvPr>
            <p:ph type="body" sz="quarter" idx="13" hasCustomPrompt="1"/>
          </p:nvPr>
        </p:nvSpPr>
        <p:spPr bwMode="auto">
          <a:xfrm>
            <a:off x="256114" y="6380539"/>
            <a:ext cx="3459956" cy="108001"/>
          </a:xfrm>
        </p:spPr>
        <p:txBody>
          <a:bodyPr/>
          <a:lstStyle>
            <a:lvl1pPr marL="0" indent="0">
              <a:buNone/>
              <a:defRPr lang="ru-RU" sz="900" b="0" i="0" cap="none">
                <a:solidFill>
                  <a:srgbClr val="7E7E7E"/>
                </a:solidFill>
                <a:latin typeface="GPN_DIN Condensed Regular"/>
                <a:ea typeface="GPN_DIN Condensed Regular"/>
                <a:cs typeface="+mn-cs"/>
              </a:defRPr>
            </a:lvl1pPr>
          </a:lstStyle>
          <a:p>
            <a:pPr lvl="0">
              <a:defRPr/>
            </a:pPr>
            <a:r>
              <a:rPr lang="ru-RU"/>
              <a:t>ВЕРСИЯ</a:t>
            </a:r>
            <a:endParaRPr/>
          </a:p>
        </p:txBody>
      </p:sp>
      <p:sp>
        <p:nvSpPr>
          <p:cNvPr id="51" name="Text Placeholder 36"/>
          <p:cNvSpPr>
            <a:spLocks noGrp="1"/>
          </p:cNvSpPr>
          <p:nvPr>
            <p:ph type="body" sz="quarter" idx="14" hasCustomPrompt="1"/>
          </p:nvPr>
        </p:nvSpPr>
        <p:spPr bwMode="auto">
          <a:xfrm>
            <a:off x="5101805" y="5174964"/>
            <a:ext cx="2718197" cy="113943"/>
          </a:xfrm>
        </p:spPr>
        <p:txBody>
          <a:bodyPr/>
          <a:lstStyle>
            <a:lvl1pPr>
              <a:lnSpc>
                <a:spcPct val="100000"/>
              </a:lnSpc>
              <a:spcBef>
                <a:spcPts val="225"/>
              </a:spcBef>
              <a:defRPr lang="ru-RU" sz="900" b="0" i="0" cap="none">
                <a:solidFill>
                  <a:srgbClr val="7E7E7E"/>
                </a:solidFill>
                <a:latin typeface="GPN_DIN Condensed Regular"/>
                <a:ea typeface="GPN_DIN Condensed Regular"/>
                <a:cs typeface="+mn-cs"/>
              </a:defRPr>
            </a:lvl1pPr>
          </a:lstStyle>
          <a:p>
            <a:pPr lvl="0">
              <a:defRPr/>
            </a:pPr>
            <a:r>
              <a:rPr lang="ru-RU"/>
              <a:t> </a:t>
            </a:r>
            <a:endParaRPr/>
          </a:p>
        </p:txBody>
      </p:sp>
      <p:sp>
        <p:nvSpPr>
          <p:cNvPr id="52" name="Text Placeholder 36"/>
          <p:cNvSpPr>
            <a:spLocks noGrp="1"/>
          </p:cNvSpPr>
          <p:nvPr>
            <p:ph type="body" sz="quarter" idx="15" hasCustomPrompt="1"/>
          </p:nvPr>
        </p:nvSpPr>
        <p:spPr bwMode="auto">
          <a:xfrm>
            <a:off x="5101805" y="6360442"/>
            <a:ext cx="2718197" cy="107998"/>
          </a:xfrm>
        </p:spPr>
        <p:txBody>
          <a:bodyPr/>
          <a:lstStyle>
            <a:lvl1pPr>
              <a:lnSpc>
                <a:spcPct val="100000"/>
              </a:lnSpc>
              <a:spcBef>
                <a:spcPts val="225"/>
              </a:spcBef>
              <a:defRPr lang="ru-RU" sz="900" b="0" i="0" cap="none">
                <a:solidFill>
                  <a:srgbClr val="7E7E7E"/>
                </a:solidFill>
                <a:latin typeface="GPN_DIN Condensed Regular"/>
                <a:ea typeface="GPN_DIN Condensed Regular"/>
                <a:cs typeface="+mn-cs"/>
              </a:defRPr>
            </a:lvl1pPr>
          </a:lstStyle>
          <a:p>
            <a:pPr lvl="0">
              <a:defRPr/>
            </a:pPr>
            <a:r>
              <a:rPr lang="ru-RU"/>
              <a:t> </a:t>
            </a:r>
            <a:endParaRPr/>
          </a:p>
        </p:txBody>
      </p:sp>
      <p:sp>
        <p:nvSpPr>
          <p:cNvPr id="53" name="Text Placeholder 36"/>
          <p:cNvSpPr>
            <a:spLocks noGrp="1"/>
          </p:cNvSpPr>
          <p:nvPr>
            <p:ph type="body" sz="quarter" idx="16" hasCustomPrompt="1"/>
          </p:nvPr>
        </p:nvSpPr>
        <p:spPr bwMode="auto">
          <a:xfrm>
            <a:off x="5101805" y="5329451"/>
            <a:ext cx="2718197" cy="113943"/>
          </a:xfrm>
        </p:spPr>
        <p:txBody>
          <a:bodyPr/>
          <a:lstStyle>
            <a:lvl1pPr>
              <a:lnSpc>
                <a:spcPct val="100000"/>
              </a:lnSpc>
              <a:spcBef>
                <a:spcPts val="0"/>
              </a:spcBef>
              <a:defRPr lang="ru-RU" sz="900" b="0" i="0" cap="none">
                <a:solidFill>
                  <a:srgbClr val="7E7E7E"/>
                </a:solidFill>
                <a:latin typeface="GPN_DIN Condensed Regular"/>
                <a:ea typeface="GPN_DIN Condensed Regular"/>
                <a:cs typeface="+mn-cs"/>
              </a:defRPr>
            </a:lvl1pPr>
          </a:lstStyle>
          <a:p>
            <a:pPr lvl="0">
              <a:defRPr/>
            </a:pPr>
            <a:r>
              <a:rPr lang="ru-RU"/>
              <a:t> </a:t>
            </a:r>
            <a:endParaRPr/>
          </a:p>
        </p:txBody>
      </p:sp>
      <p:sp>
        <p:nvSpPr>
          <p:cNvPr id="54" name="Text Placeholder 36"/>
          <p:cNvSpPr>
            <a:spLocks noGrp="1"/>
          </p:cNvSpPr>
          <p:nvPr>
            <p:ph type="body" sz="quarter" idx="17" hasCustomPrompt="1"/>
          </p:nvPr>
        </p:nvSpPr>
        <p:spPr bwMode="auto">
          <a:xfrm>
            <a:off x="5101805" y="5487988"/>
            <a:ext cx="2718197" cy="113943"/>
          </a:xfrm>
        </p:spPr>
        <p:txBody>
          <a:bodyPr/>
          <a:lstStyle>
            <a:lvl1pPr>
              <a:lnSpc>
                <a:spcPct val="100000"/>
              </a:lnSpc>
              <a:spcBef>
                <a:spcPts val="0"/>
              </a:spcBef>
              <a:defRPr lang="ru-RU" sz="900" b="0" i="0" cap="none">
                <a:solidFill>
                  <a:srgbClr val="7E7E7E"/>
                </a:solidFill>
                <a:latin typeface="GPN_DIN Condensed Regular"/>
                <a:ea typeface="GPN_DIN Condensed Regular"/>
                <a:cs typeface="+mn-cs"/>
              </a:defRPr>
            </a:lvl1pPr>
          </a:lstStyle>
          <a:p>
            <a:pPr lvl="0">
              <a:defRPr/>
            </a:pPr>
            <a:r>
              <a:rPr lang="ru-RU"/>
              <a:t> </a:t>
            </a:r>
            <a:endParaRPr/>
          </a:p>
        </p:txBody>
      </p:sp>
      <p:pic>
        <p:nvPicPr>
          <p:cNvPr id="59" name="Рисунок 50"/>
          <p:cNvPicPr>
            <a:picLocks noChangeAspect="1"/>
          </p:cNvPicPr>
          <p:nvPr userDrawn="1"/>
        </p:nvPicPr>
        <p:blipFill>
          <a:blip r:embed="rId3">
            <a:extLst>
              <a:ext uri="{96DAC541-7B7A-43D3-8B79-37D633B846F1}">
                <asvg:svgBlip xmlns:asvg="http://schemas.microsoft.com/office/drawing/2016/SVG/main" xmlns:w="http://schemas.openxmlformats.org/wordprocessingml/2006/main" xmlns:m="http://schemas.openxmlformats.org/officeDocument/2006/math" xmlns="" r:embed="rId4"/>
              </a:ext>
            </a:extLst>
          </a:blip>
          <a:stretch/>
        </p:blipFill>
        <p:spPr bwMode="auto">
          <a:xfrm>
            <a:off x="10199819" y="5722601"/>
            <a:ext cx="1893991" cy="103854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 визой руководителя и графикой">
    <p:spTree>
      <p:nvGrpSpPr>
        <p:cNvPr id="1" name=""/>
        <p:cNvGrpSpPr/>
        <p:nvPr/>
      </p:nvGrpSpPr>
      <p:grpSpPr bwMode="auto">
        <a:xfrm>
          <a:off x="0" y="0"/>
          <a:ext cx="0" cy="0"/>
          <a:chOff x="0" y="0"/>
          <a:chExt cx="0" cy="0"/>
        </a:xfrm>
      </p:grpSpPr>
      <p:pic>
        <p:nvPicPr>
          <p:cNvPr id="16" name="BackGroundTitleSlide"/>
          <p:cNvPicPr>
            <a:picLocks noChangeAspect="1"/>
          </p:cNvPicPr>
          <p:nvPr userDrawn="1"/>
        </p:nvPicPr>
        <p:blipFill>
          <a:blip r:embed="rId2">
            <a:alphaModFix/>
          </a:blip>
          <a:stretch/>
        </p:blipFill>
        <p:spPr bwMode="auto">
          <a:xfrm>
            <a:off x="3201" y="762"/>
            <a:ext cx="11396813" cy="6413298"/>
          </a:xfrm>
          <a:prstGeom prst="rect">
            <a:avLst/>
          </a:prstGeom>
        </p:spPr>
      </p:pic>
      <p:sp>
        <p:nvSpPr>
          <p:cNvPr id="2" name="Заголовок 1"/>
          <p:cNvSpPr>
            <a:spLocks noGrp="1"/>
          </p:cNvSpPr>
          <p:nvPr>
            <p:ph type="ctrTitle" hasCustomPrompt="1"/>
          </p:nvPr>
        </p:nvSpPr>
        <p:spPr bwMode="auto">
          <a:xfrm>
            <a:off x="5086561" y="3469021"/>
            <a:ext cx="6335712" cy="873254"/>
          </a:xfrm>
        </p:spPr>
        <p:txBody>
          <a:bodyPr tIns="36000" anchor="t">
            <a:noAutofit/>
          </a:bodyPr>
          <a:lstStyle>
            <a:lvl1pPr>
              <a:lnSpc>
                <a:spcPct val="80000"/>
              </a:lnSpc>
              <a:defRPr lang="ru-RU" sz="3200" b="0" i="0" u="none" strike="noStrike" cap="all" spc="0">
                <a:ln>
                  <a:noFill/>
                </a:ln>
                <a:solidFill>
                  <a:srgbClr val="7E7E7E"/>
                </a:solidFill>
                <a:latin typeface="GPN_DIN Condensed Bold"/>
                <a:ea typeface="GPN_DIN Condensed Bold"/>
                <a:cs typeface="+mj-cs"/>
              </a:defRPr>
            </a:lvl1pPr>
          </a:lstStyle>
          <a:p>
            <a:pPr>
              <a:defRPr/>
            </a:pPr>
            <a:r>
              <a:rPr lang="ru-RU"/>
              <a:t>ШАБЛОН</a:t>
            </a:r>
            <a:br>
              <a:rPr lang="ru-RU"/>
            </a:br>
            <a:r>
              <a:rPr lang="ru-RU"/>
              <a:t>ПРЕЗЕНТАЦИИ</a:t>
            </a:r>
            <a:endParaRPr/>
          </a:p>
        </p:txBody>
      </p:sp>
      <p:sp>
        <p:nvSpPr>
          <p:cNvPr id="45" name="Подзаголовок 2"/>
          <p:cNvSpPr>
            <a:spLocks noGrp="1"/>
          </p:cNvSpPr>
          <p:nvPr>
            <p:ph type="subTitle" idx="1" hasCustomPrompt="1"/>
          </p:nvPr>
        </p:nvSpPr>
        <p:spPr bwMode="auto">
          <a:xfrm>
            <a:off x="256510" y="6213849"/>
            <a:ext cx="3459560" cy="108000"/>
          </a:xfrm>
        </p:spPr>
        <p:txBody>
          <a:bodyPr anchor="t" anchorCtr="0">
            <a:noAutofit/>
          </a:bodyPr>
          <a:lstStyle>
            <a:lvl1pPr marL="0" indent="0" algn="l">
              <a:spcBef>
                <a:spcPts val="450"/>
              </a:spcBef>
              <a:spcAft>
                <a:spcPts val="0"/>
              </a:spcAft>
              <a:buNone/>
              <a:defRPr sz="900" b="0" i="0" cap="none">
                <a:solidFill>
                  <a:srgbClr val="7E7E7E"/>
                </a:solidFill>
                <a:latin typeface="GPN_DIN Condensed Regular"/>
                <a:ea typeface="GPN_DIN Condensed Regular"/>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a:defRPr/>
            </a:pPr>
            <a:r>
              <a:rPr lang="ru-RU"/>
              <a:t>ДАТА</a:t>
            </a:r>
            <a:endParaRPr/>
          </a:p>
        </p:txBody>
      </p:sp>
      <p:sp>
        <p:nvSpPr>
          <p:cNvPr id="46" name="Text Placeholder 5"/>
          <p:cNvSpPr>
            <a:spLocks noGrp="1"/>
          </p:cNvSpPr>
          <p:nvPr>
            <p:ph type="body" sz="quarter" idx="10" hasCustomPrompt="1"/>
          </p:nvPr>
        </p:nvSpPr>
        <p:spPr bwMode="auto">
          <a:xfrm>
            <a:off x="286656" y="5760621"/>
            <a:ext cx="3459568" cy="108000"/>
          </a:xfrm>
        </p:spPr>
        <p:txBody>
          <a:bodyPr vert="horz" lIns="36000" tIns="36000" rIns="36000" bIns="36000" rtlCol="0" anchor="t" anchorCtr="0">
            <a:noAutofit/>
          </a:bodyPr>
          <a:lstStyle>
            <a:lvl1pPr marL="0" indent="64293">
              <a:buNone/>
              <a:defRPr lang="en-US" sz="900" b="0" i="0" cap="none">
                <a:solidFill>
                  <a:srgbClr val="7E7E7E"/>
                </a:solidFill>
                <a:latin typeface="GPN_DIN Condensed Regular"/>
                <a:ea typeface="GPN_DIN Condensed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lvl="0">
              <a:spcBef>
                <a:spcPts val="450"/>
              </a:spcBef>
              <a:defRPr/>
            </a:pPr>
            <a:r>
              <a:rPr lang="en-US"/>
              <a:t>PETROV.PP@GAZPROM-NEFT.RU</a:t>
            </a:r>
            <a:endParaRPr lang="ru-RU"/>
          </a:p>
        </p:txBody>
      </p:sp>
      <p:sp>
        <p:nvSpPr>
          <p:cNvPr id="47" name="Text Placeholder 5"/>
          <p:cNvSpPr>
            <a:spLocks noGrp="1"/>
          </p:cNvSpPr>
          <p:nvPr>
            <p:ph type="body" sz="quarter" idx="11" hasCustomPrompt="1"/>
          </p:nvPr>
        </p:nvSpPr>
        <p:spPr bwMode="auto">
          <a:xfrm>
            <a:off x="286656" y="5590538"/>
            <a:ext cx="3459568" cy="108000"/>
          </a:xfrm>
        </p:spPr>
        <p:txBody>
          <a:bodyPr vert="horz" lIns="36000" tIns="36000" rIns="36000" bIns="36000" rtlCol="0" anchor="t" anchorCtr="0">
            <a:noAutofit/>
          </a:bodyPr>
          <a:lstStyle>
            <a:lvl1pPr marL="0" indent="64293">
              <a:buNone/>
              <a:defRPr lang="en-US" sz="900" b="0" i="0" cap="none">
                <a:solidFill>
                  <a:srgbClr val="7E7E7E"/>
                </a:solidFill>
                <a:latin typeface="GPN_DIN Condensed Regular"/>
                <a:ea typeface="GPN_DIN Condensed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lvl="0">
              <a:spcBef>
                <a:spcPts val="450"/>
              </a:spcBef>
              <a:defRPr/>
            </a:pPr>
            <a:r>
              <a:rPr lang="ru-RU"/>
              <a:t>П.П. ПЕТРОВ</a:t>
            </a:r>
            <a:endParaRPr/>
          </a:p>
        </p:txBody>
      </p:sp>
      <p:sp>
        <p:nvSpPr>
          <p:cNvPr id="48" name="Text Placeholder 5"/>
          <p:cNvSpPr>
            <a:spLocks noGrp="1"/>
          </p:cNvSpPr>
          <p:nvPr>
            <p:ph type="body" sz="quarter" idx="12" hasCustomPrompt="1"/>
          </p:nvPr>
        </p:nvSpPr>
        <p:spPr bwMode="auto">
          <a:xfrm>
            <a:off x="286656" y="5201002"/>
            <a:ext cx="3459568" cy="108000"/>
          </a:xfrm>
        </p:spPr>
        <p:txBody>
          <a:bodyPr vert="horz" lIns="36000" tIns="36000" rIns="36000" bIns="36000" rtlCol="0" anchor="t" anchorCtr="0">
            <a:noAutofit/>
          </a:bodyPr>
          <a:lstStyle>
            <a:lvl1pPr marL="0" indent="64293">
              <a:buNone/>
              <a:defRPr lang="en-US" sz="900" b="0" i="0" cap="none">
                <a:solidFill>
                  <a:srgbClr val="7E7E7E"/>
                </a:solidFill>
                <a:latin typeface="GPN_DIN Condensed Regular"/>
                <a:ea typeface="GPN_DIN Condensed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lvl="0">
              <a:spcBef>
                <a:spcPts val="450"/>
              </a:spcBef>
              <a:defRPr/>
            </a:pPr>
            <a:r>
              <a:rPr lang="ru-RU"/>
              <a:t>НАЗВАНИЕ СТРУКТУРНОГО ПОДРАЗДЕЛЕНИЯ</a:t>
            </a:r>
            <a:endParaRPr/>
          </a:p>
        </p:txBody>
      </p:sp>
      <p:sp>
        <p:nvSpPr>
          <p:cNvPr id="49" name="Text Placeholder 36"/>
          <p:cNvSpPr>
            <a:spLocks noGrp="1"/>
          </p:cNvSpPr>
          <p:nvPr>
            <p:ph type="body" sz="quarter" idx="13" hasCustomPrompt="1"/>
          </p:nvPr>
        </p:nvSpPr>
        <p:spPr bwMode="auto">
          <a:xfrm>
            <a:off x="256114" y="6380539"/>
            <a:ext cx="3459956" cy="108001"/>
          </a:xfrm>
        </p:spPr>
        <p:txBody>
          <a:bodyPr/>
          <a:lstStyle>
            <a:lvl1pPr marL="0" indent="0">
              <a:buNone/>
              <a:defRPr lang="ru-RU" sz="900" b="0" i="0" cap="none">
                <a:solidFill>
                  <a:srgbClr val="7E7E7E"/>
                </a:solidFill>
                <a:latin typeface="GPN_DIN Condensed Regular"/>
                <a:ea typeface="GPN_DIN Condensed Regular"/>
                <a:cs typeface="+mn-cs"/>
              </a:defRPr>
            </a:lvl1pPr>
          </a:lstStyle>
          <a:p>
            <a:pPr lvl="0">
              <a:defRPr/>
            </a:pPr>
            <a:r>
              <a:rPr lang="ru-RU"/>
              <a:t>ВЕРСИЯ</a:t>
            </a:r>
            <a:endParaRPr/>
          </a:p>
        </p:txBody>
      </p:sp>
      <p:cxnSp>
        <p:nvCxnSpPr>
          <p:cNvPr id="50" name="Straight Connector 8"/>
          <p:cNvCxnSpPr>
            <a:cxnSpLocks/>
          </p:cNvCxnSpPr>
          <p:nvPr userDrawn="1"/>
        </p:nvCxnSpPr>
        <p:spPr bwMode="auto">
          <a:xfrm>
            <a:off x="5101805" y="6324637"/>
            <a:ext cx="1785938" cy="0"/>
          </a:xfrm>
          <a:prstGeom prst="line">
            <a:avLst/>
          </a:prstGeom>
          <a:ln w="12700">
            <a:solidFill>
              <a:srgbClr val="7E7E7E"/>
            </a:solidFill>
          </a:ln>
        </p:spPr>
        <p:style>
          <a:lnRef idx="1">
            <a:schemeClr val="accent1"/>
          </a:lnRef>
          <a:fillRef idx="0">
            <a:schemeClr val="accent1"/>
          </a:fillRef>
          <a:effectRef idx="0">
            <a:schemeClr val="accent1"/>
          </a:effectRef>
          <a:fontRef idx="minor">
            <a:schemeClr val="tx1"/>
          </a:fontRef>
        </p:style>
      </p:cxnSp>
      <p:sp>
        <p:nvSpPr>
          <p:cNvPr id="51" name="Text Placeholder 36"/>
          <p:cNvSpPr>
            <a:spLocks noGrp="1"/>
          </p:cNvSpPr>
          <p:nvPr>
            <p:ph type="body" sz="quarter" idx="14" hasCustomPrompt="1"/>
          </p:nvPr>
        </p:nvSpPr>
        <p:spPr bwMode="auto">
          <a:xfrm>
            <a:off x="5101805" y="5174964"/>
            <a:ext cx="2718197" cy="113943"/>
          </a:xfrm>
        </p:spPr>
        <p:txBody>
          <a:bodyPr/>
          <a:lstStyle>
            <a:lvl1pPr>
              <a:lnSpc>
                <a:spcPct val="100000"/>
              </a:lnSpc>
              <a:spcBef>
                <a:spcPts val="225"/>
              </a:spcBef>
              <a:defRPr lang="ru-RU" sz="900" b="0" i="0" cap="none">
                <a:solidFill>
                  <a:srgbClr val="7E7E7E"/>
                </a:solidFill>
                <a:latin typeface="GPN_DIN Condensed Regular"/>
                <a:ea typeface="GPN_DIN Condensed Regular"/>
                <a:cs typeface="+mn-cs"/>
              </a:defRPr>
            </a:lvl1pPr>
          </a:lstStyle>
          <a:p>
            <a:pPr lvl="0">
              <a:defRPr/>
            </a:pPr>
            <a:r>
              <a:rPr lang="ru-RU"/>
              <a:t>УТВЕРЖДАЮ:</a:t>
            </a:r>
            <a:endParaRPr/>
          </a:p>
        </p:txBody>
      </p:sp>
      <p:sp>
        <p:nvSpPr>
          <p:cNvPr id="52" name="Text Placeholder 36"/>
          <p:cNvSpPr>
            <a:spLocks noGrp="1"/>
          </p:cNvSpPr>
          <p:nvPr>
            <p:ph type="body" sz="quarter" idx="15" hasCustomPrompt="1"/>
          </p:nvPr>
        </p:nvSpPr>
        <p:spPr bwMode="auto">
          <a:xfrm>
            <a:off x="5101805" y="6360442"/>
            <a:ext cx="2718197" cy="107998"/>
          </a:xfrm>
        </p:spPr>
        <p:txBody>
          <a:bodyPr/>
          <a:lstStyle>
            <a:lvl1pPr>
              <a:lnSpc>
                <a:spcPct val="100000"/>
              </a:lnSpc>
              <a:spcBef>
                <a:spcPts val="225"/>
              </a:spcBef>
              <a:defRPr lang="ru-RU" sz="900" b="0" i="0" cap="none">
                <a:solidFill>
                  <a:srgbClr val="7E7E7E"/>
                </a:solidFill>
                <a:latin typeface="GPN_DIN Condensed Regular"/>
                <a:ea typeface="GPN_DIN Condensed Regular"/>
                <a:cs typeface="+mn-cs"/>
              </a:defRPr>
            </a:lvl1pPr>
          </a:lstStyle>
          <a:p>
            <a:pPr lvl="0">
              <a:defRPr/>
            </a:pPr>
            <a:r>
              <a:rPr lang="ru-RU"/>
              <a:t>И.И. ИВАНОВ</a:t>
            </a:r>
            <a:endParaRPr/>
          </a:p>
        </p:txBody>
      </p:sp>
      <p:sp>
        <p:nvSpPr>
          <p:cNvPr id="53" name="Text Placeholder 36"/>
          <p:cNvSpPr>
            <a:spLocks noGrp="1"/>
          </p:cNvSpPr>
          <p:nvPr>
            <p:ph type="body" sz="quarter" idx="16" hasCustomPrompt="1"/>
          </p:nvPr>
        </p:nvSpPr>
        <p:spPr bwMode="auto">
          <a:xfrm>
            <a:off x="5101805" y="5329451"/>
            <a:ext cx="2718197" cy="113943"/>
          </a:xfrm>
        </p:spPr>
        <p:txBody>
          <a:bodyPr/>
          <a:lstStyle>
            <a:lvl1pPr>
              <a:lnSpc>
                <a:spcPct val="100000"/>
              </a:lnSpc>
              <a:spcBef>
                <a:spcPts val="0"/>
              </a:spcBef>
              <a:defRPr lang="ru-RU" sz="900" b="0" i="0" cap="none">
                <a:solidFill>
                  <a:srgbClr val="7E7E7E"/>
                </a:solidFill>
                <a:latin typeface="GPN_DIN Condensed Regular"/>
                <a:ea typeface="GPN_DIN Condensed Regular"/>
                <a:cs typeface="+mn-cs"/>
              </a:defRPr>
            </a:lvl1pPr>
          </a:lstStyle>
          <a:p>
            <a:pPr lvl="0">
              <a:defRPr/>
            </a:pPr>
            <a:r>
              <a:rPr lang="ru-RU"/>
              <a:t>ДОЛЖНОСТЬ</a:t>
            </a:r>
            <a:endParaRPr/>
          </a:p>
        </p:txBody>
      </p:sp>
      <p:sp>
        <p:nvSpPr>
          <p:cNvPr id="54" name="Text Placeholder 36"/>
          <p:cNvSpPr>
            <a:spLocks noGrp="1"/>
          </p:cNvSpPr>
          <p:nvPr>
            <p:ph type="body" sz="quarter" idx="17" hasCustomPrompt="1"/>
          </p:nvPr>
        </p:nvSpPr>
        <p:spPr bwMode="auto">
          <a:xfrm>
            <a:off x="5101805" y="5487988"/>
            <a:ext cx="2718197" cy="113943"/>
          </a:xfrm>
        </p:spPr>
        <p:txBody>
          <a:bodyPr/>
          <a:lstStyle>
            <a:lvl1pPr>
              <a:lnSpc>
                <a:spcPct val="100000"/>
              </a:lnSpc>
              <a:spcBef>
                <a:spcPts val="0"/>
              </a:spcBef>
              <a:defRPr lang="ru-RU" sz="900" b="0" i="0" cap="none">
                <a:solidFill>
                  <a:srgbClr val="7E7E7E"/>
                </a:solidFill>
                <a:latin typeface="GPN_DIN Condensed Regular"/>
                <a:ea typeface="GPN_DIN Condensed Regular"/>
                <a:cs typeface="+mn-cs"/>
              </a:defRPr>
            </a:lvl1pPr>
          </a:lstStyle>
          <a:p>
            <a:pPr lvl="0">
              <a:defRPr/>
            </a:pPr>
            <a:r>
              <a:rPr lang="ru-RU"/>
              <a:t>В ДВЕ СТРОКИ</a:t>
            </a:r>
            <a:endParaRPr/>
          </a:p>
        </p:txBody>
      </p:sp>
      <p:pic>
        <p:nvPicPr>
          <p:cNvPr id="59" name="Рисунок 50"/>
          <p:cNvPicPr>
            <a:picLocks noChangeAspect="1"/>
          </p:cNvPicPr>
          <p:nvPr userDrawn="1"/>
        </p:nvPicPr>
        <p:blipFill>
          <a:blip r:embed="rId3">
            <a:extLst>
              <a:ext uri="{96DAC541-7B7A-43D3-8B79-37D633B846F1}">
                <asvg:svgBlip xmlns:asvg="http://schemas.microsoft.com/office/drawing/2016/SVG/main" xmlns:w="http://schemas.openxmlformats.org/wordprocessingml/2006/main" xmlns:m="http://schemas.openxmlformats.org/officeDocument/2006/math" xmlns="" r:embed="rId4"/>
              </a:ext>
            </a:extLst>
          </a:blip>
          <a:stretch/>
        </p:blipFill>
        <p:spPr bwMode="auto">
          <a:xfrm>
            <a:off x="10199819" y="5722601"/>
            <a:ext cx="1893991" cy="103854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 кластерами">
    <p:spTree>
      <p:nvGrpSpPr>
        <p:cNvPr id="1" name=""/>
        <p:cNvGrpSpPr/>
        <p:nvPr/>
      </p:nvGrpSpPr>
      <p:grpSpPr bwMode="auto">
        <a:xfrm>
          <a:off x="0" y="0"/>
          <a:ext cx="0" cy="0"/>
          <a:chOff x="0" y="0"/>
          <a:chExt cx="0" cy="0"/>
        </a:xfrm>
      </p:grpSpPr>
      <p:pic>
        <p:nvPicPr>
          <p:cNvPr id="23" name="Picture 22"/>
          <p:cNvPicPr>
            <a:picLocks noChangeAspect="1"/>
          </p:cNvPicPr>
          <p:nvPr/>
        </p:nvPicPr>
        <p:blipFill>
          <a:blip r:embed="rId2"/>
          <a:srcRect t="-1"/>
          <a:stretch/>
        </p:blipFill>
        <p:spPr bwMode="auto">
          <a:xfrm>
            <a:off x="3201" y="762"/>
            <a:ext cx="9931374" cy="4853249"/>
          </a:xfrm>
          <a:prstGeom prst="rect">
            <a:avLst/>
          </a:prstGeom>
        </p:spPr>
      </p:pic>
      <p:sp>
        <p:nvSpPr>
          <p:cNvPr id="2" name="Заголовок 1"/>
          <p:cNvSpPr>
            <a:spLocks noGrp="1"/>
          </p:cNvSpPr>
          <p:nvPr>
            <p:ph type="ctrTitle" hasCustomPrompt="1"/>
          </p:nvPr>
        </p:nvSpPr>
        <p:spPr bwMode="auto">
          <a:xfrm>
            <a:off x="5086561" y="3469021"/>
            <a:ext cx="6335712" cy="873254"/>
          </a:xfrm>
        </p:spPr>
        <p:txBody>
          <a:bodyPr tIns="36000" anchor="t">
            <a:noAutofit/>
          </a:bodyPr>
          <a:lstStyle>
            <a:lvl1pPr>
              <a:lnSpc>
                <a:spcPct val="80000"/>
              </a:lnSpc>
              <a:defRPr lang="ru-RU" sz="3200" b="0" i="0" u="none" strike="noStrike" cap="all" spc="0">
                <a:ln>
                  <a:noFill/>
                </a:ln>
                <a:solidFill>
                  <a:srgbClr val="7E7E7E"/>
                </a:solidFill>
                <a:latin typeface="GPN_DIN Condensed Bold"/>
                <a:ea typeface="GPN_DIN Condensed Bold"/>
                <a:cs typeface="+mj-cs"/>
              </a:defRPr>
            </a:lvl1pPr>
          </a:lstStyle>
          <a:p>
            <a:pPr>
              <a:defRPr/>
            </a:pPr>
            <a:r>
              <a:rPr lang="ru-RU"/>
              <a:t>ШАБЛОН</a:t>
            </a:r>
            <a:br>
              <a:rPr lang="ru-RU"/>
            </a:br>
            <a:r>
              <a:rPr lang="ru-RU"/>
              <a:t>ПРЕЗЕНТАЦИИ</a:t>
            </a:r>
            <a:endParaRPr/>
          </a:p>
        </p:txBody>
      </p:sp>
      <p:sp>
        <p:nvSpPr>
          <p:cNvPr id="45" name="Подзаголовок 2"/>
          <p:cNvSpPr>
            <a:spLocks noGrp="1"/>
          </p:cNvSpPr>
          <p:nvPr>
            <p:ph type="subTitle" idx="1" hasCustomPrompt="1"/>
          </p:nvPr>
        </p:nvSpPr>
        <p:spPr bwMode="auto">
          <a:xfrm>
            <a:off x="256510" y="6213849"/>
            <a:ext cx="3459560" cy="108000"/>
          </a:xfrm>
        </p:spPr>
        <p:txBody>
          <a:bodyPr anchor="t" anchorCtr="0">
            <a:noAutofit/>
          </a:bodyPr>
          <a:lstStyle>
            <a:lvl1pPr marL="0" indent="0" algn="l">
              <a:spcBef>
                <a:spcPts val="450"/>
              </a:spcBef>
              <a:spcAft>
                <a:spcPts val="0"/>
              </a:spcAft>
              <a:buNone/>
              <a:defRPr sz="900" b="0" i="0" cap="none">
                <a:solidFill>
                  <a:srgbClr val="7E7E7E"/>
                </a:solidFill>
                <a:latin typeface="GPN_DIN Condensed Regular"/>
                <a:ea typeface="GPN_DIN Condensed Regular"/>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a:defRPr/>
            </a:pPr>
            <a:r>
              <a:rPr lang="ru-RU"/>
              <a:t>ДАТА</a:t>
            </a:r>
            <a:endParaRPr/>
          </a:p>
        </p:txBody>
      </p:sp>
      <p:sp>
        <p:nvSpPr>
          <p:cNvPr id="46" name="Text Placeholder 5"/>
          <p:cNvSpPr>
            <a:spLocks noGrp="1"/>
          </p:cNvSpPr>
          <p:nvPr>
            <p:ph type="body" sz="quarter" idx="10" hasCustomPrompt="1"/>
          </p:nvPr>
        </p:nvSpPr>
        <p:spPr bwMode="auto">
          <a:xfrm>
            <a:off x="286656" y="5760621"/>
            <a:ext cx="3459568" cy="108000"/>
          </a:xfrm>
        </p:spPr>
        <p:txBody>
          <a:bodyPr vert="horz" lIns="36000" tIns="36000" rIns="36000" bIns="36000" rtlCol="0" anchor="t" anchorCtr="0">
            <a:noAutofit/>
          </a:bodyPr>
          <a:lstStyle>
            <a:lvl1pPr marL="0" indent="64293">
              <a:buNone/>
              <a:defRPr lang="en-US" sz="900" b="0" i="0" cap="none">
                <a:solidFill>
                  <a:srgbClr val="7E7E7E"/>
                </a:solidFill>
                <a:latin typeface="GPN_DIN Condensed Regular"/>
                <a:ea typeface="GPN_DIN Condensed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lvl="0">
              <a:spcBef>
                <a:spcPts val="450"/>
              </a:spcBef>
              <a:defRPr/>
            </a:pPr>
            <a:r>
              <a:rPr lang="en-US"/>
              <a:t>PETROV.PP@GAZPROM-NEFT.RU</a:t>
            </a:r>
            <a:endParaRPr lang="ru-RU"/>
          </a:p>
        </p:txBody>
      </p:sp>
      <p:sp>
        <p:nvSpPr>
          <p:cNvPr id="47" name="Text Placeholder 5"/>
          <p:cNvSpPr>
            <a:spLocks noGrp="1"/>
          </p:cNvSpPr>
          <p:nvPr>
            <p:ph type="body" sz="quarter" idx="11" hasCustomPrompt="1"/>
          </p:nvPr>
        </p:nvSpPr>
        <p:spPr bwMode="auto">
          <a:xfrm>
            <a:off x="286656" y="5590538"/>
            <a:ext cx="3459568" cy="108000"/>
          </a:xfrm>
        </p:spPr>
        <p:txBody>
          <a:bodyPr vert="horz" lIns="36000" tIns="36000" rIns="36000" bIns="36000" rtlCol="0" anchor="t" anchorCtr="0">
            <a:noAutofit/>
          </a:bodyPr>
          <a:lstStyle>
            <a:lvl1pPr marL="0" indent="64293">
              <a:buNone/>
              <a:defRPr lang="en-US" sz="900" b="0" i="0" cap="none">
                <a:solidFill>
                  <a:srgbClr val="7E7E7E"/>
                </a:solidFill>
                <a:latin typeface="GPN_DIN Condensed Regular"/>
                <a:ea typeface="GPN_DIN Condensed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lvl="0">
              <a:spcBef>
                <a:spcPts val="450"/>
              </a:spcBef>
              <a:defRPr/>
            </a:pPr>
            <a:r>
              <a:rPr lang="ru-RU"/>
              <a:t>П.П. ПЕТРОВ</a:t>
            </a:r>
            <a:endParaRPr/>
          </a:p>
        </p:txBody>
      </p:sp>
      <p:sp>
        <p:nvSpPr>
          <p:cNvPr id="48" name="Text Placeholder 5"/>
          <p:cNvSpPr>
            <a:spLocks noGrp="1"/>
          </p:cNvSpPr>
          <p:nvPr>
            <p:ph type="body" sz="quarter" idx="12" hasCustomPrompt="1"/>
          </p:nvPr>
        </p:nvSpPr>
        <p:spPr bwMode="auto">
          <a:xfrm>
            <a:off x="286656" y="5201002"/>
            <a:ext cx="3459568" cy="108000"/>
          </a:xfrm>
        </p:spPr>
        <p:txBody>
          <a:bodyPr vert="horz" lIns="36000" tIns="36000" rIns="36000" bIns="36000" rtlCol="0" anchor="t" anchorCtr="0">
            <a:noAutofit/>
          </a:bodyPr>
          <a:lstStyle>
            <a:lvl1pPr marL="0" indent="64293">
              <a:buNone/>
              <a:defRPr lang="en-US" sz="900" b="0" i="0" cap="none">
                <a:solidFill>
                  <a:srgbClr val="7E7E7E"/>
                </a:solidFill>
                <a:latin typeface="GPN_DIN Condensed Regular"/>
                <a:ea typeface="GPN_DIN Condensed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lvl="0">
              <a:spcBef>
                <a:spcPts val="450"/>
              </a:spcBef>
              <a:defRPr/>
            </a:pPr>
            <a:r>
              <a:rPr lang="ru-RU"/>
              <a:t>НАЗВАНИЕ СТРУКТУРНОГО ПОДРАЗДЕЛЕНИЯ</a:t>
            </a:r>
            <a:endParaRPr/>
          </a:p>
        </p:txBody>
      </p:sp>
      <p:sp>
        <p:nvSpPr>
          <p:cNvPr id="49" name="Text Placeholder 36"/>
          <p:cNvSpPr>
            <a:spLocks noGrp="1"/>
          </p:cNvSpPr>
          <p:nvPr>
            <p:ph type="body" sz="quarter" idx="13" hasCustomPrompt="1"/>
          </p:nvPr>
        </p:nvSpPr>
        <p:spPr bwMode="auto">
          <a:xfrm>
            <a:off x="256114" y="6380539"/>
            <a:ext cx="3459956" cy="108001"/>
          </a:xfrm>
        </p:spPr>
        <p:txBody>
          <a:bodyPr/>
          <a:lstStyle>
            <a:lvl1pPr marL="0" indent="0">
              <a:buNone/>
              <a:defRPr lang="ru-RU" sz="900" b="0" i="0" cap="none">
                <a:solidFill>
                  <a:srgbClr val="7E7E7E"/>
                </a:solidFill>
                <a:latin typeface="GPN_DIN Condensed Regular"/>
                <a:ea typeface="GPN_DIN Condensed Regular"/>
                <a:cs typeface="+mn-cs"/>
              </a:defRPr>
            </a:lvl1pPr>
          </a:lstStyle>
          <a:p>
            <a:pPr lvl="0">
              <a:defRPr/>
            </a:pPr>
            <a:r>
              <a:rPr lang="ru-RU"/>
              <a:t>ВЕРСИЯ</a:t>
            </a:r>
            <a:endParaRPr/>
          </a:p>
        </p:txBody>
      </p:sp>
      <p:pic>
        <p:nvPicPr>
          <p:cNvPr id="59" name="Рисунок 50"/>
          <p:cNvPicPr>
            <a:picLocks noChangeAspect="1"/>
          </p:cNvPicPr>
          <p:nvPr userDrawn="1"/>
        </p:nvPicPr>
        <p:blipFill>
          <a:blip r:embed="rId3">
            <a:extLst>
              <a:ext uri="{96DAC541-7B7A-43D3-8B79-37D633B846F1}">
                <asvg:svgBlip xmlns:asvg="http://schemas.microsoft.com/office/drawing/2016/SVG/main" xmlns:w="http://schemas.openxmlformats.org/wordprocessingml/2006/main" xmlns:m="http://schemas.openxmlformats.org/officeDocument/2006/math" xmlns="" r:embed="rId4"/>
              </a:ext>
            </a:extLst>
          </a:blip>
          <a:stretch/>
        </p:blipFill>
        <p:spPr bwMode="auto">
          <a:xfrm>
            <a:off x="10199819" y="5722601"/>
            <a:ext cx="1893991" cy="103854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 кластерами и визой руководителя">
    <p:spTree>
      <p:nvGrpSpPr>
        <p:cNvPr id="1" name=""/>
        <p:cNvGrpSpPr/>
        <p:nvPr/>
      </p:nvGrpSpPr>
      <p:grpSpPr bwMode="auto">
        <a:xfrm>
          <a:off x="0" y="0"/>
          <a:ext cx="0" cy="0"/>
          <a:chOff x="0" y="0"/>
          <a:chExt cx="0" cy="0"/>
        </a:xfrm>
      </p:grpSpPr>
      <p:pic>
        <p:nvPicPr>
          <p:cNvPr id="23" name="Picture 22"/>
          <p:cNvPicPr>
            <a:picLocks noChangeAspect="1"/>
          </p:cNvPicPr>
          <p:nvPr/>
        </p:nvPicPr>
        <p:blipFill>
          <a:blip r:embed="rId2"/>
          <a:srcRect t="-1"/>
          <a:stretch/>
        </p:blipFill>
        <p:spPr bwMode="auto">
          <a:xfrm>
            <a:off x="-6368" y="761"/>
            <a:ext cx="9939600" cy="4857269"/>
          </a:xfrm>
          <a:prstGeom prst="rect">
            <a:avLst/>
          </a:prstGeom>
        </p:spPr>
      </p:pic>
      <p:sp>
        <p:nvSpPr>
          <p:cNvPr id="2" name="Заголовок 1"/>
          <p:cNvSpPr>
            <a:spLocks noGrp="1"/>
          </p:cNvSpPr>
          <p:nvPr>
            <p:ph type="ctrTitle" hasCustomPrompt="1"/>
          </p:nvPr>
        </p:nvSpPr>
        <p:spPr bwMode="auto">
          <a:xfrm>
            <a:off x="5086561" y="3469021"/>
            <a:ext cx="6335712" cy="873254"/>
          </a:xfrm>
        </p:spPr>
        <p:txBody>
          <a:bodyPr tIns="36000" anchor="t">
            <a:noAutofit/>
          </a:bodyPr>
          <a:lstStyle>
            <a:lvl1pPr>
              <a:lnSpc>
                <a:spcPct val="80000"/>
              </a:lnSpc>
              <a:defRPr lang="ru-RU" sz="3200" b="0" i="0" u="none" strike="noStrike" cap="all" spc="0">
                <a:ln>
                  <a:noFill/>
                </a:ln>
                <a:solidFill>
                  <a:srgbClr val="7E7E7E"/>
                </a:solidFill>
                <a:latin typeface="GPN_DIN Condensed Bold"/>
                <a:ea typeface="GPN_DIN Condensed Bold"/>
                <a:cs typeface="+mj-cs"/>
              </a:defRPr>
            </a:lvl1pPr>
          </a:lstStyle>
          <a:p>
            <a:pPr>
              <a:defRPr/>
            </a:pPr>
            <a:r>
              <a:rPr lang="ru-RU"/>
              <a:t>ШАБЛОН</a:t>
            </a:r>
            <a:br>
              <a:rPr lang="ru-RU"/>
            </a:br>
            <a:r>
              <a:rPr lang="ru-RU"/>
              <a:t>ПРЕЗЕНТАЦИИ</a:t>
            </a:r>
            <a:endParaRPr/>
          </a:p>
        </p:txBody>
      </p:sp>
      <p:sp>
        <p:nvSpPr>
          <p:cNvPr id="45" name="Подзаголовок 2"/>
          <p:cNvSpPr>
            <a:spLocks noGrp="1"/>
          </p:cNvSpPr>
          <p:nvPr>
            <p:ph type="subTitle" idx="1" hasCustomPrompt="1"/>
          </p:nvPr>
        </p:nvSpPr>
        <p:spPr bwMode="auto">
          <a:xfrm>
            <a:off x="256510" y="6213849"/>
            <a:ext cx="3459560" cy="108000"/>
          </a:xfrm>
        </p:spPr>
        <p:txBody>
          <a:bodyPr anchor="t" anchorCtr="0">
            <a:noAutofit/>
          </a:bodyPr>
          <a:lstStyle>
            <a:lvl1pPr marL="0" indent="0" algn="l">
              <a:spcBef>
                <a:spcPts val="450"/>
              </a:spcBef>
              <a:spcAft>
                <a:spcPts val="0"/>
              </a:spcAft>
              <a:buNone/>
              <a:defRPr sz="900" b="0" i="0" cap="none">
                <a:solidFill>
                  <a:srgbClr val="7E7E7E"/>
                </a:solidFill>
                <a:latin typeface="GPN_DIN Condensed Regular"/>
                <a:ea typeface="GPN_DIN Condensed Regular"/>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a:defRPr/>
            </a:pPr>
            <a:r>
              <a:rPr lang="ru-RU"/>
              <a:t>ДАТА</a:t>
            </a:r>
            <a:endParaRPr/>
          </a:p>
        </p:txBody>
      </p:sp>
      <p:sp>
        <p:nvSpPr>
          <p:cNvPr id="46" name="Text Placeholder 5"/>
          <p:cNvSpPr>
            <a:spLocks noGrp="1"/>
          </p:cNvSpPr>
          <p:nvPr>
            <p:ph type="body" sz="quarter" idx="10" hasCustomPrompt="1"/>
          </p:nvPr>
        </p:nvSpPr>
        <p:spPr bwMode="auto">
          <a:xfrm>
            <a:off x="286656" y="5760621"/>
            <a:ext cx="3459568" cy="108000"/>
          </a:xfrm>
        </p:spPr>
        <p:txBody>
          <a:bodyPr vert="horz" lIns="36000" tIns="36000" rIns="36000" bIns="36000" rtlCol="0" anchor="t" anchorCtr="0">
            <a:noAutofit/>
          </a:bodyPr>
          <a:lstStyle>
            <a:lvl1pPr marL="0" indent="64293">
              <a:buNone/>
              <a:defRPr lang="en-US" sz="900" b="0" i="0" cap="none">
                <a:solidFill>
                  <a:srgbClr val="7E7E7E"/>
                </a:solidFill>
                <a:latin typeface="GPN_DIN Condensed Regular"/>
                <a:ea typeface="GPN_DIN Condensed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lvl="0">
              <a:spcBef>
                <a:spcPts val="450"/>
              </a:spcBef>
              <a:defRPr/>
            </a:pPr>
            <a:r>
              <a:rPr lang="en-US"/>
              <a:t>PETROV.PP@GAZPROM-NEFT.RU</a:t>
            </a:r>
            <a:endParaRPr lang="ru-RU"/>
          </a:p>
        </p:txBody>
      </p:sp>
      <p:sp>
        <p:nvSpPr>
          <p:cNvPr id="47" name="Text Placeholder 5"/>
          <p:cNvSpPr>
            <a:spLocks noGrp="1"/>
          </p:cNvSpPr>
          <p:nvPr>
            <p:ph type="body" sz="quarter" idx="11" hasCustomPrompt="1"/>
          </p:nvPr>
        </p:nvSpPr>
        <p:spPr bwMode="auto">
          <a:xfrm>
            <a:off x="286656" y="5590538"/>
            <a:ext cx="3459568" cy="108000"/>
          </a:xfrm>
        </p:spPr>
        <p:txBody>
          <a:bodyPr vert="horz" lIns="36000" tIns="36000" rIns="36000" bIns="36000" rtlCol="0" anchor="t" anchorCtr="0">
            <a:noAutofit/>
          </a:bodyPr>
          <a:lstStyle>
            <a:lvl1pPr marL="0" indent="64293">
              <a:buNone/>
              <a:defRPr lang="en-US" sz="900" b="0" i="0" cap="none">
                <a:solidFill>
                  <a:srgbClr val="7E7E7E"/>
                </a:solidFill>
                <a:latin typeface="GPN_DIN Condensed Regular"/>
                <a:ea typeface="GPN_DIN Condensed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lvl="0">
              <a:spcBef>
                <a:spcPts val="450"/>
              </a:spcBef>
              <a:defRPr/>
            </a:pPr>
            <a:r>
              <a:rPr lang="ru-RU"/>
              <a:t>П.П. ПЕТРОВ</a:t>
            </a:r>
            <a:endParaRPr/>
          </a:p>
        </p:txBody>
      </p:sp>
      <p:sp>
        <p:nvSpPr>
          <p:cNvPr id="48" name="Text Placeholder 5"/>
          <p:cNvSpPr>
            <a:spLocks noGrp="1"/>
          </p:cNvSpPr>
          <p:nvPr>
            <p:ph type="body" sz="quarter" idx="12" hasCustomPrompt="1"/>
          </p:nvPr>
        </p:nvSpPr>
        <p:spPr bwMode="auto">
          <a:xfrm>
            <a:off x="286656" y="5201002"/>
            <a:ext cx="3459568" cy="108000"/>
          </a:xfrm>
        </p:spPr>
        <p:txBody>
          <a:bodyPr vert="horz" lIns="36000" tIns="36000" rIns="36000" bIns="36000" rtlCol="0" anchor="t" anchorCtr="0">
            <a:noAutofit/>
          </a:bodyPr>
          <a:lstStyle>
            <a:lvl1pPr marL="0" indent="64293">
              <a:buNone/>
              <a:defRPr lang="en-US" sz="900" b="0" i="0" cap="none">
                <a:solidFill>
                  <a:srgbClr val="7E7E7E"/>
                </a:solidFill>
                <a:latin typeface="GPN_DIN Condensed Regular"/>
                <a:ea typeface="GPN_DIN Condensed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lvl="0">
              <a:spcBef>
                <a:spcPts val="450"/>
              </a:spcBef>
              <a:defRPr/>
            </a:pPr>
            <a:r>
              <a:rPr lang="ru-RU"/>
              <a:t>НАЗВАНИЕ СТРУКТУРНОГО ПОДРАЗДЕЛЕНИЯ</a:t>
            </a:r>
            <a:endParaRPr/>
          </a:p>
        </p:txBody>
      </p:sp>
      <p:sp>
        <p:nvSpPr>
          <p:cNvPr id="49" name="Text Placeholder 36"/>
          <p:cNvSpPr>
            <a:spLocks noGrp="1"/>
          </p:cNvSpPr>
          <p:nvPr>
            <p:ph type="body" sz="quarter" idx="13" hasCustomPrompt="1"/>
          </p:nvPr>
        </p:nvSpPr>
        <p:spPr bwMode="auto">
          <a:xfrm>
            <a:off x="256114" y="6380539"/>
            <a:ext cx="3459956" cy="108001"/>
          </a:xfrm>
        </p:spPr>
        <p:txBody>
          <a:bodyPr/>
          <a:lstStyle>
            <a:lvl1pPr marL="0" indent="0">
              <a:buNone/>
              <a:defRPr lang="ru-RU" sz="900" b="0" i="0" cap="none">
                <a:solidFill>
                  <a:srgbClr val="7E7E7E"/>
                </a:solidFill>
                <a:latin typeface="GPN_DIN Condensed Regular"/>
                <a:ea typeface="GPN_DIN Condensed Regular"/>
                <a:cs typeface="+mn-cs"/>
              </a:defRPr>
            </a:lvl1pPr>
          </a:lstStyle>
          <a:p>
            <a:pPr lvl="0">
              <a:defRPr/>
            </a:pPr>
            <a:r>
              <a:rPr lang="ru-RU"/>
              <a:t>ВЕРСИЯ</a:t>
            </a:r>
            <a:endParaRPr/>
          </a:p>
        </p:txBody>
      </p:sp>
      <p:cxnSp>
        <p:nvCxnSpPr>
          <p:cNvPr id="50" name="Straight Connector 8"/>
          <p:cNvCxnSpPr>
            <a:cxnSpLocks/>
          </p:cNvCxnSpPr>
          <p:nvPr userDrawn="1"/>
        </p:nvCxnSpPr>
        <p:spPr bwMode="auto">
          <a:xfrm>
            <a:off x="5101805" y="6324637"/>
            <a:ext cx="1785938" cy="0"/>
          </a:xfrm>
          <a:prstGeom prst="line">
            <a:avLst/>
          </a:prstGeom>
          <a:ln w="12700">
            <a:solidFill>
              <a:srgbClr val="7E7E7E"/>
            </a:solidFill>
          </a:ln>
        </p:spPr>
        <p:style>
          <a:lnRef idx="1">
            <a:schemeClr val="accent1"/>
          </a:lnRef>
          <a:fillRef idx="0">
            <a:schemeClr val="accent1"/>
          </a:fillRef>
          <a:effectRef idx="0">
            <a:schemeClr val="accent1"/>
          </a:effectRef>
          <a:fontRef idx="minor">
            <a:schemeClr val="tx1"/>
          </a:fontRef>
        </p:style>
      </p:cxnSp>
      <p:sp>
        <p:nvSpPr>
          <p:cNvPr id="51" name="Text Placeholder 36"/>
          <p:cNvSpPr>
            <a:spLocks noGrp="1"/>
          </p:cNvSpPr>
          <p:nvPr>
            <p:ph type="body" sz="quarter" idx="14" hasCustomPrompt="1"/>
          </p:nvPr>
        </p:nvSpPr>
        <p:spPr bwMode="auto">
          <a:xfrm>
            <a:off x="5101805" y="5174964"/>
            <a:ext cx="2718197" cy="113943"/>
          </a:xfrm>
        </p:spPr>
        <p:txBody>
          <a:bodyPr/>
          <a:lstStyle>
            <a:lvl1pPr>
              <a:lnSpc>
                <a:spcPct val="100000"/>
              </a:lnSpc>
              <a:spcBef>
                <a:spcPts val="225"/>
              </a:spcBef>
              <a:defRPr lang="ru-RU" sz="900" b="0" i="0" cap="none">
                <a:solidFill>
                  <a:srgbClr val="7E7E7E"/>
                </a:solidFill>
                <a:latin typeface="GPN_DIN Condensed Regular"/>
                <a:ea typeface="GPN_DIN Condensed Regular"/>
                <a:cs typeface="+mn-cs"/>
              </a:defRPr>
            </a:lvl1pPr>
          </a:lstStyle>
          <a:p>
            <a:pPr lvl="0">
              <a:defRPr/>
            </a:pPr>
            <a:r>
              <a:rPr lang="ru-RU"/>
              <a:t>УТВЕРЖДАЮ:</a:t>
            </a:r>
            <a:endParaRPr/>
          </a:p>
        </p:txBody>
      </p:sp>
      <p:sp>
        <p:nvSpPr>
          <p:cNvPr id="52" name="Text Placeholder 36"/>
          <p:cNvSpPr>
            <a:spLocks noGrp="1"/>
          </p:cNvSpPr>
          <p:nvPr>
            <p:ph type="body" sz="quarter" idx="15" hasCustomPrompt="1"/>
          </p:nvPr>
        </p:nvSpPr>
        <p:spPr bwMode="auto">
          <a:xfrm>
            <a:off x="5101805" y="6360442"/>
            <a:ext cx="2718197" cy="107998"/>
          </a:xfrm>
        </p:spPr>
        <p:txBody>
          <a:bodyPr/>
          <a:lstStyle>
            <a:lvl1pPr>
              <a:lnSpc>
                <a:spcPct val="100000"/>
              </a:lnSpc>
              <a:spcBef>
                <a:spcPts val="225"/>
              </a:spcBef>
              <a:defRPr lang="ru-RU" sz="900" b="0" i="0" cap="none">
                <a:solidFill>
                  <a:srgbClr val="7E7E7E"/>
                </a:solidFill>
                <a:latin typeface="GPN_DIN Condensed Regular"/>
                <a:ea typeface="GPN_DIN Condensed Regular"/>
                <a:cs typeface="+mn-cs"/>
              </a:defRPr>
            </a:lvl1pPr>
          </a:lstStyle>
          <a:p>
            <a:pPr lvl="0">
              <a:defRPr/>
            </a:pPr>
            <a:r>
              <a:rPr lang="ru-RU"/>
              <a:t>И.И. ИВАНОВ</a:t>
            </a:r>
            <a:endParaRPr/>
          </a:p>
        </p:txBody>
      </p:sp>
      <p:sp>
        <p:nvSpPr>
          <p:cNvPr id="53" name="Text Placeholder 36"/>
          <p:cNvSpPr>
            <a:spLocks noGrp="1"/>
          </p:cNvSpPr>
          <p:nvPr>
            <p:ph type="body" sz="quarter" idx="16" hasCustomPrompt="1"/>
          </p:nvPr>
        </p:nvSpPr>
        <p:spPr bwMode="auto">
          <a:xfrm>
            <a:off x="5101805" y="5329451"/>
            <a:ext cx="2718197" cy="113943"/>
          </a:xfrm>
        </p:spPr>
        <p:txBody>
          <a:bodyPr/>
          <a:lstStyle>
            <a:lvl1pPr>
              <a:lnSpc>
                <a:spcPct val="100000"/>
              </a:lnSpc>
              <a:spcBef>
                <a:spcPts val="0"/>
              </a:spcBef>
              <a:defRPr lang="ru-RU" sz="900" b="0" i="0" cap="none">
                <a:solidFill>
                  <a:srgbClr val="7E7E7E"/>
                </a:solidFill>
                <a:latin typeface="GPN_DIN Condensed Regular"/>
                <a:ea typeface="GPN_DIN Condensed Regular"/>
                <a:cs typeface="+mn-cs"/>
              </a:defRPr>
            </a:lvl1pPr>
          </a:lstStyle>
          <a:p>
            <a:pPr lvl="0">
              <a:defRPr/>
            </a:pPr>
            <a:r>
              <a:rPr lang="ru-RU"/>
              <a:t>ДОЛЖНОСТЬ</a:t>
            </a:r>
            <a:endParaRPr/>
          </a:p>
        </p:txBody>
      </p:sp>
      <p:sp>
        <p:nvSpPr>
          <p:cNvPr id="54" name="Text Placeholder 36"/>
          <p:cNvSpPr>
            <a:spLocks noGrp="1"/>
          </p:cNvSpPr>
          <p:nvPr>
            <p:ph type="body" sz="quarter" idx="17" hasCustomPrompt="1"/>
          </p:nvPr>
        </p:nvSpPr>
        <p:spPr bwMode="auto">
          <a:xfrm>
            <a:off x="5101805" y="5487988"/>
            <a:ext cx="2718197" cy="113943"/>
          </a:xfrm>
        </p:spPr>
        <p:txBody>
          <a:bodyPr/>
          <a:lstStyle>
            <a:lvl1pPr>
              <a:lnSpc>
                <a:spcPct val="100000"/>
              </a:lnSpc>
              <a:spcBef>
                <a:spcPts val="0"/>
              </a:spcBef>
              <a:defRPr lang="ru-RU" sz="900" b="0" i="0" cap="none">
                <a:solidFill>
                  <a:srgbClr val="7E7E7E"/>
                </a:solidFill>
                <a:latin typeface="GPN_DIN Condensed Regular"/>
                <a:ea typeface="GPN_DIN Condensed Regular"/>
                <a:cs typeface="+mn-cs"/>
              </a:defRPr>
            </a:lvl1pPr>
          </a:lstStyle>
          <a:p>
            <a:pPr lvl="0">
              <a:defRPr/>
            </a:pPr>
            <a:r>
              <a:rPr lang="ru-RU"/>
              <a:t>В ДВЕ СТРОКИ</a:t>
            </a:r>
            <a:endParaRPr/>
          </a:p>
        </p:txBody>
      </p:sp>
      <p:pic>
        <p:nvPicPr>
          <p:cNvPr id="59" name="Рисунок 50"/>
          <p:cNvPicPr>
            <a:picLocks noChangeAspect="1"/>
          </p:cNvPicPr>
          <p:nvPr userDrawn="1"/>
        </p:nvPicPr>
        <p:blipFill>
          <a:blip r:embed="rId3">
            <a:extLst>
              <a:ext uri="{96DAC541-7B7A-43D3-8B79-37D633B846F1}">
                <asvg:svgBlip xmlns:asvg="http://schemas.microsoft.com/office/drawing/2016/SVG/main" xmlns:w="http://schemas.openxmlformats.org/wordprocessingml/2006/main" xmlns:m="http://schemas.openxmlformats.org/officeDocument/2006/math" xmlns="" r:embed="rId4"/>
              </a:ext>
            </a:extLst>
          </a:blip>
          <a:stretch/>
        </p:blipFill>
        <p:spPr bwMode="auto">
          <a:xfrm>
            <a:off x="10199819" y="5722601"/>
            <a:ext cx="1893991" cy="103854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preserve="1" userDrawn="1">
  <p:cSld name="Пустой слайд">
    <p:bg>
      <p:bgPr>
        <a:solidFill>
          <a:schemeClr val="bg1"/>
        </a:solidFill>
        <a:effectLst/>
      </p:bgPr>
    </p:bg>
    <p:spTree>
      <p:nvGrpSpPr>
        <p:cNvPr id="1" name=""/>
        <p:cNvGrpSpPr/>
        <p:nvPr/>
      </p:nvGrpSpPr>
      <p:grpSpPr bwMode="auto">
        <a:xfrm>
          <a:off x="0" y="0"/>
          <a:ext cx="0" cy="0"/>
          <a:chOff x="0" y="0"/>
          <a:chExt cx="0" cy="0"/>
        </a:xfrm>
      </p:grpSpPr>
      <p:sp>
        <p:nvSpPr>
          <p:cNvPr id="5"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spc="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Пустой слайд Заголовок 1 строка">
    <p:spTree>
      <p:nvGrpSpPr>
        <p:cNvPr id="1" name=""/>
        <p:cNvGrpSpPr/>
        <p:nvPr/>
      </p:nvGrpSpPr>
      <p:grpSpPr bwMode="auto">
        <a:xfrm>
          <a:off x="0" y="0"/>
          <a:ext cx="0" cy="0"/>
          <a:chOff x="0" y="0"/>
          <a:chExt cx="0" cy="0"/>
        </a:xfrm>
      </p:grpSpPr>
      <p:sp>
        <p:nvSpPr>
          <p:cNvPr id="19"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21"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17"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18"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Пустой слайд Заголовок 2 строки">
    <p:spTree>
      <p:nvGrpSpPr>
        <p:cNvPr id="1" name=""/>
        <p:cNvGrpSpPr/>
        <p:nvPr/>
      </p:nvGrpSpPr>
      <p:grpSpPr bwMode="auto">
        <a:xfrm>
          <a:off x="0" y="0"/>
          <a:ext cx="0" cy="0"/>
          <a:chOff x="0" y="0"/>
          <a:chExt cx="0" cy="0"/>
        </a:xfrm>
      </p:grpSpPr>
      <p:sp>
        <p:nvSpPr>
          <p:cNvPr id="19"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17"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18"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
        <p:nvSpPr>
          <p:cNvPr id="6"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br>
              <a:rPr lang="ru-RU"/>
            </a:br>
            <a:r>
              <a:rPr lang="ru-RU"/>
              <a:t>в 2 строки</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Разделительный 1 строка">
    <p:bg>
      <p:bgPr>
        <a:solidFill>
          <a:schemeClr val="bg1"/>
        </a:solidFill>
        <a:effectLst/>
      </p:bgPr>
    </p:bg>
    <p:spTree>
      <p:nvGrpSpPr>
        <p:cNvPr id="1" name=""/>
        <p:cNvGrpSpPr/>
        <p:nvPr/>
      </p:nvGrpSpPr>
      <p:grpSpPr bwMode="auto">
        <a:xfrm>
          <a:off x="0" y="0"/>
          <a:ext cx="0" cy="0"/>
          <a:chOff x="0" y="0"/>
          <a:chExt cx="0" cy="0"/>
        </a:xfrm>
      </p:grpSpPr>
      <p:sp>
        <p:nvSpPr>
          <p:cNvPr id="20" name="Text Placeholder 4"/>
          <p:cNvSpPr>
            <a:spLocks noGrp="1"/>
          </p:cNvSpPr>
          <p:nvPr>
            <p:ph type="body" sz="quarter" idx="13" hasCustomPrompt="1"/>
          </p:nvPr>
        </p:nvSpPr>
        <p:spPr bwMode="auto">
          <a:xfrm>
            <a:off x="321804" y="2317373"/>
            <a:ext cx="1428751" cy="352425"/>
          </a:xfrm>
          <a:prstGeom prst="rect">
            <a:avLst/>
          </a:prstGeom>
          <a:ln>
            <a:solidFill>
              <a:srgbClr val="004596"/>
            </a:solidFill>
          </a:ln>
        </p:spPr>
        <p:txBody>
          <a:bodyPr lIns="36000" rIns="36000"/>
          <a:lstStyle>
            <a:lvl1pPr>
              <a:defRPr lang="ru-RU" sz="2000" b="0" i="0" u="none" strike="noStrike" cap="none" spc="0">
                <a:ln>
                  <a:noFill/>
                </a:ln>
                <a:solidFill>
                  <a:srgbClr val="004596"/>
                </a:solidFill>
                <a:latin typeface="GPN_DIN Condensed Bold"/>
                <a:ea typeface="GPN_DIN Condensed Bold"/>
                <a:cs typeface="+mn-cs"/>
              </a:defRPr>
            </a:lvl1pPr>
          </a:lstStyle>
          <a:p>
            <a:pPr lvl="0">
              <a:defRPr/>
            </a:pPr>
            <a:r>
              <a:rPr lang="ru-RU"/>
              <a:t>РАЗДЕЛ 01</a:t>
            </a:r>
            <a:endParaRPr/>
          </a:p>
        </p:txBody>
      </p:sp>
      <p:sp>
        <p:nvSpPr>
          <p:cNvPr id="26" name="Text Placeholder 4"/>
          <p:cNvSpPr>
            <a:spLocks noGrp="1"/>
          </p:cNvSpPr>
          <p:nvPr>
            <p:ph type="body" sz="quarter" idx="14" hasCustomPrompt="1"/>
          </p:nvPr>
        </p:nvSpPr>
        <p:spPr bwMode="auto">
          <a:xfrm>
            <a:off x="321804" y="4087211"/>
            <a:ext cx="3469146" cy="215468"/>
          </a:xfrm>
          <a:prstGeom prst="rect">
            <a:avLst/>
          </a:prstGeom>
          <a:ln>
            <a:solidFill>
              <a:srgbClr val="004596"/>
            </a:solidFill>
          </a:ln>
        </p:spPr>
        <p:txBody>
          <a:bodyPr lIns="36000" tIns="36000" rIns="36000" bIns="36000"/>
          <a:lstStyle>
            <a:lvl1pPr>
              <a:defRPr lang="ru-RU" sz="2000" b="0" i="0" u="none" strike="noStrike" cap="none" spc="0">
                <a:ln>
                  <a:noFill/>
                </a:ln>
                <a:solidFill>
                  <a:srgbClr val="004596"/>
                </a:solidFill>
                <a:latin typeface="+mj-lt"/>
                <a:ea typeface="GPN_DIN Condensed Regular"/>
                <a:cs typeface="+mn-cs"/>
              </a:defRPr>
            </a:lvl1pPr>
          </a:lstStyle>
          <a:p>
            <a:pPr lvl="0">
              <a:defRPr/>
            </a:pPr>
            <a:r>
              <a:rPr lang="ru-RU"/>
              <a:t>АННОТАЦИЯ К РАЗДЕЛУ</a:t>
            </a:r>
            <a:endParaRPr/>
          </a:p>
        </p:txBody>
      </p:sp>
      <p:sp>
        <p:nvSpPr>
          <p:cNvPr id="27" name="Text Placeholder 4"/>
          <p:cNvSpPr>
            <a:spLocks noGrp="1"/>
          </p:cNvSpPr>
          <p:nvPr>
            <p:ph type="body" sz="quarter" idx="15" hasCustomPrompt="1"/>
          </p:nvPr>
        </p:nvSpPr>
        <p:spPr bwMode="auto">
          <a:xfrm>
            <a:off x="321803" y="3093668"/>
            <a:ext cx="10920819" cy="472112"/>
          </a:xfrm>
          <a:prstGeom prst="rect">
            <a:avLst/>
          </a:prstGeom>
          <a:ln>
            <a:solidFill>
              <a:srgbClr val="004596"/>
            </a:solidFill>
          </a:ln>
        </p:spPr>
        <p:txBody>
          <a:bodyPr lIns="36000" rIns="36000">
            <a:noAutofit/>
          </a:bodyPr>
          <a:lstStyle>
            <a:lvl1pPr>
              <a:lnSpc>
                <a:spcPct val="80000"/>
              </a:lnSpc>
              <a:spcBef>
                <a:spcPts val="0"/>
              </a:spcBef>
              <a:defRPr lang="ru-RU" sz="4000" b="0" i="0" u="none" strike="noStrike" cap="none" spc="0">
                <a:ln>
                  <a:noFill/>
                </a:ln>
                <a:solidFill>
                  <a:srgbClr val="004596"/>
                </a:solidFill>
                <a:latin typeface="GPN_DIN Condensed Bold"/>
                <a:ea typeface="GPN_DIN Condensed Bold"/>
                <a:cs typeface="+mn-cs"/>
              </a:defRPr>
            </a:lvl1pPr>
          </a:lstStyle>
          <a:p>
            <a:pPr lvl="0">
              <a:defRPr/>
            </a:pPr>
            <a:r>
              <a:rPr lang="ru-RU"/>
              <a:t>НАЗВАНИЕ РАЗДЕЛА В ОДНУ СТРОКУ</a:t>
            </a:r>
            <a:endParaRPr/>
          </a:p>
        </p:txBody>
      </p:sp>
      <p:cxnSp>
        <p:nvCxnSpPr>
          <p:cNvPr id="28" name="Straight Connector 14"/>
          <p:cNvCxnSpPr>
            <a:cxnSpLocks/>
          </p:cNvCxnSpPr>
          <p:nvPr userDrawn="1"/>
        </p:nvCxnSpPr>
        <p:spPr bwMode="auto">
          <a:xfrm>
            <a:off x="335967" y="2961043"/>
            <a:ext cx="675871" cy="0"/>
          </a:xfrm>
          <a:prstGeom prst="line">
            <a:avLst/>
          </a:prstGeom>
          <a:ln w="57150">
            <a:solidFill>
              <a:srgbClr val="004596"/>
            </a:solidFill>
          </a:ln>
        </p:spPr>
        <p:style>
          <a:lnRef idx="1">
            <a:schemeClr val="accent1"/>
          </a:lnRef>
          <a:fillRef idx="0">
            <a:schemeClr val="accent1"/>
          </a:fillRef>
          <a:effectRef idx="0">
            <a:schemeClr val="accent1"/>
          </a:effectRef>
          <a:fontRef idx="minor">
            <a:schemeClr val="tx1"/>
          </a:fontRef>
        </p:style>
      </p:cxnSp>
      <p:cxnSp>
        <p:nvCxnSpPr>
          <p:cNvPr id="29" name="Straight Connector 24"/>
          <p:cNvCxnSpPr>
            <a:cxnSpLocks/>
          </p:cNvCxnSpPr>
          <p:nvPr userDrawn="1"/>
        </p:nvCxnSpPr>
        <p:spPr bwMode="auto">
          <a:xfrm>
            <a:off x="335967" y="3698405"/>
            <a:ext cx="675871" cy="0"/>
          </a:xfrm>
          <a:prstGeom prst="line">
            <a:avLst/>
          </a:prstGeom>
          <a:ln w="57150">
            <a:solidFill>
              <a:srgbClr val="004596"/>
            </a:solidFill>
          </a:ln>
        </p:spPr>
        <p:style>
          <a:lnRef idx="1">
            <a:schemeClr val="accent1"/>
          </a:lnRef>
          <a:fillRef idx="0">
            <a:schemeClr val="accent1"/>
          </a:fillRef>
          <a:effectRef idx="0">
            <a:schemeClr val="accent1"/>
          </a:effectRef>
          <a:fontRef idx="minor">
            <a:schemeClr val="tx1"/>
          </a:fontRef>
        </p:style>
      </p:cxnSp>
      <p:sp>
        <p:nvSpPr>
          <p:cNvPr id="8"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userDrawn="1">
  <p:cSld name="Разделительный 2 строки">
    <p:bg>
      <p:bgPr>
        <a:solidFill>
          <a:schemeClr val="bg1"/>
        </a:solidFill>
        <a:effectLst/>
      </p:bgPr>
    </p:bg>
    <p:spTree>
      <p:nvGrpSpPr>
        <p:cNvPr id="1" name=""/>
        <p:cNvGrpSpPr/>
        <p:nvPr/>
      </p:nvGrpSpPr>
      <p:grpSpPr bwMode="auto">
        <a:xfrm>
          <a:off x="0" y="0"/>
          <a:ext cx="0" cy="0"/>
          <a:chOff x="0" y="0"/>
          <a:chExt cx="0" cy="0"/>
        </a:xfrm>
      </p:grpSpPr>
      <p:sp>
        <p:nvSpPr>
          <p:cNvPr id="9" name="Text Placeholder 4"/>
          <p:cNvSpPr>
            <a:spLocks noGrp="1"/>
          </p:cNvSpPr>
          <p:nvPr>
            <p:ph type="body" sz="quarter" idx="13" hasCustomPrompt="1"/>
          </p:nvPr>
        </p:nvSpPr>
        <p:spPr bwMode="auto">
          <a:xfrm>
            <a:off x="321804" y="2317373"/>
            <a:ext cx="1428751" cy="352425"/>
          </a:xfrm>
          <a:prstGeom prst="rect">
            <a:avLst/>
          </a:prstGeom>
          <a:ln>
            <a:solidFill>
              <a:srgbClr val="004596"/>
            </a:solidFill>
          </a:ln>
        </p:spPr>
        <p:txBody>
          <a:bodyPr lIns="36000" rIns="36000"/>
          <a:lstStyle>
            <a:lvl1pPr>
              <a:defRPr lang="ru-RU" sz="2000" b="0" i="0" u="none" strike="noStrike" cap="none" spc="0">
                <a:ln>
                  <a:noFill/>
                </a:ln>
                <a:solidFill>
                  <a:srgbClr val="004596"/>
                </a:solidFill>
                <a:latin typeface="GPN_DIN Condensed Bold"/>
                <a:ea typeface="GPN_DIN Condensed Bold"/>
                <a:cs typeface="+mn-cs"/>
              </a:defRPr>
            </a:lvl1pPr>
          </a:lstStyle>
          <a:p>
            <a:pPr lvl="0">
              <a:defRPr/>
            </a:pPr>
            <a:r>
              <a:rPr lang="ru-RU"/>
              <a:t>РАЗДЕЛ 01</a:t>
            </a:r>
            <a:endParaRPr/>
          </a:p>
        </p:txBody>
      </p:sp>
      <p:sp>
        <p:nvSpPr>
          <p:cNvPr id="11" name="Text Placeholder 4"/>
          <p:cNvSpPr>
            <a:spLocks noGrp="1"/>
          </p:cNvSpPr>
          <p:nvPr>
            <p:ph type="body" sz="quarter" idx="15" hasCustomPrompt="1"/>
          </p:nvPr>
        </p:nvSpPr>
        <p:spPr bwMode="auto">
          <a:xfrm>
            <a:off x="321804" y="3094127"/>
            <a:ext cx="4311156" cy="942269"/>
          </a:xfrm>
          <a:prstGeom prst="rect">
            <a:avLst/>
          </a:prstGeom>
          <a:ln>
            <a:solidFill>
              <a:srgbClr val="004596"/>
            </a:solidFill>
          </a:ln>
        </p:spPr>
        <p:txBody>
          <a:bodyPr lIns="36000" rIns="36000">
            <a:noAutofit/>
          </a:bodyPr>
          <a:lstStyle>
            <a:lvl1pPr>
              <a:lnSpc>
                <a:spcPct val="80000"/>
              </a:lnSpc>
              <a:spcBef>
                <a:spcPts val="0"/>
              </a:spcBef>
              <a:defRPr lang="ru-RU" sz="4000" b="0" i="0" u="none" strike="noStrike" cap="none" spc="0">
                <a:ln>
                  <a:noFill/>
                </a:ln>
                <a:solidFill>
                  <a:srgbClr val="004596"/>
                </a:solidFill>
                <a:latin typeface="GPN_DIN Condensed Bold"/>
                <a:ea typeface="GPN_DIN Condensed Bold"/>
                <a:cs typeface="+mn-cs"/>
              </a:defRPr>
            </a:lvl1pPr>
          </a:lstStyle>
          <a:p>
            <a:pPr lvl="0">
              <a:defRPr/>
            </a:pPr>
            <a:r>
              <a:rPr lang="ru-RU"/>
              <a:t>НАЗВАНИЕ РАЗДЕЛА В ДВЕ СТРОКИ</a:t>
            </a:r>
            <a:endParaRPr/>
          </a:p>
        </p:txBody>
      </p:sp>
      <p:sp>
        <p:nvSpPr>
          <p:cNvPr id="12" name="Text Placeholder 4"/>
          <p:cNvSpPr>
            <a:spLocks noGrp="1"/>
          </p:cNvSpPr>
          <p:nvPr>
            <p:ph type="body" sz="quarter" idx="14" hasCustomPrompt="1"/>
          </p:nvPr>
        </p:nvSpPr>
        <p:spPr bwMode="auto">
          <a:xfrm>
            <a:off x="321804" y="4740194"/>
            <a:ext cx="3469146" cy="215468"/>
          </a:xfrm>
          <a:prstGeom prst="rect">
            <a:avLst/>
          </a:prstGeom>
          <a:ln>
            <a:solidFill>
              <a:srgbClr val="004596"/>
            </a:solidFill>
          </a:ln>
        </p:spPr>
        <p:txBody>
          <a:bodyPr lIns="36000" tIns="36000" rIns="36000" bIns="36000"/>
          <a:lstStyle>
            <a:lvl1pPr>
              <a:defRPr lang="ru-RU" sz="2000" b="0" i="0" u="none" strike="noStrike" cap="none" spc="0">
                <a:ln>
                  <a:noFill/>
                </a:ln>
                <a:solidFill>
                  <a:srgbClr val="004596"/>
                </a:solidFill>
                <a:latin typeface="+mn-lt"/>
                <a:ea typeface="GPN_DIN Condensed Regular"/>
                <a:cs typeface="+mn-cs"/>
              </a:defRPr>
            </a:lvl1pPr>
          </a:lstStyle>
          <a:p>
            <a:pPr lvl="0">
              <a:defRPr/>
            </a:pPr>
            <a:r>
              <a:rPr lang="ru-RU"/>
              <a:t>АННОТАЦИЯ К РАЗДЕЛУ</a:t>
            </a:r>
            <a:endParaRPr/>
          </a:p>
        </p:txBody>
      </p:sp>
      <p:sp>
        <p:nvSpPr>
          <p:cNvPr id="8"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Контакты">
    <p:bg>
      <p:bgPr>
        <a:solidFill>
          <a:schemeClr val="bg1"/>
        </a:solidFill>
        <a:effectLst/>
      </p:bgPr>
    </p:bg>
    <p:spTree>
      <p:nvGrpSpPr>
        <p:cNvPr id="1" name=""/>
        <p:cNvGrpSpPr/>
        <p:nvPr/>
      </p:nvGrpSpPr>
      <p:grpSpPr bwMode="auto">
        <a:xfrm>
          <a:off x="0" y="0"/>
          <a:ext cx="0" cy="0"/>
          <a:chOff x="0" y="0"/>
          <a:chExt cx="0" cy="0"/>
        </a:xfrm>
      </p:grpSpPr>
      <p:sp>
        <p:nvSpPr>
          <p:cNvPr id="26" name="Text Placeholder 4"/>
          <p:cNvSpPr>
            <a:spLocks noGrp="1"/>
          </p:cNvSpPr>
          <p:nvPr>
            <p:ph type="body" sz="quarter" idx="14" hasCustomPrompt="1"/>
          </p:nvPr>
        </p:nvSpPr>
        <p:spPr bwMode="auto">
          <a:xfrm>
            <a:off x="321804" y="4087211"/>
            <a:ext cx="3469146" cy="215468"/>
          </a:xfrm>
          <a:prstGeom prst="rect">
            <a:avLst/>
          </a:prstGeom>
          <a:ln>
            <a:solidFill>
              <a:srgbClr val="004596"/>
            </a:solidFill>
          </a:ln>
        </p:spPr>
        <p:txBody>
          <a:bodyPr lIns="36000" tIns="36000" rIns="36000" bIns="36000"/>
          <a:lstStyle>
            <a:lvl1pPr>
              <a:defRPr lang="ru-RU" sz="2000" b="0" i="0" u="none" strike="noStrike" cap="none" spc="0">
                <a:ln>
                  <a:noFill/>
                </a:ln>
                <a:solidFill>
                  <a:srgbClr val="004596"/>
                </a:solidFill>
                <a:latin typeface="+mj-lt"/>
                <a:ea typeface="GPN_DIN Condensed Regular"/>
                <a:cs typeface="+mn-cs"/>
              </a:defRPr>
            </a:lvl1pPr>
          </a:lstStyle>
          <a:p>
            <a:pPr lvl="0">
              <a:defRPr/>
            </a:pPr>
            <a:r>
              <a:rPr lang="ru-RU"/>
              <a:t> </a:t>
            </a:r>
            <a:endParaRPr/>
          </a:p>
        </p:txBody>
      </p:sp>
      <p:sp>
        <p:nvSpPr>
          <p:cNvPr id="27" name="Text Placeholder 4"/>
          <p:cNvSpPr>
            <a:spLocks noGrp="1"/>
          </p:cNvSpPr>
          <p:nvPr>
            <p:ph type="body" sz="quarter" idx="15" hasCustomPrompt="1"/>
          </p:nvPr>
        </p:nvSpPr>
        <p:spPr bwMode="auto">
          <a:xfrm>
            <a:off x="321803" y="3093668"/>
            <a:ext cx="10920819" cy="472112"/>
          </a:xfrm>
          <a:prstGeom prst="rect">
            <a:avLst/>
          </a:prstGeom>
          <a:ln>
            <a:solidFill>
              <a:srgbClr val="004596"/>
            </a:solidFill>
          </a:ln>
        </p:spPr>
        <p:txBody>
          <a:bodyPr lIns="36000" rIns="36000">
            <a:noAutofit/>
          </a:bodyPr>
          <a:lstStyle>
            <a:lvl1pPr>
              <a:lnSpc>
                <a:spcPct val="80000"/>
              </a:lnSpc>
              <a:spcBef>
                <a:spcPts val="0"/>
              </a:spcBef>
              <a:defRPr lang="ru-RU" sz="4000" b="0" i="0" u="none" strike="noStrike" cap="none" spc="0">
                <a:ln>
                  <a:noFill/>
                </a:ln>
                <a:solidFill>
                  <a:srgbClr val="004596"/>
                </a:solidFill>
                <a:latin typeface="GPN_DIN Condensed Bold"/>
                <a:ea typeface="GPN_DIN Condensed Bold"/>
                <a:cs typeface="+mn-cs"/>
              </a:defRPr>
            </a:lvl1pPr>
          </a:lstStyle>
          <a:p>
            <a:pPr lvl="0">
              <a:defRPr/>
            </a:pPr>
            <a:r>
              <a:rPr lang="ru-RU"/>
              <a:t>КОНТАКТЫ</a:t>
            </a:r>
            <a:endParaRPr/>
          </a:p>
        </p:txBody>
      </p:sp>
      <p:cxnSp>
        <p:nvCxnSpPr>
          <p:cNvPr id="28" name="Straight Connector 14"/>
          <p:cNvCxnSpPr>
            <a:cxnSpLocks/>
          </p:cNvCxnSpPr>
          <p:nvPr userDrawn="1"/>
        </p:nvCxnSpPr>
        <p:spPr bwMode="auto">
          <a:xfrm>
            <a:off x="335967" y="2961043"/>
            <a:ext cx="675871" cy="0"/>
          </a:xfrm>
          <a:prstGeom prst="line">
            <a:avLst/>
          </a:prstGeom>
          <a:ln w="57150">
            <a:solidFill>
              <a:srgbClr val="004596"/>
            </a:solidFill>
          </a:ln>
        </p:spPr>
        <p:style>
          <a:lnRef idx="1">
            <a:schemeClr val="accent1"/>
          </a:lnRef>
          <a:fillRef idx="0">
            <a:schemeClr val="accent1"/>
          </a:fillRef>
          <a:effectRef idx="0">
            <a:schemeClr val="accent1"/>
          </a:effectRef>
          <a:fontRef idx="minor">
            <a:schemeClr val="tx1"/>
          </a:fontRef>
        </p:style>
      </p:cxnSp>
      <p:cxnSp>
        <p:nvCxnSpPr>
          <p:cNvPr id="29" name="Straight Connector 24"/>
          <p:cNvCxnSpPr>
            <a:cxnSpLocks/>
          </p:cNvCxnSpPr>
          <p:nvPr userDrawn="1"/>
        </p:nvCxnSpPr>
        <p:spPr bwMode="auto">
          <a:xfrm>
            <a:off x="335967" y="3698405"/>
            <a:ext cx="675871" cy="0"/>
          </a:xfrm>
          <a:prstGeom prst="line">
            <a:avLst/>
          </a:prstGeom>
          <a:ln w="57150">
            <a:solidFill>
              <a:srgbClr val="004596"/>
            </a:solidFill>
          </a:ln>
        </p:spPr>
        <p:style>
          <a:lnRef idx="1">
            <a:schemeClr val="accent1"/>
          </a:lnRef>
          <a:fillRef idx="0">
            <a:schemeClr val="accent1"/>
          </a:fillRef>
          <a:effectRef idx="0">
            <a:schemeClr val="accent1"/>
          </a:effectRef>
          <a:fontRef idx="minor">
            <a:schemeClr val="tx1"/>
          </a:fontRef>
        </p:style>
      </p:cxnSp>
      <p:sp>
        <p:nvSpPr>
          <p:cNvPr id="15" name="Text Placeholder 5"/>
          <p:cNvSpPr>
            <a:spLocks noGrp="1"/>
          </p:cNvSpPr>
          <p:nvPr>
            <p:ph type="body" sz="quarter" idx="11" hasCustomPrompt="1"/>
          </p:nvPr>
        </p:nvSpPr>
        <p:spPr bwMode="auto">
          <a:xfrm>
            <a:off x="275714" y="4821334"/>
            <a:ext cx="5071470" cy="108000"/>
          </a:xfrm>
          <a:prstGeom prst="rect">
            <a:avLst/>
          </a:prstGeom>
          <a:ln>
            <a:solidFill>
              <a:srgbClr val="004596"/>
            </a:solidFill>
          </a:ln>
        </p:spPr>
        <p:txBody>
          <a:bodyPr vert="horz" lIns="36000" tIns="36000" rIns="36000" bIns="36000" rtlCol="0" anchor="t" anchorCtr="0">
            <a:noAutofit/>
          </a:bodyPr>
          <a:lstStyle>
            <a:lvl1pPr marL="0" indent="64293">
              <a:buNone/>
              <a:defRPr lang="en-US" sz="1200" b="0" i="0" cap="none">
                <a:solidFill>
                  <a:srgbClr val="004596"/>
                </a:solidFill>
                <a:latin typeface="GPN_DIN Regular"/>
                <a:ea typeface="GPN_DIN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a:lnSpc>
                <a:spcPct val="100000"/>
              </a:lnSpc>
              <a:spcBef>
                <a:spcPts val="600"/>
              </a:spcBef>
              <a:defRPr/>
            </a:pPr>
            <a:r>
              <a:rPr lang="ru-RU" sz="1200" u="none" strike="noStrike" cap="none" spc="0">
                <a:ln>
                  <a:noFill/>
                </a:ln>
                <a:latin typeface="GPN_DIN Regular"/>
                <a:ea typeface="GPN_DIN Regular"/>
              </a:rPr>
              <a:t>Иван Иванов</a:t>
            </a:r>
            <a:endParaRPr/>
          </a:p>
        </p:txBody>
      </p:sp>
      <p:sp>
        <p:nvSpPr>
          <p:cNvPr id="16" name="Text Placeholder 5"/>
          <p:cNvSpPr>
            <a:spLocks noGrp="1"/>
          </p:cNvSpPr>
          <p:nvPr>
            <p:ph type="body" sz="quarter" idx="12" hasCustomPrompt="1"/>
          </p:nvPr>
        </p:nvSpPr>
        <p:spPr bwMode="auto">
          <a:xfrm>
            <a:off x="265666" y="5332353"/>
            <a:ext cx="5071470" cy="108000"/>
          </a:xfrm>
          <a:prstGeom prst="rect">
            <a:avLst/>
          </a:prstGeom>
          <a:ln>
            <a:solidFill>
              <a:srgbClr val="004596"/>
            </a:solidFill>
          </a:ln>
        </p:spPr>
        <p:txBody>
          <a:bodyPr vert="horz" lIns="36000" tIns="36000" rIns="36000" bIns="36000" rtlCol="0" anchor="t" anchorCtr="0">
            <a:noAutofit/>
          </a:bodyPr>
          <a:lstStyle>
            <a:lvl1pPr marL="0" indent="64293">
              <a:buNone/>
              <a:defRPr lang="en-US" sz="1200" b="0" i="0" cap="none">
                <a:solidFill>
                  <a:srgbClr val="004596"/>
                </a:solidFill>
                <a:latin typeface="GPN_DIN Regular"/>
                <a:ea typeface="GPN_DIN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a:lnSpc>
                <a:spcPct val="100000"/>
              </a:lnSpc>
              <a:spcBef>
                <a:spcPts val="600"/>
              </a:spcBef>
              <a:defRPr/>
            </a:pPr>
            <a:r>
              <a:rPr lang="ru-RU" sz="1200">
                <a:latin typeface="GPN_DIN Regular"/>
                <a:ea typeface="GPN_DIN Regular"/>
              </a:rPr>
              <a:t>Управление маркетинговых коммуникаций</a:t>
            </a:r>
            <a:endParaRPr lang="en-US" sz="1200" u="none" strike="noStrike" cap="none" spc="0">
              <a:ln>
                <a:noFill/>
              </a:ln>
              <a:latin typeface="GPN_DIN Regular"/>
              <a:ea typeface="GPN_DIN Regular"/>
            </a:endParaRPr>
          </a:p>
        </p:txBody>
      </p:sp>
      <p:sp>
        <p:nvSpPr>
          <p:cNvPr id="17" name="Text Placeholder 5"/>
          <p:cNvSpPr>
            <a:spLocks noGrp="1"/>
          </p:cNvSpPr>
          <p:nvPr>
            <p:ph type="body" sz="quarter" idx="17" hasCustomPrompt="1"/>
          </p:nvPr>
        </p:nvSpPr>
        <p:spPr bwMode="auto">
          <a:xfrm>
            <a:off x="277394" y="5594871"/>
            <a:ext cx="5071470" cy="28441"/>
          </a:xfrm>
          <a:prstGeom prst="rect">
            <a:avLst/>
          </a:prstGeom>
          <a:ln>
            <a:solidFill>
              <a:srgbClr val="004596"/>
            </a:solidFill>
          </a:ln>
        </p:spPr>
        <p:txBody>
          <a:bodyPr vert="horz" lIns="36000" tIns="36000" rIns="36000" bIns="36000" rtlCol="0" anchor="t" anchorCtr="0">
            <a:noAutofit/>
          </a:bodyPr>
          <a:lstStyle>
            <a:lvl1pPr marL="0" indent="64293">
              <a:buNone/>
              <a:defRPr lang="en-US" sz="1200" b="0" i="0" cap="none">
                <a:solidFill>
                  <a:srgbClr val="004596"/>
                </a:solidFill>
                <a:latin typeface="GPN_DIN Regular"/>
                <a:ea typeface="GPN_DIN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a:lnSpc>
                <a:spcPct val="100000"/>
              </a:lnSpc>
              <a:spcBef>
                <a:spcPts val="600"/>
              </a:spcBef>
              <a:defRPr/>
            </a:pPr>
            <a:r>
              <a:rPr lang="en-US" sz="1200">
                <a:latin typeface="GPN_DIN Regular"/>
                <a:ea typeface="GPN_DIN Regular"/>
              </a:rPr>
              <a:t>XX</a:t>
            </a:r>
            <a:r>
              <a:rPr lang="ru-RU" sz="1200" u="none" strike="noStrike" cap="none" spc="0">
                <a:ln>
                  <a:noFill/>
                </a:ln>
                <a:latin typeface="GPN_DIN Regular"/>
                <a:ea typeface="GPN_DIN Regular"/>
              </a:rPr>
              <a:t>.</a:t>
            </a:r>
            <a:r>
              <a:rPr lang="en-US" sz="1200" u="none" strike="noStrike" cap="none" spc="0">
                <a:ln>
                  <a:noFill/>
                </a:ln>
                <a:latin typeface="GPN_DIN Regular"/>
                <a:ea typeface="GPN_DIN Regular"/>
              </a:rPr>
              <a:t>XX</a:t>
            </a:r>
            <a:r>
              <a:rPr lang="ru-RU" sz="1200" u="none" strike="noStrike" cap="none" spc="0">
                <a:ln>
                  <a:noFill/>
                </a:ln>
                <a:latin typeface="GPN_DIN Regular"/>
                <a:ea typeface="GPN_DIN Regular"/>
              </a:rPr>
              <a:t>.20</a:t>
            </a:r>
            <a:r>
              <a:rPr lang="en-US" sz="1200" u="none" strike="noStrike" cap="none" spc="0">
                <a:ln>
                  <a:noFill/>
                </a:ln>
                <a:latin typeface="GPN_DIN Regular"/>
                <a:ea typeface="GPN_DIN Regular"/>
              </a:rPr>
              <a:t>XX</a:t>
            </a:r>
            <a:endParaRPr lang="ru-RU" sz="1200" u="none" strike="noStrike" cap="none" spc="0">
              <a:ln>
                <a:noFill/>
              </a:ln>
              <a:latin typeface="GPN_DIN Regular"/>
              <a:ea typeface="GPN_DIN Regular"/>
            </a:endParaRPr>
          </a:p>
        </p:txBody>
      </p:sp>
      <p:sp>
        <p:nvSpPr>
          <p:cNvPr id="22" name="Text Placeholder 5"/>
          <p:cNvSpPr>
            <a:spLocks noGrp="1"/>
          </p:cNvSpPr>
          <p:nvPr>
            <p:ph type="body" sz="quarter" idx="18" hasCustomPrompt="1"/>
          </p:nvPr>
        </p:nvSpPr>
        <p:spPr bwMode="auto">
          <a:xfrm>
            <a:off x="276801" y="5062724"/>
            <a:ext cx="4610427" cy="108000"/>
          </a:xfrm>
          <a:prstGeom prst="rect">
            <a:avLst/>
          </a:prstGeom>
          <a:ln>
            <a:solidFill>
              <a:srgbClr val="004596"/>
            </a:solidFill>
          </a:ln>
        </p:spPr>
        <p:txBody>
          <a:bodyPr vert="horz" lIns="36000" tIns="36000" rIns="36000" bIns="36000" rtlCol="0" anchor="t" anchorCtr="0">
            <a:noAutofit/>
          </a:bodyPr>
          <a:lstStyle>
            <a:lvl1pPr marL="0" indent="64293">
              <a:buNone/>
              <a:defRPr lang="en-US" sz="1200" b="0" i="0" cap="none">
                <a:solidFill>
                  <a:srgbClr val="004596"/>
                </a:solidFill>
                <a:latin typeface="GPN_DIN Regular"/>
                <a:ea typeface="GPN_DIN Regular"/>
              </a:defRPr>
            </a:lvl1pPr>
            <a:lvl2pPr>
              <a:defRPr lang="en-US">
                <a:solidFill>
                  <a:schemeClr val="tx1">
                    <a:tint val="75000"/>
                  </a:schemeClr>
                </a:solidFill>
              </a:defRPr>
            </a:lvl2pPr>
            <a:lvl3pPr>
              <a:defRPr lang="en-US">
                <a:solidFill>
                  <a:schemeClr val="tx1">
                    <a:tint val="75000"/>
                  </a:schemeClr>
                </a:solidFill>
              </a:defRPr>
            </a:lvl3pPr>
            <a:lvl4pPr>
              <a:defRPr lang="en-US">
                <a:solidFill>
                  <a:schemeClr val="tx1">
                    <a:tint val="75000"/>
                  </a:schemeClr>
                </a:solidFill>
              </a:defRPr>
            </a:lvl4pPr>
            <a:lvl5pPr>
              <a:defRPr lang="ru-RU">
                <a:solidFill>
                  <a:schemeClr val="tx1">
                    <a:tint val="75000"/>
                  </a:schemeClr>
                </a:solidFill>
              </a:defRPr>
            </a:lvl5pPr>
          </a:lstStyle>
          <a:p>
            <a:pPr>
              <a:lnSpc>
                <a:spcPct val="100000"/>
              </a:lnSpc>
              <a:spcBef>
                <a:spcPts val="600"/>
              </a:spcBef>
              <a:defRPr/>
            </a:pPr>
            <a:r>
              <a:rPr lang="en-US" sz="1200">
                <a:latin typeface="GPN_DIN Regular"/>
                <a:ea typeface="GPN_DIN Regular"/>
              </a:rPr>
              <a:t>IVANOV.II@gazprom-neft.ru</a:t>
            </a:r>
          </a:p>
          <a:p>
            <a:pPr>
              <a:lnSpc>
                <a:spcPct val="100000"/>
              </a:lnSpc>
              <a:spcBef>
                <a:spcPts val="600"/>
              </a:spcBef>
              <a:defRPr/>
            </a:pPr>
            <a:endParaRPr lang="en-US" sz="1200">
              <a:latin typeface="GPN_DIN Regular"/>
              <a:ea typeface="GPN_DIN Regular"/>
            </a:endParaRPr>
          </a:p>
        </p:txBody>
      </p:sp>
      <p:sp>
        <p:nvSpPr>
          <p:cNvPr id="11"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Спасибо за внимание">
    <p:bg>
      <p:bgPr>
        <a:solidFill>
          <a:schemeClr val="bg1"/>
        </a:solidFill>
        <a:effectLst/>
      </p:bgPr>
    </p:bg>
    <p:spTree>
      <p:nvGrpSpPr>
        <p:cNvPr id="1" name=""/>
        <p:cNvGrpSpPr/>
        <p:nvPr/>
      </p:nvGrpSpPr>
      <p:grpSpPr bwMode="auto">
        <a:xfrm>
          <a:off x="0" y="0"/>
          <a:ext cx="0" cy="0"/>
          <a:chOff x="0" y="0"/>
          <a:chExt cx="0" cy="0"/>
        </a:xfrm>
      </p:grpSpPr>
      <p:sp>
        <p:nvSpPr>
          <p:cNvPr id="2" name="Текст 3"/>
          <p:cNvSpPr txBox="1"/>
          <p:nvPr userDrawn="1"/>
        </p:nvSpPr>
        <p:spPr bwMode="auto">
          <a:xfrm>
            <a:off x="3400628" y="3192944"/>
            <a:ext cx="5390744" cy="472112"/>
          </a:xfrm>
        </p:spPr>
        <p:txBody>
          <a:bodyPr/>
          <a:lstStyle>
            <a:lvl1pPr marL="0" indent="0" algn="l" defTabSz="914400">
              <a:lnSpc>
                <a:spcPct val="90000"/>
              </a:lnSpc>
              <a:spcBef>
                <a:spcPts val="1200"/>
              </a:spcBef>
              <a:spcAft>
                <a:spcPts val="0"/>
              </a:spcAft>
              <a:buClr>
                <a:schemeClr val="accent1"/>
              </a:buClr>
              <a:buSzPct val="90000"/>
              <a:buFont typeface="Wingdings"/>
              <a:buNone/>
              <a:defRPr sz="1800" b="1" cap="all">
                <a:solidFill>
                  <a:schemeClr val="tx1"/>
                </a:solidFill>
                <a:latin typeface="+mj-lt"/>
                <a:ea typeface="+mn-ea"/>
                <a:cs typeface="+mn-cs"/>
              </a:defRPr>
            </a:lvl1pPr>
            <a:lvl2pPr marL="266700" marR="0" indent="-266700" algn="l" defTabSz="914400">
              <a:lnSpc>
                <a:spcPct val="90000"/>
              </a:lnSpc>
              <a:spcBef>
                <a:spcPts val="600"/>
              </a:spcBef>
              <a:spcAft>
                <a:spcPts val="0"/>
              </a:spcAft>
              <a:buClr>
                <a:schemeClr val="accent1"/>
              </a:buClr>
              <a:buSzPct val="100000"/>
              <a:buFont typeface="Wingdings"/>
              <a:buChar char="§"/>
              <a:defRPr sz="1600">
                <a:solidFill>
                  <a:schemeClr val="tx1"/>
                </a:solidFill>
                <a:latin typeface="+mn-lt"/>
                <a:ea typeface="+mn-ea"/>
                <a:cs typeface="+mn-cs"/>
              </a:defRPr>
            </a:lvl2pPr>
            <a:lvl3pPr marL="449263" indent="-169862" algn="l" defTabSz="914400">
              <a:lnSpc>
                <a:spcPct val="90000"/>
              </a:lnSpc>
              <a:spcBef>
                <a:spcPts val="300"/>
              </a:spcBef>
              <a:buClr>
                <a:schemeClr val="accent3"/>
              </a:buClr>
              <a:buFont typeface="Wingdings"/>
              <a:buChar char="§"/>
              <a:defRPr sz="1400">
                <a:solidFill>
                  <a:schemeClr val="tx1"/>
                </a:solidFill>
                <a:latin typeface="+mn-lt"/>
                <a:ea typeface="+mn-ea"/>
                <a:cs typeface="+mn-cs"/>
              </a:defRPr>
            </a:lvl3pPr>
            <a:lvl4pPr marL="1600200" indent="-228600" algn="l" defTabSz="914400">
              <a:spcBef>
                <a:spcPts val="0"/>
              </a:spcBef>
              <a:buFont typeface="Arial"/>
              <a:buChar char="–"/>
              <a:defRPr sz="1800">
                <a:solidFill>
                  <a:schemeClr val="tx1"/>
                </a:solidFill>
                <a:latin typeface="+mn-lt"/>
                <a:ea typeface="+mn-ea"/>
                <a:cs typeface="+mn-cs"/>
              </a:defRPr>
            </a:lvl4pPr>
            <a:lvl5pPr marL="2057400" indent="-228600" algn="l" defTabSz="914400">
              <a:spcBef>
                <a:spcPts val="0"/>
              </a:spcBef>
              <a:buFont typeface="Arial"/>
              <a:buChar char="»"/>
              <a:defRPr sz="18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lgn="ctr">
              <a:defRPr/>
            </a:pPr>
            <a:r>
              <a:rPr lang="ru-RU" sz="4000" b="0" cap="none">
                <a:solidFill>
                  <a:srgbClr val="004596"/>
                </a:solidFill>
                <a:latin typeface="GPN_DIN Condensed Bold"/>
                <a:ea typeface="GPN_DIN Condensed Bold"/>
              </a:rPr>
              <a:t>СПАСИБО ЗА ВНИМАНИЕ</a:t>
            </a:r>
            <a:endParaRPr/>
          </a:p>
        </p:txBody>
      </p:sp>
      <p:sp>
        <p:nvSpPr>
          <p:cNvPr id="4"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2 модуля Заливка">
    <p:spTree>
      <p:nvGrpSpPr>
        <p:cNvPr id="1" name=""/>
        <p:cNvGrpSpPr/>
        <p:nvPr/>
      </p:nvGrpSpPr>
      <p:grpSpPr bwMode="auto">
        <a:xfrm>
          <a:off x="0" y="0"/>
          <a:ext cx="0" cy="0"/>
          <a:chOff x="0" y="0"/>
          <a:chExt cx="0" cy="0"/>
        </a:xfrm>
      </p:grpSpPr>
      <p:sp>
        <p:nvSpPr>
          <p:cNvPr id="23" name="Freeform: Shape 28"/>
          <p:cNvSpPr/>
          <p:nvPr userDrawn="1"/>
        </p:nvSpPr>
        <p:spPr bwMode="auto">
          <a:xfrm>
            <a:off x="6166246" y="1776391"/>
            <a:ext cx="569079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4" name="Freeform: Shape 96"/>
          <p:cNvSpPr/>
          <p:nvPr userDrawn="1"/>
        </p:nvSpPr>
        <p:spPr bwMode="auto">
          <a:xfrm>
            <a:off x="6166246" y="1128391"/>
            <a:ext cx="569079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5" name="Text Placeholder 58"/>
          <p:cNvSpPr>
            <a:spLocks noGrp="1"/>
          </p:cNvSpPr>
          <p:nvPr>
            <p:ph type="body" sz="quarter" idx="23" hasCustomPrompt="1"/>
          </p:nvPr>
        </p:nvSpPr>
        <p:spPr bwMode="auto">
          <a:xfrm>
            <a:off x="6222796" y="1845669"/>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6" name="Text Placeholder 78"/>
          <p:cNvSpPr>
            <a:spLocks noGrp="1"/>
          </p:cNvSpPr>
          <p:nvPr>
            <p:ph type="body" sz="quarter" idx="24" hasCustomPrompt="1"/>
          </p:nvPr>
        </p:nvSpPr>
        <p:spPr bwMode="auto">
          <a:xfrm>
            <a:off x="6222796" y="2137227"/>
            <a:ext cx="5434214" cy="3419150"/>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3" name="Текст 4"/>
          <p:cNvSpPr>
            <a:spLocks noGrp="1"/>
          </p:cNvSpPr>
          <p:nvPr>
            <p:ph type="body" sz="quarter" idx="26" hasCustomPrompt="1"/>
          </p:nvPr>
        </p:nvSpPr>
        <p:spPr bwMode="auto">
          <a:xfrm>
            <a:off x="6178222" y="1128713"/>
            <a:ext cx="5675404"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9"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21"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3" name="Freeform: Shape 28"/>
          <p:cNvSpPr/>
          <p:nvPr userDrawn="1"/>
        </p:nvSpPr>
        <p:spPr bwMode="auto">
          <a:xfrm>
            <a:off x="334963" y="1780914"/>
            <a:ext cx="569079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4" name="Freeform: Shape 96"/>
          <p:cNvSpPr/>
          <p:nvPr userDrawn="1"/>
        </p:nvSpPr>
        <p:spPr bwMode="auto">
          <a:xfrm>
            <a:off x="334963" y="1132915"/>
            <a:ext cx="569079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6" name="Text Placeholder 58"/>
          <p:cNvSpPr>
            <a:spLocks noGrp="1"/>
          </p:cNvSpPr>
          <p:nvPr>
            <p:ph type="body" sz="quarter" idx="27" hasCustomPrompt="1"/>
          </p:nvPr>
        </p:nvSpPr>
        <p:spPr bwMode="auto">
          <a:xfrm>
            <a:off x="391513" y="1850193"/>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 name="Text Placeholder 78"/>
          <p:cNvSpPr>
            <a:spLocks noGrp="1"/>
          </p:cNvSpPr>
          <p:nvPr>
            <p:ph type="body" sz="quarter" idx="28" hasCustomPrompt="1"/>
          </p:nvPr>
        </p:nvSpPr>
        <p:spPr bwMode="auto">
          <a:xfrm>
            <a:off x="391513" y="2141751"/>
            <a:ext cx="5434214" cy="3419150"/>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9" name="Текст 4"/>
          <p:cNvSpPr>
            <a:spLocks noGrp="1"/>
          </p:cNvSpPr>
          <p:nvPr>
            <p:ph type="body" sz="quarter" idx="29" hasCustomPrompt="1"/>
          </p:nvPr>
        </p:nvSpPr>
        <p:spPr bwMode="auto">
          <a:xfrm>
            <a:off x="346939" y="1133237"/>
            <a:ext cx="5675404"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7"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18"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3 модуля Заливка">
    <p:spTree>
      <p:nvGrpSpPr>
        <p:cNvPr id="1" name=""/>
        <p:cNvGrpSpPr/>
        <p:nvPr/>
      </p:nvGrpSpPr>
      <p:grpSpPr bwMode="auto">
        <a:xfrm>
          <a:off x="0" y="0"/>
          <a:ext cx="0" cy="0"/>
          <a:chOff x="0" y="0"/>
          <a:chExt cx="0" cy="0"/>
        </a:xfrm>
      </p:grpSpPr>
      <p:sp>
        <p:nvSpPr>
          <p:cNvPr id="17" name="Freeform: Shape 28"/>
          <p:cNvSpPr/>
          <p:nvPr userDrawn="1"/>
        </p:nvSpPr>
        <p:spPr bwMode="auto">
          <a:xfrm>
            <a:off x="338374" y="1776391"/>
            <a:ext cx="374150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128391"/>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59" name="Text Placeholder 58"/>
          <p:cNvSpPr>
            <a:spLocks noGrp="1"/>
          </p:cNvSpPr>
          <p:nvPr>
            <p:ph type="body" sz="quarter" idx="15" hasCustomPrompt="1"/>
          </p:nvPr>
        </p:nvSpPr>
        <p:spPr bwMode="auto">
          <a:xfrm>
            <a:off x="394923" y="1845669"/>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3" y="2137226"/>
            <a:ext cx="3576606" cy="4059025"/>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5" name="Текст 4"/>
          <p:cNvSpPr>
            <a:spLocks noGrp="1"/>
          </p:cNvSpPr>
          <p:nvPr>
            <p:ph type="body" sz="quarter" idx="25" hasCustomPrompt="1"/>
          </p:nvPr>
        </p:nvSpPr>
        <p:spPr bwMode="auto">
          <a:xfrm>
            <a:off x="338138" y="1128391"/>
            <a:ext cx="3741557" cy="648022"/>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6" name="Freeform: Shape 28"/>
          <p:cNvSpPr/>
          <p:nvPr userDrawn="1"/>
        </p:nvSpPr>
        <p:spPr bwMode="auto">
          <a:xfrm>
            <a:off x="4222687" y="1776391"/>
            <a:ext cx="374150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9" name="Freeform: Shape 96"/>
          <p:cNvSpPr/>
          <p:nvPr userDrawn="1"/>
        </p:nvSpPr>
        <p:spPr bwMode="auto">
          <a:xfrm>
            <a:off x="4222687" y="1128391"/>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1" name="Text Placeholder 58"/>
          <p:cNvSpPr>
            <a:spLocks noGrp="1"/>
          </p:cNvSpPr>
          <p:nvPr>
            <p:ph type="body" sz="quarter" idx="26" hasCustomPrompt="1"/>
          </p:nvPr>
        </p:nvSpPr>
        <p:spPr bwMode="auto">
          <a:xfrm>
            <a:off x="4279236" y="1845669"/>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2" name="Text Placeholder 78"/>
          <p:cNvSpPr>
            <a:spLocks noGrp="1"/>
          </p:cNvSpPr>
          <p:nvPr>
            <p:ph type="body" sz="quarter" idx="27" hasCustomPrompt="1"/>
          </p:nvPr>
        </p:nvSpPr>
        <p:spPr bwMode="auto">
          <a:xfrm>
            <a:off x="4279236" y="2137227"/>
            <a:ext cx="3576606"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7" name="Текст 4"/>
          <p:cNvSpPr>
            <a:spLocks noGrp="1"/>
          </p:cNvSpPr>
          <p:nvPr>
            <p:ph type="body" sz="quarter" idx="28" hasCustomPrompt="1"/>
          </p:nvPr>
        </p:nvSpPr>
        <p:spPr bwMode="auto">
          <a:xfrm>
            <a:off x="4222451" y="1128713"/>
            <a:ext cx="374155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29" name="Freeform: Shape 28"/>
          <p:cNvSpPr/>
          <p:nvPr userDrawn="1"/>
        </p:nvSpPr>
        <p:spPr bwMode="auto">
          <a:xfrm>
            <a:off x="8113478" y="1776391"/>
            <a:ext cx="374150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30" name="Freeform: Shape 96"/>
          <p:cNvSpPr/>
          <p:nvPr userDrawn="1"/>
        </p:nvSpPr>
        <p:spPr bwMode="auto">
          <a:xfrm>
            <a:off x="8113478" y="1128391"/>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31" name="Text Placeholder 58"/>
          <p:cNvSpPr>
            <a:spLocks noGrp="1"/>
          </p:cNvSpPr>
          <p:nvPr>
            <p:ph type="body" sz="quarter" idx="29" hasCustomPrompt="1"/>
          </p:nvPr>
        </p:nvSpPr>
        <p:spPr bwMode="auto">
          <a:xfrm>
            <a:off x="8170027" y="1845669"/>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32" name="Text Placeholder 78"/>
          <p:cNvSpPr>
            <a:spLocks noGrp="1"/>
          </p:cNvSpPr>
          <p:nvPr>
            <p:ph type="body" sz="quarter" idx="30" hasCustomPrompt="1"/>
          </p:nvPr>
        </p:nvSpPr>
        <p:spPr bwMode="auto">
          <a:xfrm>
            <a:off x="8170027" y="2137227"/>
            <a:ext cx="3576606"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marL="0" marR="0" lvl="0" indent="0" algn="l" defTabSz="914400">
              <a:lnSpc>
                <a:spcPct val="90000"/>
              </a:lnSpc>
              <a:spcBef>
                <a:spcPts val="1200"/>
              </a:spcBef>
              <a:spcAft>
                <a:spcPts val="0"/>
              </a:spcAft>
              <a:buClr>
                <a:schemeClr val="accent1"/>
              </a:buClr>
              <a:buSzPct val="90000"/>
              <a:buFont typeface="Wingdings"/>
              <a:buNone/>
              <a:defRPr/>
            </a:pPr>
            <a:r>
              <a:rPr lang="ru-RU"/>
              <a:t>Нажмите для вставки текста</a:t>
            </a:r>
            <a:endParaRPr lang="en-US"/>
          </a:p>
        </p:txBody>
      </p:sp>
      <p:sp>
        <p:nvSpPr>
          <p:cNvPr id="34" name="Текст 4"/>
          <p:cNvSpPr>
            <a:spLocks noGrp="1"/>
          </p:cNvSpPr>
          <p:nvPr>
            <p:ph type="body" sz="quarter" idx="31" hasCustomPrompt="1"/>
          </p:nvPr>
        </p:nvSpPr>
        <p:spPr bwMode="auto">
          <a:xfrm>
            <a:off x="8113242" y="1128713"/>
            <a:ext cx="374155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24"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23"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35"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36"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4 модуля Заливка">
    <p:spTree>
      <p:nvGrpSpPr>
        <p:cNvPr id="1" name=""/>
        <p:cNvGrpSpPr/>
        <p:nvPr/>
      </p:nvGrpSpPr>
      <p:grpSpPr bwMode="auto">
        <a:xfrm>
          <a:off x="0" y="0"/>
          <a:ext cx="0" cy="0"/>
          <a:chOff x="0" y="0"/>
          <a:chExt cx="0" cy="0"/>
        </a:xfrm>
      </p:grpSpPr>
      <p:sp>
        <p:nvSpPr>
          <p:cNvPr id="17" name="Freeform: Shape 28"/>
          <p:cNvSpPr/>
          <p:nvPr userDrawn="1"/>
        </p:nvSpPr>
        <p:spPr bwMode="auto">
          <a:xfrm>
            <a:off x="338374" y="1776391"/>
            <a:ext cx="276995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59" name="Text Placeholder 58"/>
          <p:cNvSpPr>
            <a:spLocks noGrp="1"/>
          </p:cNvSpPr>
          <p:nvPr>
            <p:ph type="body" sz="quarter" idx="15" hasCustomPrompt="1"/>
          </p:nvPr>
        </p:nvSpPr>
        <p:spPr bwMode="auto">
          <a:xfrm>
            <a:off x="394923"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3" y="2137227"/>
            <a:ext cx="2647874"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8"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5" name="Текст 4"/>
          <p:cNvSpPr>
            <a:spLocks noGrp="1"/>
          </p:cNvSpPr>
          <p:nvPr>
            <p:ph type="body" sz="quarter" idx="25" hasCustomPrompt="1"/>
          </p:nvPr>
        </p:nvSpPr>
        <p:spPr bwMode="auto">
          <a:xfrm>
            <a:off x="338139"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23" name="Freeform: Shape 28"/>
          <p:cNvSpPr/>
          <p:nvPr userDrawn="1"/>
        </p:nvSpPr>
        <p:spPr bwMode="auto">
          <a:xfrm>
            <a:off x="3255662" y="1776391"/>
            <a:ext cx="276995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4" name="Freeform: Shape 96"/>
          <p:cNvSpPr/>
          <p:nvPr userDrawn="1"/>
        </p:nvSpPr>
        <p:spPr bwMode="auto">
          <a:xfrm>
            <a:off x="3255662"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5" name="Text Placeholder 58"/>
          <p:cNvSpPr>
            <a:spLocks noGrp="1"/>
          </p:cNvSpPr>
          <p:nvPr>
            <p:ph type="body" sz="quarter" idx="26" hasCustomPrompt="1"/>
          </p:nvPr>
        </p:nvSpPr>
        <p:spPr bwMode="auto">
          <a:xfrm>
            <a:off x="3312211"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6" name="Text Placeholder 78"/>
          <p:cNvSpPr>
            <a:spLocks noGrp="1"/>
          </p:cNvSpPr>
          <p:nvPr>
            <p:ph type="body" sz="quarter" idx="27" hasCustomPrompt="1"/>
          </p:nvPr>
        </p:nvSpPr>
        <p:spPr bwMode="auto">
          <a:xfrm>
            <a:off x="3312211" y="2137227"/>
            <a:ext cx="2647874"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3" name="Текст 4"/>
          <p:cNvSpPr>
            <a:spLocks noGrp="1"/>
          </p:cNvSpPr>
          <p:nvPr>
            <p:ph type="body" sz="quarter" idx="28" hasCustomPrompt="1"/>
          </p:nvPr>
        </p:nvSpPr>
        <p:spPr bwMode="auto">
          <a:xfrm>
            <a:off x="3255427"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35" name="Freeform: Shape 28"/>
          <p:cNvSpPr/>
          <p:nvPr userDrawn="1"/>
        </p:nvSpPr>
        <p:spPr bwMode="auto">
          <a:xfrm>
            <a:off x="6175294" y="1776391"/>
            <a:ext cx="276995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36" name="Freeform: Shape 96"/>
          <p:cNvSpPr/>
          <p:nvPr userDrawn="1"/>
        </p:nvSpPr>
        <p:spPr bwMode="auto">
          <a:xfrm>
            <a:off x="6175294"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37" name="Text Placeholder 58"/>
          <p:cNvSpPr>
            <a:spLocks noGrp="1"/>
          </p:cNvSpPr>
          <p:nvPr>
            <p:ph type="body" sz="quarter" idx="29" hasCustomPrompt="1"/>
          </p:nvPr>
        </p:nvSpPr>
        <p:spPr bwMode="auto">
          <a:xfrm>
            <a:off x="6231843"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38" name="Text Placeholder 78"/>
          <p:cNvSpPr>
            <a:spLocks noGrp="1"/>
          </p:cNvSpPr>
          <p:nvPr>
            <p:ph type="body" sz="quarter" idx="30" hasCustomPrompt="1"/>
          </p:nvPr>
        </p:nvSpPr>
        <p:spPr bwMode="auto">
          <a:xfrm>
            <a:off x="6231843" y="2137227"/>
            <a:ext cx="2647874"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9" name="Текст 4"/>
          <p:cNvSpPr>
            <a:spLocks noGrp="1"/>
          </p:cNvSpPr>
          <p:nvPr>
            <p:ph type="body" sz="quarter" idx="31" hasCustomPrompt="1"/>
          </p:nvPr>
        </p:nvSpPr>
        <p:spPr bwMode="auto">
          <a:xfrm>
            <a:off x="6175059"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40" name="Freeform: Shape 28"/>
          <p:cNvSpPr/>
          <p:nvPr userDrawn="1"/>
        </p:nvSpPr>
        <p:spPr bwMode="auto">
          <a:xfrm>
            <a:off x="9083675" y="1776391"/>
            <a:ext cx="276995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41" name="Freeform: Shape 96"/>
          <p:cNvSpPr/>
          <p:nvPr userDrawn="1"/>
        </p:nvSpPr>
        <p:spPr bwMode="auto">
          <a:xfrm>
            <a:off x="9083675"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42" name="Text Placeholder 58"/>
          <p:cNvSpPr>
            <a:spLocks noGrp="1"/>
          </p:cNvSpPr>
          <p:nvPr>
            <p:ph type="body" sz="quarter" idx="32" hasCustomPrompt="1"/>
          </p:nvPr>
        </p:nvSpPr>
        <p:spPr bwMode="auto">
          <a:xfrm>
            <a:off x="9140224"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43" name="Text Placeholder 78"/>
          <p:cNvSpPr>
            <a:spLocks noGrp="1"/>
          </p:cNvSpPr>
          <p:nvPr>
            <p:ph type="body" sz="quarter" idx="33" hasCustomPrompt="1"/>
          </p:nvPr>
        </p:nvSpPr>
        <p:spPr bwMode="auto">
          <a:xfrm>
            <a:off x="9140224" y="2137227"/>
            <a:ext cx="2647874"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44" name="Текст 4"/>
          <p:cNvSpPr>
            <a:spLocks noGrp="1"/>
          </p:cNvSpPr>
          <p:nvPr>
            <p:ph type="body" sz="quarter" idx="34" hasCustomPrompt="1"/>
          </p:nvPr>
        </p:nvSpPr>
        <p:spPr bwMode="auto">
          <a:xfrm>
            <a:off x="9083440"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27"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32"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34"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4 широких модуля Заливка">
    <p:spTree>
      <p:nvGrpSpPr>
        <p:cNvPr id="1" name=""/>
        <p:cNvGrpSpPr/>
        <p:nvPr/>
      </p:nvGrpSpPr>
      <p:grpSpPr bwMode="auto">
        <a:xfrm>
          <a:off x="0" y="0"/>
          <a:ext cx="0" cy="0"/>
          <a:chOff x="0" y="0"/>
          <a:chExt cx="0" cy="0"/>
        </a:xfrm>
      </p:grpSpPr>
      <p:sp>
        <p:nvSpPr>
          <p:cNvPr id="17" name="Freeform: Shape 28"/>
          <p:cNvSpPr/>
          <p:nvPr userDrawn="1"/>
        </p:nvSpPr>
        <p:spPr bwMode="auto">
          <a:xfrm>
            <a:off x="338374" y="1776391"/>
            <a:ext cx="5684752"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128391"/>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59" name="Text Placeholder 58"/>
          <p:cNvSpPr>
            <a:spLocks noGrp="1"/>
          </p:cNvSpPr>
          <p:nvPr>
            <p:ph type="body" sz="quarter" idx="15" hasCustomPrompt="1"/>
          </p:nvPr>
        </p:nvSpPr>
        <p:spPr bwMode="auto">
          <a:xfrm>
            <a:off x="394923" y="1845669"/>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3" y="2137228"/>
            <a:ext cx="543421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3" name="Freeform: Shape 28"/>
          <p:cNvSpPr/>
          <p:nvPr userDrawn="1"/>
        </p:nvSpPr>
        <p:spPr bwMode="auto">
          <a:xfrm>
            <a:off x="6170865" y="1776391"/>
            <a:ext cx="5684752"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4" name="Freeform: Shape 96"/>
          <p:cNvSpPr/>
          <p:nvPr userDrawn="1"/>
        </p:nvSpPr>
        <p:spPr bwMode="auto">
          <a:xfrm>
            <a:off x="6170865" y="1128391"/>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5" name="Text Placeholder 58"/>
          <p:cNvSpPr>
            <a:spLocks noGrp="1"/>
          </p:cNvSpPr>
          <p:nvPr>
            <p:ph type="body" sz="quarter" idx="23" hasCustomPrompt="1"/>
          </p:nvPr>
        </p:nvSpPr>
        <p:spPr bwMode="auto">
          <a:xfrm>
            <a:off x="6227414" y="1845669"/>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6" name="Text Placeholder 78"/>
          <p:cNvSpPr>
            <a:spLocks noGrp="1"/>
          </p:cNvSpPr>
          <p:nvPr>
            <p:ph type="body" sz="quarter" idx="24" hasCustomPrompt="1"/>
          </p:nvPr>
        </p:nvSpPr>
        <p:spPr bwMode="auto">
          <a:xfrm>
            <a:off x="6227414" y="2137228"/>
            <a:ext cx="543421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5" name="Текст 4"/>
          <p:cNvSpPr>
            <a:spLocks noGrp="1"/>
          </p:cNvSpPr>
          <p:nvPr>
            <p:ph type="body" sz="quarter" idx="25" hasCustomPrompt="1"/>
          </p:nvPr>
        </p:nvSpPr>
        <p:spPr bwMode="auto">
          <a:xfrm>
            <a:off x="338138" y="1128713"/>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33" name="Текст 4"/>
          <p:cNvSpPr>
            <a:spLocks noGrp="1"/>
          </p:cNvSpPr>
          <p:nvPr>
            <p:ph type="body" sz="quarter" idx="26" hasCustomPrompt="1"/>
          </p:nvPr>
        </p:nvSpPr>
        <p:spPr bwMode="auto">
          <a:xfrm>
            <a:off x="6182839" y="1128713"/>
            <a:ext cx="567078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6" name="Freeform: Shape 28"/>
          <p:cNvSpPr/>
          <p:nvPr userDrawn="1"/>
        </p:nvSpPr>
        <p:spPr bwMode="auto">
          <a:xfrm>
            <a:off x="334963" y="4155010"/>
            <a:ext cx="5684752"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9" name="Freeform: Shape 96"/>
          <p:cNvSpPr/>
          <p:nvPr userDrawn="1"/>
        </p:nvSpPr>
        <p:spPr bwMode="auto">
          <a:xfrm>
            <a:off x="334963" y="3507010"/>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1" name="Text Placeholder 58"/>
          <p:cNvSpPr>
            <a:spLocks noGrp="1"/>
          </p:cNvSpPr>
          <p:nvPr>
            <p:ph type="body" sz="quarter" idx="27" hasCustomPrompt="1"/>
          </p:nvPr>
        </p:nvSpPr>
        <p:spPr bwMode="auto">
          <a:xfrm>
            <a:off x="391512" y="4224288"/>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2" name="Text Placeholder 78"/>
          <p:cNvSpPr>
            <a:spLocks noGrp="1"/>
          </p:cNvSpPr>
          <p:nvPr>
            <p:ph type="body" sz="quarter" idx="28" hasCustomPrompt="1"/>
          </p:nvPr>
        </p:nvSpPr>
        <p:spPr bwMode="auto">
          <a:xfrm>
            <a:off x="391512" y="4515847"/>
            <a:ext cx="543421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7" name="Freeform: Shape 28"/>
          <p:cNvSpPr/>
          <p:nvPr userDrawn="1"/>
        </p:nvSpPr>
        <p:spPr bwMode="auto">
          <a:xfrm>
            <a:off x="6167454" y="4155010"/>
            <a:ext cx="5684752"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9" name="Freeform: Shape 96"/>
          <p:cNvSpPr/>
          <p:nvPr userDrawn="1"/>
        </p:nvSpPr>
        <p:spPr bwMode="auto">
          <a:xfrm>
            <a:off x="6167454" y="3507010"/>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30" name="Text Placeholder 58"/>
          <p:cNvSpPr>
            <a:spLocks noGrp="1"/>
          </p:cNvSpPr>
          <p:nvPr>
            <p:ph type="body" sz="quarter" idx="29" hasCustomPrompt="1"/>
          </p:nvPr>
        </p:nvSpPr>
        <p:spPr bwMode="auto">
          <a:xfrm>
            <a:off x="6224003" y="4224288"/>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31" name="Text Placeholder 78"/>
          <p:cNvSpPr>
            <a:spLocks noGrp="1"/>
          </p:cNvSpPr>
          <p:nvPr>
            <p:ph type="body" sz="quarter" idx="30" hasCustomPrompt="1"/>
          </p:nvPr>
        </p:nvSpPr>
        <p:spPr bwMode="auto">
          <a:xfrm>
            <a:off x="6224003" y="4515847"/>
            <a:ext cx="543421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2" name="Текст 4"/>
          <p:cNvSpPr>
            <a:spLocks noGrp="1"/>
          </p:cNvSpPr>
          <p:nvPr>
            <p:ph type="body" sz="quarter" idx="31" hasCustomPrompt="1"/>
          </p:nvPr>
        </p:nvSpPr>
        <p:spPr bwMode="auto">
          <a:xfrm>
            <a:off x="334727" y="3507332"/>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34" name="Текст 4"/>
          <p:cNvSpPr>
            <a:spLocks noGrp="1"/>
          </p:cNvSpPr>
          <p:nvPr>
            <p:ph type="body" sz="quarter" idx="32" hasCustomPrompt="1"/>
          </p:nvPr>
        </p:nvSpPr>
        <p:spPr bwMode="auto">
          <a:xfrm>
            <a:off x="6179428" y="3507332"/>
            <a:ext cx="567078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35"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28"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39"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40"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6 модулей Заливка">
    <p:spTree>
      <p:nvGrpSpPr>
        <p:cNvPr id="1" name=""/>
        <p:cNvGrpSpPr/>
        <p:nvPr/>
      </p:nvGrpSpPr>
      <p:grpSpPr bwMode="auto">
        <a:xfrm>
          <a:off x="0" y="0"/>
          <a:ext cx="0" cy="0"/>
          <a:chOff x="0" y="0"/>
          <a:chExt cx="0" cy="0"/>
        </a:xfrm>
      </p:grpSpPr>
      <p:sp>
        <p:nvSpPr>
          <p:cNvPr id="17" name="Freeform: Shape 28"/>
          <p:cNvSpPr/>
          <p:nvPr userDrawn="1"/>
        </p:nvSpPr>
        <p:spPr bwMode="auto">
          <a:xfrm>
            <a:off x="338374" y="1776391"/>
            <a:ext cx="374150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128391"/>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59" name="Text Placeholder 58"/>
          <p:cNvSpPr>
            <a:spLocks noGrp="1"/>
          </p:cNvSpPr>
          <p:nvPr>
            <p:ph type="body" sz="quarter" idx="15" hasCustomPrompt="1"/>
          </p:nvPr>
        </p:nvSpPr>
        <p:spPr bwMode="auto">
          <a:xfrm>
            <a:off x="394923" y="1845669"/>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3" y="2137228"/>
            <a:ext cx="3576606"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5" name="Текст 4"/>
          <p:cNvSpPr>
            <a:spLocks noGrp="1"/>
          </p:cNvSpPr>
          <p:nvPr>
            <p:ph type="body" sz="quarter" idx="25" hasCustomPrompt="1"/>
          </p:nvPr>
        </p:nvSpPr>
        <p:spPr bwMode="auto">
          <a:xfrm>
            <a:off x="338138" y="1128713"/>
            <a:ext cx="374155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6" name="Freeform: Shape 28"/>
          <p:cNvSpPr/>
          <p:nvPr userDrawn="1"/>
        </p:nvSpPr>
        <p:spPr bwMode="auto">
          <a:xfrm>
            <a:off x="334963" y="4155010"/>
            <a:ext cx="374150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9" name="Freeform: Shape 96"/>
          <p:cNvSpPr/>
          <p:nvPr userDrawn="1"/>
        </p:nvSpPr>
        <p:spPr bwMode="auto">
          <a:xfrm>
            <a:off x="334963" y="3507010"/>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1" name="Text Placeholder 58"/>
          <p:cNvSpPr>
            <a:spLocks noGrp="1"/>
          </p:cNvSpPr>
          <p:nvPr>
            <p:ph type="body" sz="quarter" idx="27" hasCustomPrompt="1"/>
          </p:nvPr>
        </p:nvSpPr>
        <p:spPr bwMode="auto">
          <a:xfrm>
            <a:off x="391512" y="4224288"/>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2" name="Text Placeholder 78"/>
          <p:cNvSpPr>
            <a:spLocks noGrp="1"/>
          </p:cNvSpPr>
          <p:nvPr>
            <p:ph type="body" sz="quarter" idx="28" hasCustomPrompt="1"/>
          </p:nvPr>
        </p:nvSpPr>
        <p:spPr bwMode="auto">
          <a:xfrm>
            <a:off x="391512" y="4515847"/>
            <a:ext cx="3576606"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2" name="Текст 4"/>
          <p:cNvSpPr>
            <a:spLocks noGrp="1"/>
          </p:cNvSpPr>
          <p:nvPr>
            <p:ph type="body" sz="quarter" idx="31" hasCustomPrompt="1"/>
          </p:nvPr>
        </p:nvSpPr>
        <p:spPr bwMode="auto">
          <a:xfrm>
            <a:off x="334727" y="3507332"/>
            <a:ext cx="374155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35" name="Freeform: Shape 28"/>
          <p:cNvSpPr/>
          <p:nvPr userDrawn="1"/>
        </p:nvSpPr>
        <p:spPr bwMode="auto">
          <a:xfrm>
            <a:off x="4231644" y="1776391"/>
            <a:ext cx="374150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36" name="Freeform: Shape 96"/>
          <p:cNvSpPr/>
          <p:nvPr userDrawn="1"/>
        </p:nvSpPr>
        <p:spPr bwMode="auto">
          <a:xfrm>
            <a:off x="4231644" y="1128391"/>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37" name="Text Placeholder 58"/>
          <p:cNvSpPr>
            <a:spLocks noGrp="1"/>
          </p:cNvSpPr>
          <p:nvPr>
            <p:ph type="body" sz="quarter" idx="32" hasCustomPrompt="1"/>
          </p:nvPr>
        </p:nvSpPr>
        <p:spPr bwMode="auto">
          <a:xfrm>
            <a:off x="4288193" y="1845669"/>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38" name="Text Placeholder 78"/>
          <p:cNvSpPr>
            <a:spLocks noGrp="1"/>
          </p:cNvSpPr>
          <p:nvPr>
            <p:ph type="body" sz="quarter" idx="33" hasCustomPrompt="1"/>
          </p:nvPr>
        </p:nvSpPr>
        <p:spPr bwMode="auto">
          <a:xfrm>
            <a:off x="4288193" y="2137228"/>
            <a:ext cx="3576606"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9" name="Текст 4"/>
          <p:cNvSpPr>
            <a:spLocks noGrp="1"/>
          </p:cNvSpPr>
          <p:nvPr>
            <p:ph type="body" sz="quarter" idx="34" hasCustomPrompt="1"/>
          </p:nvPr>
        </p:nvSpPr>
        <p:spPr bwMode="auto">
          <a:xfrm>
            <a:off x="4231408" y="1128713"/>
            <a:ext cx="374155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40" name="Freeform: Shape 28"/>
          <p:cNvSpPr/>
          <p:nvPr userDrawn="1"/>
        </p:nvSpPr>
        <p:spPr bwMode="auto">
          <a:xfrm>
            <a:off x="4228233" y="4155010"/>
            <a:ext cx="374150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41" name="Freeform: Shape 96"/>
          <p:cNvSpPr/>
          <p:nvPr userDrawn="1"/>
        </p:nvSpPr>
        <p:spPr bwMode="auto">
          <a:xfrm>
            <a:off x="4228233" y="3507010"/>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42" name="Text Placeholder 58"/>
          <p:cNvSpPr>
            <a:spLocks noGrp="1"/>
          </p:cNvSpPr>
          <p:nvPr>
            <p:ph type="body" sz="quarter" idx="35" hasCustomPrompt="1"/>
          </p:nvPr>
        </p:nvSpPr>
        <p:spPr bwMode="auto">
          <a:xfrm>
            <a:off x="4284782" y="4224288"/>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43" name="Text Placeholder 78"/>
          <p:cNvSpPr>
            <a:spLocks noGrp="1"/>
          </p:cNvSpPr>
          <p:nvPr>
            <p:ph type="body" sz="quarter" idx="36" hasCustomPrompt="1"/>
          </p:nvPr>
        </p:nvSpPr>
        <p:spPr bwMode="auto">
          <a:xfrm>
            <a:off x="4284782" y="4515847"/>
            <a:ext cx="3576606"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44" name="Текст 4"/>
          <p:cNvSpPr>
            <a:spLocks noGrp="1"/>
          </p:cNvSpPr>
          <p:nvPr>
            <p:ph type="body" sz="quarter" idx="37" hasCustomPrompt="1"/>
          </p:nvPr>
        </p:nvSpPr>
        <p:spPr bwMode="auto">
          <a:xfrm>
            <a:off x="4227997" y="3507332"/>
            <a:ext cx="374155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46" name="Freeform: Shape 28"/>
          <p:cNvSpPr/>
          <p:nvPr userDrawn="1"/>
        </p:nvSpPr>
        <p:spPr bwMode="auto">
          <a:xfrm>
            <a:off x="8113762" y="1776391"/>
            <a:ext cx="374150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47" name="Freeform: Shape 96"/>
          <p:cNvSpPr/>
          <p:nvPr userDrawn="1"/>
        </p:nvSpPr>
        <p:spPr bwMode="auto">
          <a:xfrm>
            <a:off x="8113762" y="1128391"/>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48" name="Text Placeholder 58"/>
          <p:cNvSpPr>
            <a:spLocks noGrp="1"/>
          </p:cNvSpPr>
          <p:nvPr>
            <p:ph type="body" sz="quarter" idx="38" hasCustomPrompt="1"/>
          </p:nvPr>
        </p:nvSpPr>
        <p:spPr bwMode="auto">
          <a:xfrm>
            <a:off x="8170311" y="1845669"/>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49" name="Text Placeholder 78"/>
          <p:cNvSpPr>
            <a:spLocks noGrp="1"/>
          </p:cNvSpPr>
          <p:nvPr>
            <p:ph type="body" sz="quarter" idx="39" hasCustomPrompt="1"/>
          </p:nvPr>
        </p:nvSpPr>
        <p:spPr bwMode="auto">
          <a:xfrm>
            <a:off x="8170311" y="2137228"/>
            <a:ext cx="3576606"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50" name="Текст 4"/>
          <p:cNvSpPr>
            <a:spLocks noGrp="1"/>
          </p:cNvSpPr>
          <p:nvPr>
            <p:ph type="body" sz="quarter" idx="40" hasCustomPrompt="1"/>
          </p:nvPr>
        </p:nvSpPr>
        <p:spPr bwMode="auto">
          <a:xfrm>
            <a:off x="8113525" y="1128713"/>
            <a:ext cx="374155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51" name="Freeform: Shape 28"/>
          <p:cNvSpPr/>
          <p:nvPr userDrawn="1"/>
        </p:nvSpPr>
        <p:spPr bwMode="auto">
          <a:xfrm>
            <a:off x="8110351" y="4155010"/>
            <a:ext cx="374150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52" name="Freeform: Shape 96"/>
          <p:cNvSpPr/>
          <p:nvPr userDrawn="1"/>
        </p:nvSpPr>
        <p:spPr bwMode="auto">
          <a:xfrm>
            <a:off x="8110351" y="3507010"/>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53" name="Text Placeholder 58"/>
          <p:cNvSpPr>
            <a:spLocks noGrp="1"/>
          </p:cNvSpPr>
          <p:nvPr>
            <p:ph type="body" sz="quarter" idx="41" hasCustomPrompt="1"/>
          </p:nvPr>
        </p:nvSpPr>
        <p:spPr bwMode="auto">
          <a:xfrm>
            <a:off x="8166899" y="4224288"/>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54" name="Text Placeholder 78"/>
          <p:cNvSpPr>
            <a:spLocks noGrp="1"/>
          </p:cNvSpPr>
          <p:nvPr>
            <p:ph type="body" sz="quarter" idx="42" hasCustomPrompt="1"/>
          </p:nvPr>
        </p:nvSpPr>
        <p:spPr bwMode="auto">
          <a:xfrm>
            <a:off x="8166899" y="4515847"/>
            <a:ext cx="3576606"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55" name="Текст 4"/>
          <p:cNvSpPr>
            <a:spLocks noGrp="1"/>
          </p:cNvSpPr>
          <p:nvPr>
            <p:ph type="body" sz="quarter" idx="43" hasCustomPrompt="1"/>
          </p:nvPr>
        </p:nvSpPr>
        <p:spPr bwMode="auto">
          <a:xfrm>
            <a:off x="8110115" y="3507332"/>
            <a:ext cx="374155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45"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56" name="Текст 6"/>
          <p:cNvSpPr>
            <a:spLocks noGrp="1"/>
          </p:cNvSpPr>
          <p:nvPr>
            <p:ph type="body" sz="quarter" idx="44"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61"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62" name="Текст 12"/>
          <p:cNvSpPr>
            <a:spLocks noGrp="1"/>
          </p:cNvSpPr>
          <p:nvPr>
            <p:ph type="body" sz="quarter" idx="45"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8 модулей Заливка">
    <p:spTree>
      <p:nvGrpSpPr>
        <p:cNvPr id="1" name=""/>
        <p:cNvGrpSpPr/>
        <p:nvPr/>
      </p:nvGrpSpPr>
      <p:grpSpPr bwMode="auto">
        <a:xfrm>
          <a:off x="0" y="0"/>
          <a:ext cx="0" cy="0"/>
          <a:chOff x="0" y="0"/>
          <a:chExt cx="0" cy="0"/>
        </a:xfrm>
      </p:grpSpPr>
      <p:sp>
        <p:nvSpPr>
          <p:cNvPr id="17" name="Freeform: Shape 28"/>
          <p:cNvSpPr/>
          <p:nvPr userDrawn="1"/>
        </p:nvSpPr>
        <p:spPr bwMode="auto">
          <a:xfrm>
            <a:off x="338374" y="1776391"/>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59" name="Text Placeholder 58"/>
          <p:cNvSpPr>
            <a:spLocks noGrp="1"/>
          </p:cNvSpPr>
          <p:nvPr>
            <p:ph type="body" sz="quarter" idx="15" hasCustomPrompt="1"/>
          </p:nvPr>
        </p:nvSpPr>
        <p:spPr bwMode="auto">
          <a:xfrm>
            <a:off x="394923"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3" y="2137228"/>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5" name="Текст 4"/>
          <p:cNvSpPr>
            <a:spLocks noGrp="1"/>
          </p:cNvSpPr>
          <p:nvPr>
            <p:ph type="body" sz="quarter" idx="25" hasCustomPrompt="1"/>
          </p:nvPr>
        </p:nvSpPr>
        <p:spPr bwMode="auto">
          <a:xfrm>
            <a:off x="338139"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16" name="Freeform: Shape 28"/>
          <p:cNvSpPr/>
          <p:nvPr userDrawn="1"/>
        </p:nvSpPr>
        <p:spPr bwMode="auto">
          <a:xfrm>
            <a:off x="334963" y="4155010"/>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9" name="Freeform: Shape 96"/>
          <p:cNvSpPr/>
          <p:nvPr userDrawn="1"/>
        </p:nvSpPr>
        <p:spPr bwMode="auto">
          <a:xfrm>
            <a:off x="334963" y="3507010"/>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21" name="Text Placeholder 58"/>
          <p:cNvSpPr>
            <a:spLocks noGrp="1"/>
          </p:cNvSpPr>
          <p:nvPr>
            <p:ph type="body" sz="quarter" idx="27" hasCustomPrompt="1"/>
          </p:nvPr>
        </p:nvSpPr>
        <p:spPr bwMode="auto">
          <a:xfrm>
            <a:off x="391512" y="4224288"/>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2" name="Text Placeholder 78"/>
          <p:cNvSpPr>
            <a:spLocks noGrp="1"/>
          </p:cNvSpPr>
          <p:nvPr>
            <p:ph type="body" sz="quarter" idx="28" hasCustomPrompt="1"/>
          </p:nvPr>
        </p:nvSpPr>
        <p:spPr bwMode="auto">
          <a:xfrm>
            <a:off x="391512" y="4515847"/>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2" name="Текст 4"/>
          <p:cNvSpPr>
            <a:spLocks noGrp="1"/>
          </p:cNvSpPr>
          <p:nvPr>
            <p:ph type="body" sz="quarter" idx="31" hasCustomPrompt="1"/>
          </p:nvPr>
        </p:nvSpPr>
        <p:spPr bwMode="auto">
          <a:xfrm>
            <a:off x="334728" y="3507332"/>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35" name="Freeform: Shape 28"/>
          <p:cNvSpPr/>
          <p:nvPr userDrawn="1"/>
        </p:nvSpPr>
        <p:spPr bwMode="auto">
          <a:xfrm>
            <a:off x="3251200" y="1776391"/>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36" name="Freeform: Shape 96"/>
          <p:cNvSpPr/>
          <p:nvPr userDrawn="1"/>
        </p:nvSpPr>
        <p:spPr bwMode="auto">
          <a:xfrm>
            <a:off x="3251200"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37" name="Text Placeholder 58"/>
          <p:cNvSpPr>
            <a:spLocks noGrp="1"/>
          </p:cNvSpPr>
          <p:nvPr>
            <p:ph type="body" sz="quarter" idx="32" hasCustomPrompt="1"/>
          </p:nvPr>
        </p:nvSpPr>
        <p:spPr bwMode="auto">
          <a:xfrm>
            <a:off x="3307749"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38" name="Text Placeholder 78"/>
          <p:cNvSpPr>
            <a:spLocks noGrp="1"/>
          </p:cNvSpPr>
          <p:nvPr>
            <p:ph type="body" sz="quarter" idx="33" hasCustomPrompt="1"/>
          </p:nvPr>
        </p:nvSpPr>
        <p:spPr bwMode="auto">
          <a:xfrm>
            <a:off x="3307749" y="2137228"/>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9" name="Текст 4"/>
          <p:cNvSpPr>
            <a:spLocks noGrp="1"/>
          </p:cNvSpPr>
          <p:nvPr>
            <p:ph type="body" sz="quarter" idx="34" hasCustomPrompt="1"/>
          </p:nvPr>
        </p:nvSpPr>
        <p:spPr bwMode="auto">
          <a:xfrm>
            <a:off x="3250964"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40" name="Freeform: Shape 28"/>
          <p:cNvSpPr/>
          <p:nvPr userDrawn="1"/>
        </p:nvSpPr>
        <p:spPr bwMode="auto">
          <a:xfrm>
            <a:off x="3247789" y="4155010"/>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41" name="Freeform: Shape 96"/>
          <p:cNvSpPr/>
          <p:nvPr userDrawn="1"/>
        </p:nvSpPr>
        <p:spPr bwMode="auto">
          <a:xfrm>
            <a:off x="3247789" y="3507010"/>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42" name="Text Placeholder 58"/>
          <p:cNvSpPr>
            <a:spLocks noGrp="1"/>
          </p:cNvSpPr>
          <p:nvPr>
            <p:ph type="body" sz="quarter" idx="35" hasCustomPrompt="1"/>
          </p:nvPr>
        </p:nvSpPr>
        <p:spPr bwMode="auto">
          <a:xfrm>
            <a:off x="3304338" y="4224288"/>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43" name="Text Placeholder 78"/>
          <p:cNvSpPr>
            <a:spLocks noGrp="1"/>
          </p:cNvSpPr>
          <p:nvPr>
            <p:ph type="body" sz="quarter" idx="36" hasCustomPrompt="1"/>
          </p:nvPr>
        </p:nvSpPr>
        <p:spPr bwMode="auto">
          <a:xfrm>
            <a:off x="3304338" y="4515847"/>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44" name="Текст 4"/>
          <p:cNvSpPr>
            <a:spLocks noGrp="1"/>
          </p:cNvSpPr>
          <p:nvPr>
            <p:ph type="body" sz="quarter" idx="37" hasCustomPrompt="1"/>
          </p:nvPr>
        </p:nvSpPr>
        <p:spPr bwMode="auto">
          <a:xfrm>
            <a:off x="3247554" y="3507332"/>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45" name="Freeform: Shape 28"/>
          <p:cNvSpPr/>
          <p:nvPr userDrawn="1"/>
        </p:nvSpPr>
        <p:spPr bwMode="auto">
          <a:xfrm>
            <a:off x="6174497" y="1776391"/>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46" name="Freeform: Shape 96"/>
          <p:cNvSpPr/>
          <p:nvPr userDrawn="1"/>
        </p:nvSpPr>
        <p:spPr bwMode="auto">
          <a:xfrm>
            <a:off x="6174497"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47" name="Text Placeholder 58"/>
          <p:cNvSpPr>
            <a:spLocks noGrp="1"/>
          </p:cNvSpPr>
          <p:nvPr>
            <p:ph type="body" sz="quarter" idx="38" hasCustomPrompt="1"/>
          </p:nvPr>
        </p:nvSpPr>
        <p:spPr bwMode="auto">
          <a:xfrm>
            <a:off x="6231046"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48" name="Text Placeholder 78"/>
          <p:cNvSpPr>
            <a:spLocks noGrp="1"/>
          </p:cNvSpPr>
          <p:nvPr>
            <p:ph type="body" sz="quarter" idx="39" hasCustomPrompt="1"/>
          </p:nvPr>
        </p:nvSpPr>
        <p:spPr bwMode="auto">
          <a:xfrm>
            <a:off x="6231046" y="2137228"/>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49" name="Текст 4"/>
          <p:cNvSpPr>
            <a:spLocks noGrp="1"/>
          </p:cNvSpPr>
          <p:nvPr>
            <p:ph type="body" sz="quarter" idx="40" hasCustomPrompt="1"/>
          </p:nvPr>
        </p:nvSpPr>
        <p:spPr bwMode="auto">
          <a:xfrm>
            <a:off x="6174262"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50" name="Freeform: Shape 28"/>
          <p:cNvSpPr/>
          <p:nvPr userDrawn="1"/>
        </p:nvSpPr>
        <p:spPr bwMode="auto">
          <a:xfrm>
            <a:off x="6171086" y="4155010"/>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51" name="Freeform: Shape 96"/>
          <p:cNvSpPr/>
          <p:nvPr userDrawn="1"/>
        </p:nvSpPr>
        <p:spPr bwMode="auto">
          <a:xfrm>
            <a:off x="6171086" y="3507010"/>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52" name="Text Placeholder 58"/>
          <p:cNvSpPr>
            <a:spLocks noGrp="1"/>
          </p:cNvSpPr>
          <p:nvPr>
            <p:ph type="body" sz="quarter" idx="41" hasCustomPrompt="1"/>
          </p:nvPr>
        </p:nvSpPr>
        <p:spPr bwMode="auto">
          <a:xfrm>
            <a:off x="6227635" y="4224288"/>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53" name="Text Placeholder 78"/>
          <p:cNvSpPr>
            <a:spLocks noGrp="1"/>
          </p:cNvSpPr>
          <p:nvPr>
            <p:ph type="body" sz="quarter" idx="42" hasCustomPrompt="1"/>
          </p:nvPr>
        </p:nvSpPr>
        <p:spPr bwMode="auto">
          <a:xfrm>
            <a:off x="6227635" y="4515847"/>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54" name="Текст 4"/>
          <p:cNvSpPr>
            <a:spLocks noGrp="1"/>
          </p:cNvSpPr>
          <p:nvPr>
            <p:ph type="body" sz="quarter" idx="43" hasCustomPrompt="1"/>
          </p:nvPr>
        </p:nvSpPr>
        <p:spPr bwMode="auto">
          <a:xfrm>
            <a:off x="6170851" y="3507332"/>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55" name="Freeform: Shape 28"/>
          <p:cNvSpPr/>
          <p:nvPr userDrawn="1"/>
        </p:nvSpPr>
        <p:spPr bwMode="auto">
          <a:xfrm>
            <a:off x="9083869" y="1776391"/>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56" name="Freeform: Shape 96"/>
          <p:cNvSpPr/>
          <p:nvPr userDrawn="1"/>
        </p:nvSpPr>
        <p:spPr bwMode="auto">
          <a:xfrm>
            <a:off x="9083869"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57" name="Text Placeholder 58"/>
          <p:cNvSpPr>
            <a:spLocks noGrp="1"/>
          </p:cNvSpPr>
          <p:nvPr>
            <p:ph type="body" sz="quarter" idx="44" hasCustomPrompt="1"/>
          </p:nvPr>
        </p:nvSpPr>
        <p:spPr bwMode="auto">
          <a:xfrm>
            <a:off x="9140418"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58" name="Text Placeholder 78"/>
          <p:cNvSpPr>
            <a:spLocks noGrp="1"/>
          </p:cNvSpPr>
          <p:nvPr>
            <p:ph type="body" sz="quarter" idx="45" hasCustomPrompt="1"/>
          </p:nvPr>
        </p:nvSpPr>
        <p:spPr bwMode="auto">
          <a:xfrm>
            <a:off x="9140418" y="2137228"/>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60" name="Текст 4"/>
          <p:cNvSpPr>
            <a:spLocks noGrp="1"/>
          </p:cNvSpPr>
          <p:nvPr>
            <p:ph type="body" sz="quarter" idx="46" hasCustomPrompt="1"/>
          </p:nvPr>
        </p:nvSpPr>
        <p:spPr bwMode="auto">
          <a:xfrm>
            <a:off x="9083634"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61" name="Freeform: Shape 28"/>
          <p:cNvSpPr/>
          <p:nvPr userDrawn="1"/>
        </p:nvSpPr>
        <p:spPr bwMode="auto">
          <a:xfrm>
            <a:off x="9080458" y="4155010"/>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62" name="Freeform: Shape 96"/>
          <p:cNvSpPr/>
          <p:nvPr userDrawn="1"/>
        </p:nvSpPr>
        <p:spPr bwMode="auto">
          <a:xfrm>
            <a:off x="9080458" y="3507010"/>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63" name="Text Placeholder 58"/>
          <p:cNvSpPr>
            <a:spLocks noGrp="1"/>
          </p:cNvSpPr>
          <p:nvPr>
            <p:ph type="body" sz="quarter" idx="47" hasCustomPrompt="1"/>
          </p:nvPr>
        </p:nvSpPr>
        <p:spPr bwMode="auto">
          <a:xfrm>
            <a:off x="9137007" y="4224288"/>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64" name="Text Placeholder 78"/>
          <p:cNvSpPr>
            <a:spLocks noGrp="1"/>
          </p:cNvSpPr>
          <p:nvPr>
            <p:ph type="body" sz="quarter" idx="48" hasCustomPrompt="1"/>
          </p:nvPr>
        </p:nvSpPr>
        <p:spPr bwMode="auto">
          <a:xfrm>
            <a:off x="9137007" y="4515847"/>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65" name="Текст 4"/>
          <p:cNvSpPr>
            <a:spLocks noGrp="1"/>
          </p:cNvSpPr>
          <p:nvPr>
            <p:ph type="body" sz="quarter" idx="49" hasCustomPrompt="1"/>
          </p:nvPr>
        </p:nvSpPr>
        <p:spPr bwMode="auto">
          <a:xfrm>
            <a:off x="9080223" y="3507332"/>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66"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marL="0" marR="0" lvl="0" indent="0" algn="r" defTabSz="914400">
              <a:lnSpc>
                <a:spcPct val="100000"/>
              </a:lnSpc>
              <a:spcBef>
                <a:spcPts val="0"/>
              </a:spcBef>
              <a:spcAft>
                <a:spcPts val="0"/>
              </a:spcAft>
              <a:buClrTx/>
              <a:buSzTx/>
              <a:buFontTx/>
              <a:buNone/>
              <a:defRPr/>
            </a:pPr>
            <a:r>
              <a:rPr lang="ru-RU" sz="900" b="0" i="0" u="none" strike="noStrike" cap="none" spc="0">
                <a:ln>
                  <a:noFill/>
                </a:ln>
                <a:solidFill>
                  <a:srgbClr val="FFFFFF">
                    <a:lumMod val="50000"/>
                  </a:srgbClr>
                </a:solidFill>
                <a:latin typeface="GPN_DIN Condensed Regular"/>
                <a:ea typeface="GPN_DIN Condensed Regular"/>
                <a:cs typeface="+mn-cs"/>
              </a:rPr>
              <a:t>ГАЗПРОМ НЕФТЬ   </a:t>
            </a:r>
            <a:fld id="{D58DDE06-DF15-0A4F-A85A-4EB38848D8EB}" type="slidenum">
              <a:rPr lang="ru-RU" sz="900" b="0" i="0" u="none" strike="noStrike" cap="none" spc="0">
                <a:ln>
                  <a:noFill/>
                </a:ln>
                <a:solidFill>
                  <a:srgbClr val="7E7E7F">
                    <a:tint val="75000"/>
                  </a:srgbClr>
                </a:solidFill>
                <a:latin typeface="GPN_DIN Condensed Regular"/>
                <a:ea typeface="GPN_DIN Condensed Regular"/>
                <a:cs typeface="+mn-cs"/>
              </a:rPr>
              <a:t>‹#›</a:t>
            </a:fld>
            <a:endParaRPr lang="ru-RU" sz="900" b="0" i="0" u="none" strike="noStrike" cap="none" spc="0">
              <a:ln>
                <a:noFill/>
              </a:ln>
              <a:solidFill>
                <a:srgbClr val="7E7E7F">
                  <a:tint val="75000"/>
                </a:srgbClr>
              </a:solidFill>
              <a:latin typeface="GPN_DIN Condensed Regular"/>
              <a:ea typeface="GPN_DIN Condensed Regular"/>
              <a:cs typeface="+mn-cs"/>
            </a:endParaRPr>
          </a:p>
        </p:txBody>
      </p:sp>
      <p:sp>
        <p:nvSpPr>
          <p:cNvPr id="67" name="Текст 6"/>
          <p:cNvSpPr>
            <a:spLocks noGrp="1"/>
          </p:cNvSpPr>
          <p:nvPr>
            <p:ph type="body" sz="quarter" idx="50"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69"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70" name="Текст 12"/>
          <p:cNvSpPr>
            <a:spLocks noGrp="1"/>
          </p:cNvSpPr>
          <p:nvPr>
            <p:ph type="body" sz="quarter" idx="51"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4 модуля и вывод Заливка">
    <p:spTree>
      <p:nvGrpSpPr>
        <p:cNvPr id="1" name=""/>
        <p:cNvGrpSpPr/>
        <p:nvPr/>
      </p:nvGrpSpPr>
      <p:grpSpPr bwMode="auto">
        <a:xfrm>
          <a:off x="0" y="0"/>
          <a:ext cx="0" cy="0"/>
          <a:chOff x="0" y="0"/>
          <a:chExt cx="0" cy="0"/>
        </a:xfrm>
      </p:grpSpPr>
      <p:sp>
        <p:nvSpPr>
          <p:cNvPr id="17" name="Freeform: Shape 28"/>
          <p:cNvSpPr/>
          <p:nvPr userDrawn="1"/>
        </p:nvSpPr>
        <p:spPr bwMode="auto">
          <a:xfrm>
            <a:off x="338374" y="1776391"/>
            <a:ext cx="5684752" cy="1268467"/>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128391"/>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59" name="Text Placeholder 58"/>
          <p:cNvSpPr>
            <a:spLocks noGrp="1"/>
          </p:cNvSpPr>
          <p:nvPr>
            <p:ph type="body" sz="quarter" idx="15" hasCustomPrompt="1"/>
          </p:nvPr>
        </p:nvSpPr>
        <p:spPr bwMode="auto">
          <a:xfrm>
            <a:off x="394923" y="1845669"/>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3" y="2137227"/>
            <a:ext cx="5434214" cy="785081"/>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3" name="Freeform: Shape 28"/>
          <p:cNvSpPr/>
          <p:nvPr userDrawn="1"/>
        </p:nvSpPr>
        <p:spPr bwMode="auto">
          <a:xfrm>
            <a:off x="6170865" y="1776391"/>
            <a:ext cx="5684752" cy="1268467"/>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4" name="Freeform: Shape 96"/>
          <p:cNvSpPr/>
          <p:nvPr userDrawn="1"/>
        </p:nvSpPr>
        <p:spPr bwMode="auto">
          <a:xfrm>
            <a:off x="6170865" y="1128391"/>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5" name="Text Placeholder 58"/>
          <p:cNvSpPr>
            <a:spLocks noGrp="1"/>
          </p:cNvSpPr>
          <p:nvPr>
            <p:ph type="body" sz="quarter" idx="23" hasCustomPrompt="1"/>
          </p:nvPr>
        </p:nvSpPr>
        <p:spPr bwMode="auto">
          <a:xfrm>
            <a:off x="6227414" y="1845669"/>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6" name="Text Placeholder 78"/>
          <p:cNvSpPr>
            <a:spLocks noGrp="1"/>
          </p:cNvSpPr>
          <p:nvPr>
            <p:ph type="body" sz="quarter" idx="24" hasCustomPrompt="1"/>
          </p:nvPr>
        </p:nvSpPr>
        <p:spPr bwMode="auto">
          <a:xfrm>
            <a:off x="6227414" y="2137227"/>
            <a:ext cx="5434214" cy="785081"/>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5" name="Текст 4"/>
          <p:cNvSpPr>
            <a:spLocks noGrp="1"/>
          </p:cNvSpPr>
          <p:nvPr>
            <p:ph type="body" sz="quarter" idx="25" hasCustomPrompt="1"/>
          </p:nvPr>
        </p:nvSpPr>
        <p:spPr bwMode="auto">
          <a:xfrm>
            <a:off x="338138" y="1128713"/>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33" name="Текст 4"/>
          <p:cNvSpPr>
            <a:spLocks noGrp="1"/>
          </p:cNvSpPr>
          <p:nvPr>
            <p:ph type="body" sz="quarter" idx="26" hasCustomPrompt="1"/>
          </p:nvPr>
        </p:nvSpPr>
        <p:spPr bwMode="auto">
          <a:xfrm>
            <a:off x="6182839" y="1128713"/>
            <a:ext cx="567078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45" name="Freeform: Shape 28"/>
          <p:cNvSpPr/>
          <p:nvPr userDrawn="1"/>
        </p:nvSpPr>
        <p:spPr bwMode="auto">
          <a:xfrm>
            <a:off x="338374" y="3840863"/>
            <a:ext cx="5684752" cy="1268467"/>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46" name="Freeform: Shape 96"/>
          <p:cNvSpPr/>
          <p:nvPr userDrawn="1"/>
        </p:nvSpPr>
        <p:spPr bwMode="auto">
          <a:xfrm>
            <a:off x="338374" y="3192863"/>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47" name="Text Placeholder 58"/>
          <p:cNvSpPr>
            <a:spLocks noGrp="1"/>
          </p:cNvSpPr>
          <p:nvPr>
            <p:ph type="body" sz="quarter" idx="27" hasCustomPrompt="1"/>
          </p:nvPr>
        </p:nvSpPr>
        <p:spPr bwMode="auto">
          <a:xfrm>
            <a:off x="394923" y="3910141"/>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48" name="Text Placeholder 78"/>
          <p:cNvSpPr>
            <a:spLocks noGrp="1"/>
          </p:cNvSpPr>
          <p:nvPr>
            <p:ph type="body" sz="quarter" idx="28" hasCustomPrompt="1"/>
          </p:nvPr>
        </p:nvSpPr>
        <p:spPr bwMode="auto">
          <a:xfrm>
            <a:off x="394923" y="4201699"/>
            <a:ext cx="5434214" cy="785081"/>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49" name="Freeform: Shape 28"/>
          <p:cNvSpPr/>
          <p:nvPr userDrawn="1"/>
        </p:nvSpPr>
        <p:spPr bwMode="auto">
          <a:xfrm>
            <a:off x="6170865" y="3840863"/>
            <a:ext cx="5684752" cy="1268467"/>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50" name="Freeform: Shape 96"/>
          <p:cNvSpPr/>
          <p:nvPr userDrawn="1"/>
        </p:nvSpPr>
        <p:spPr bwMode="auto">
          <a:xfrm>
            <a:off x="6170865" y="3192863"/>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51" name="Text Placeholder 58"/>
          <p:cNvSpPr>
            <a:spLocks noGrp="1"/>
          </p:cNvSpPr>
          <p:nvPr>
            <p:ph type="body" sz="quarter" idx="29" hasCustomPrompt="1"/>
          </p:nvPr>
        </p:nvSpPr>
        <p:spPr bwMode="auto">
          <a:xfrm>
            <a:off x="6227414" y="3910141"/>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52" name="Text Placeholder 78"/>
          <p:cNvSpPr>
            <a:spLocks noGrp="1"/>
          </p:cNvSpPr>
          <p:nvPr>
            <p:ph type="body" sz="quarter" idx="30" hasCustomPrompt="1"/>
          </p:nvPr>
        </p:nvSpPr>
        <p:spPr bwMode="auto">
          <a:xfrm>
            <a:off x="6227414" y="4201699"/>
            <a:ext cx="5434214" cy="785081"/>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53" name="Текст 4"/>
          <p:cNvSpPr>
            <a:spLocks noGrp="1"/>
          </p:cNvSpPr>
          <p:nvPr>
            <p:ph type="body" sz="quarter" idx="31" hasCustomPrompt="1"/>
          </p:nvPr>
        </p:nvSpPr>
        <p:spPr bwMode="auto">
          <a:xfrm>
            <a:off x="338138" y="3193185"/>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54" name="Текст 4"/>
          <p:cNvSpPr>
            <a:spLocks noGrp="1"/>
          </p:cNvSpPr>
          <p:nvPr>
            <p:ph type="body" sz="quarter" idx="32" hasCustomPrompt="1"/>
          </p:nvPr>
        </p:nvSpPr>
        <p:spPr bwMode="auto">
          <a:xfrm>
            <a:off x="6182839" y="3193185"/>
            <a:ext cx="567078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55" name="Freeform: Shape 96"/>
          <p:cNvSpPr/>
          <p:nvPr userDrawn="1"/>
        </p:nvSpPr>
        <p:spPr bwMode="auto">
          <a:xfrm>
            <a:off x="339810" y="5248169"/>
            <a:ext cx="11517227" cy="952756"/>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E65907"/>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7" name="Текст 6"/>
          <p:cNvSpPr>
            <a:spLocks noGrp="1"/>
          </p:cNvSpPr>
          <p:nvPr>
            <p:ph type="body" sz="quarter" idx="33" hasCustomPrompt="1"/>
          </p:nvPr>
        </p:nvSpPr>
        <p:spPr bwMode="auto">
          <a:xfrm>
            <a:off x="334963" y="5248019"/>
            <a:ext cx="11522075" cy="952756"/>
          </a:xfrm>
          <a:prstGeom prst="rect">
            <a:avLst/>
          </a:prstGeom>
        </p:spPr>
        <p:txBody>
          <a:bodyPr lIns="144000" tIns="144000" rIns="144000" bIns="144000" anchor="ctr"/>
          <a:lstStyle>
            <a:lvl1pPr marL="0" marR="0" indent="0" algn="l" defTabSz="914400">
              <a:lnSpc>
                <a:spcPct val="100000"/>
              </a:lnSpc>
              <a:spcBef>
                <a:spcPts val="600"/>
              </a:spcBef>
              <a:spcAft>
                <a:spcPts val="0"/>
              </a:spcAft>
              <a:buClrTx/>
              <a:buSzTx/>
              <a:buFontTx/>
              <a:buNone/>
              <a:defRPr lang="en-US" sz="1400">
                <a:solidFill>
                  <a:schemeClr val="bg1"/>
                </a:solidFill>
                <a:latin typeface="GPN_DIN Condensed Bold"/>
                <a:ea typeface="GPN_DIN Condensed Bold"/>
                <a:cs typeface="+mn-cs"/>
              </a:defRPr>
            </a:lvl1pPr>
          </a:lstStyle>
          <a:p>
            <a:pPr lvl="0">
              <a:defRPr/>
            </a:pPr>
            <a:r>
              <a:rPr lang="ru-RU"/>
              <a:t>НАЖМИТЕ ДЛЯ ВСТАВКИ ТЕКСТА</a:t>
            </a:r>
            <a:endParaRPr lang="en-US"/>
          </a:p>
        </p:txBody>
      </p:sp>
      <p:sp>
        <p:nvSpPr>
          <p:cNvPr id="29"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28"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31"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32"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2 модуля Обводка">
    <p:spTree>
      <p:nvGrpSpPr>
        <p:cNvPr id="1" name=""/>
        <p:cNvGrpSpPr/>
        <p:nvPr/>
      </p:nvGrpSpPr>
      <p:grpSpPr bwMode="auto">
        <a:xfrm>
          <a:off x="0" y="0"/>
          <a:ext cx="0" cy="0"/>
          <a:chOff x="0" y="0"/>
          <a:chExt cx="0" cy="0"/>
        </a:xfrm>
      </p:grpSpPr>
      <p:sp>
        <p:nvSpPr>
          <p:cNvPr id="23" name="Freeform: Shape 28"/>
          <p:cNvSpPr/>
          <p:nvPr userDrawn="1"/>
        </p:nvSpPr>
        <p:spPr bwMode="auto">
          <a:xfrm>
            <a:off x="6166246" y="1776391"/>
            <a:ext cx="569079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4" name="Freeform: Shape 96"/>
          <p:cNvSpPr/>
          <p:nvPr userDrawn="1"/>
        </p:nvSpPr>
        <p:spPr bwMode="auto">
          <a:xfrm>
            <a:off x="6166246" y="1128391"/>
            <a:ext cx="569079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25" name="Text Placeholder 58"/>
          <p:cNvSpPr>
            <a:spLocks noGrp="1"/>
          </p:cNvSpPr>
          <p:nvPr>
            <p:ph type="body" sz="quarter" idx="23" hasCustomPrompt="1"/>
          </p:nvPr>
        </p:nvSpPr>
        <p:spPr bwMode="auto">
          <a:xfrm>
            <a:off x="6222796" y="1845669"/>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6" name="Text Placeholder 78"/>
          <p:cNvSpPr>
            <a:spLocks noGrp="1"/>
          </p:cNvSpPr>
          <p:nvPr>
            <p:ph type="body" sz="quarter" idx="24" hasCustomPrompt="1"/>
          </p:nvPr>
        </p:nvSpPr>
        <p:spPr bwMode="auto">
          <a:xfrm>
            <a:off x="6222796" y="2137227"/>
            <a:ext cx="5434214" cy="3419150"/>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3" name="Текст 4"/>
          <p:cNvSpPr>
            <a:spLocks noGrp="1"/>
          </p:cNvSpPr>
          <p:nvPr>
            <p:ph type="body" sz="quarter" idx="26" hasCustomPrompt="1"/>
          </p:nvPr>
        </p:nvSpPr>
        <p:spPr bwMode="auto">
          <a:xfrm>
            <a:off x="6166246" y="1128713"/>
            <a:ext cx="5690791"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9"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marL="0" marR="0" lvl="0" indent="0" algn="r" defTabSz="914400">
              <a:lnSpc>
                <a:spcPct val="100000"/>
              </a:lnSpc>
              <a:spcBef>
                <a:spcPts val="0"/>
              </a:spcBef>
              <a:spcAft>
                <a:spcPts val="0"/>
              </a:spcAft>
              <a:buClrTx/>
              <a:buSzTx/>
              <a:buFontTx/>
              <a:buNone/>
              <a:defRPr/>
            </a:pPr>
            <a:r>
              <a:rPr lang="ru-RU" sz="900" b="0" i="0" u="none" strike="noStrike" cap="none" spc="0">
                <a:ln>
                  <a:noFill/>
                </a:ln>
                <a:solidFill>
                  <a:srgbClr val="FFFFFF">
                    <a:lumMod val="50000"/>
                  </a:srgbClr>
                </a:solidFill>
                <a:latin typeface="GPN_DIN Condensed Regular"/>
                <a:ea typeface="GPN_DIN Condensed Regular"/>
                <a:cs typeface="+mn-cs"/>
              </a:rPr>
              <a:t>ГАЗПРОМ НЕФТЬ   </a:t>
            </a:r>
            <a:fld id="{D58DDE06-DF15-0A4F-A85A-4EB38848D8EB}" type="slidenum">
              <a:rPr lang="ru-RU" sz="900" b="0" i="0" u="none" strike="noStrike" cap="none" spc="0">
                <a:ln>
                  <a:noFill/>
                </a:ln>
                <a:solidFill>
                  <a:srgbClr val="7E7E7F">
                    <a:tint val="75000"/>
                  </a:srgbClr>
                </a:solidFill>
                <a:latin typeface="GPN_DIN Condensed Regular"/>
                <a:ea typeface="GPN_DIN Condensed Regular"/>
                <a:cs typeface="+mn-cs"/>
              </a:rPr>
              <a:t>‹#›</a:t>
            </a:fld>
            <a:endParaRPr lang="ru-RU" sz="900" b="0" i="0" u="none" strike="noStrike" cap="none" spc="0">
              <a:ln>
                <a:noFill/>
              </a:ln>
              <a:solidFill>
                <a:srgbClr val="7E7E7F">
                  <a:tint val="75000"/>
                </a:srgbClr>
              </a:solidFill>
              <a:latin typeface="GPN_DIN Condensed Regular"/>
              <a:ea typeface="GPN_DIN Condensed Regular"/>
              <a:cs typeface="+mn-cs"/>
            </a:endParaRPr>
          </a:p>
        </p:txBody>
      </p:sp>
      <p:sp>
        <p:nvSpPr>
          <p:cNvPr id="21"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3" name="Freeform: Shape 28"/>
          <p:cNvSpPr/>
          <p:nvPr userDrawn="1"/>
        </p:nvSpPr>
        <p:spPr bwMode="auto">
          <a:xfrm>
            <a:off x="334963" y="1780914"/>
            <a:ext cx="569079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4" name="Freeform: Shape 96"/>
          <p:cNvSpPr/>
          <p:nvPr userDrawn="1"/>
        </p:nvSpPr>
        <p:spPr bwMode="auto">
          <a:xfrm>
            <a:off x="334963" y="1132915"/>
            <a:ext cx="569079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6" name="Text Placeholder 58"/>
          <p:cNvSpPr>
            <a:spLocks noGrp="1"/>
          </p:cNvSpPr>
          <p:nvPr>
            <p:ph type="body" sz="quarter" idx="27" hasCustomPrompt="1"/>
          </p:nvPr>
        </p:nvSpPr>
        <p:spPr bwMode="auto">
          <a:xfrm>
            <a:off x="391513" y="1850193"/>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 name="Text Placeholder 78"/>
          <p:cNvSpPr>
            <a:spLocks noGrp="1"/>
          </p:cNvSpPr>
          <p:nvPr>
            <p:ph type="body" sz="quarter" idx="28" hasCustomPrompt="1"/>
          </p:nvPr>
        </p:nvSpPr>
        <p:spPr bwMode="auto">
          <a:xfrm>
            <a:off x="391513" y="2141751"/>
            <a:ext cx="5434214" cy="3419150"/>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9" name="Текст 4"/>
          <p:cNvSpPr>
            <a:spLocks noGrp="1"/>
          </p:cNvSpPr>
          <p:nvPr>
            <p:ph type="body" sz="quarter" idx="29" hasCustomPrompt="1"/>
          </p:nvPr>
        </p:nvSpPr>
        <p:spPr bwMode="auto">
          <a:xfrm>
            <a:off x="346939" y="1133237"/>
            <a:ext cx="5675404"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7"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18"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3 модуля Обводка">
    <p:spTree>
      <p:nvGrpSpPr>
        <p:cNvPr id="1" name=""/>
        <p:cNvGrpSpPr/>
        <p:nvPr/>
      </p:nvGrpSpPr>
      <p:grpSpPr bwMode="auto">
        <a:xfrm>
          <a:off x="0" y="0"/>
          <a:ext cx="0" cy="0"/>
          <a:chOff x="0" y="0"/>
          <a:chExt cx="0" cy="0"/>
        </a:xfrm>
      </p:grpSpPr>
      <p:sp>
        <p:nvSpPr>
          <p:cNvPr id="17" name="Freeform: Shape 28"/>
          <p:cNvSpPr/>
          <p:nvPr userDrawn="1"/>
        </p:nvSpPr>
        <p:spPr bwMode="auto">
          <a:xfrm>
            <a:off x="338374" y="1776391"/>
            <a:ext cx="374150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128391"/>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59" name="Text Placeholder 58"/>
          <p:cNvSpPr>
            <a:spLocks noGrp="1"/>
          </p:cNvSpPr>
          <p:nvPr>
            <p:ph type="body" sz="quarter" idx="15" hasCustomPrompt="1"/>
          </p:nvPr>
        </p:nvSpPr>
        <p:spPr bwMode="auto">
          <a:xfrm>
            <a:off x="394923" y="1845669"/>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3" y="2137226"/>
            <a:ext cx="3576606" cy="4059025"/>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5" name="Текст 4"/>
          <p:cNvSpPr>
            <a:spLocks noGrp="1"/>
          </p:cNvSpPr>
          <p:nvPr>
            <p:ph type="body" sz="quarter" idx="25" hasCustomPrompt="1"/>
          </p:nvPr>
        </p:nvSpPr>
        <p:spPr bwMode="auto">
          <a:xfrm>
            <a:off x="338138" y="1128391"/>
            <a:ext cx="3741557" cy="648022"/>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6" name="Freeform: Shape 28"/>
          <p:cNvSpPr/>
          <p:nvPr userDrawn="1"/>
        </p:nvSpPr>
        <p:spPr bwMode="auto">
          <a:xfrm>
            <a:off x="4222687" y="1776391"/>
            <a:ext cx="374150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9" name="Freeform: Shape 96"/>
          <p:cNvSpPr/>
          <p:nvPr userDrawn="1"/>
        </p:nvSpPr>
        <p:spPr bwMode="auto">
          <a:xfrm>
            <a:off x="4222687" y="1128391"/>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21" name="Text Placeholder 58"/>
          <p:cNvSpPr>
            <a:spLocks noGrp="1"/>
          </p:cNvSpPr>
          <p:nvPr>
            <p:ph type="body" sz="quarter" idx="26" hasCustomPrompt="1"/>
          </p:nvPr>
        </p:nvSpPr>
        <p:spPr bwMode="auto">
          <a:xfrm>
            <a:off x="4279236" y="1845669"/>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2" name="Text Placeholder 78"/>
          <p:cNvSpPr>
            <a:spLocks noGrp="1"/>
          </p:cNvSpPr>
          <p:nvPr>
            <p:ph type="body" sz="quarter" idx="27" hasCustomPrompt="1"/>
          </p:nvPr>
        </p:nvSpPr>
        <p:spPr bwMode="auto">
          <a:xfrm>
            <a:off x="4279236" y="2137227"/>
            <a:ext cx="3576606"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7" name="Текст 4"/>
          <p:cNvSpPr>
            <a:spLocks noGrp="1"/>
          </p:cNvSpPr>
          <p:nvPr>
            <p:ph type="body" sz="quarter" idx="28" hasCustomPrompt="1"/>
          </p:nvPr>
        </p:nvSpPr>
        <p:spPr bwMode="auto">
          <a:xfrm>
            <a:off x="4222451" y="1128713"/>
            <a:ext cx="374155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29" name="Freeform: Shape 28"/>
          <p:cNvSpPr/>
          <p:nvPr userDrawn="1"/>
        </p:nvSpPr>
        <p:spPr bwMode="auto">
          <a:xfrm>
            <a:off x="8113478" y="1776391"/>
            <a:ext cx="374150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30" name="Freeform: Shape 96"/>
          <p:cNvSpPr/>
          <p:nvPr userDrawn="1"/>
        </p:nvSpPr>
        <p:spPr bwMode="auto">
          <a:xfrm>
            <a:off x="8113478" y="1128391"/>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31" name="Text Placeholder 58"/>
          <p:cNvSpPr>
            <a:spLocks noGrp="1"/>
          </p:cNvSpPr>
          <p:nvPr>
            <p:ph type="body" sz="quarter" idx="29" hasCustomPrompt="1"/>
          </p:nvPr>
        </p:nvSpPr>
        <p:spPr bwMode="auto">
          <a:xfrm>
            <a:off x="8170027" y="1845669"/>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32" name="Text Placeholder 78"/>
          <p:cNvSpPr>
            <a:spLocks noGrp="1"/>
          </p:cNvSpPr>
          <p:nvPr>
            <p:ph type="body" sz="quarter" idx="30" hasCustomPrompt="1"/>
          </p:nvPr>
        </p:nvSpPr>
        <p:spPr bwMode="auto">
          <a:xfrm>
            <a:off x="8170027" y="2137227"/>
            <a:ext cx="3576606"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marL="0" marR="0" lvl="0" indent="0" algn="l" defTabSz="914400">
              <a:lnSpc>
                <a:spcPct val="90000"/>
              </a:lnSpc>
              <a:spcBef>
                <a:spcPts val="1200"/>
              </a:spcBef>
              <a:spcAft>
                <a:spcPts val="0"/>
              </a:spcAft>
              <a:buClr>
                <a:schemeClr val="accent1"/>
              </a:buClr>
              <a:buSzPct val="90000"/>
              <a:buFont typeface="Wingdings"/>
              <a:buNone/>
              <a:defRPr/>
            </a:pPr>
            <a:r>
              <a:rPr lang="ru-RU"/>
              <a:t>Нажмите для вставки текста</a:t>
            </a:r>
            <a:endParaRPr lang="en-US"/>
          </a:p>
        </p:txBody>
      </p:sp>
      <p:sp>
        <p:nvSpPr>
          <p:cNvPr id="34" name="Текст 4"/>
          <p:cNvSpPr>
            <a:spLocks noGrp="1"/>
          </p:cNvSpPr>
          <p:nvPr>
            <p:ph type="body" sz="quarter" idx="31" hasCustomPrompt="1"/>
          </p:nvPr>
        </p:nvSpPr>
        <p:spPr bwMode="auto">
          <a:xfrm>
            <a:off x="8113242" y="1128713"/>
            <a:ext cx="374155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24"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marL="0" marR="0" lvl="0" indent="0" algn="r" defTabSz="914400">
              <a:lnSpc>
                <a:spcPct val="100000"/>
              </a:lnSpc>
              <a:spcBef>
                <a:spcPts val="0"/>
              </a:spcBef>
              <a:spcAft>
                <a:spcPts val="0"/>
              </a:spcAft>
              <a:buClrTx/>
              <a:buSzTx/>
              <a:buFontTx/>
              <a:buNone/>
              <a:defRPr/>
            </a:pPr>
            <a:r>
              <a:rPr lang="ru-RU" sz="900" b="0" i="0" u="none" strike="noStrike" cap="none" spc="0">
                <a:ln>
                  <a:noFill/>
                </a:ln>
                <a:solidFill>
                  <a:srgbClr val="FFFFFF">
                    <a:lumMod val="50000"/>
                  </a:srgbClr>
                </a:solidFill>
                <a:latin typeface="GPN_DIN Condensed Regular"/>
                <a:ea typeface="GPN_DIN Condensed Regular"/>
                <a:cs typeface="+mn-cs"/>
              </a:rPr>
              <a:t>ГАЗПРОМ НЕФТЬ   </a:t>
            </a:r>
            <a:fld id="{D58DDE06-DF15-0A4F-A85A-4EB38848D8EB}" type="slidenum">
              <a:rPr lang="ru-RU" sz="900" b="0" i="0" u="none" strike="noStrike" cap="none" spc="0">
                <a:ln>
                  <a:noFill/>
                </a:ln>
                <a:solidFill>
                  <a:srgbClr val="7E7E7F">
                    <a:tint val="75000"/>
                  </a:srgbClr>
                </a:solidFill>
                <a:latin typeface="GPN_DIN Condensed Regular"/>
                <a:ea typeface="GPN_DIN Condensed Regular"/>
                <a:cs typeface="+mn-cs"/>
              </a:rPr>
              <a:t>‹#›</a:t>
            </a:fld>
            <a:endParaRPr lang="ru-RU" sz="900" b="0" i="0" u="none" strike="noStrike" cap="none" spc="0">
              <a:ln>
                <a:noFill/>
              </a:ln>
              <a:solidFill>
                <a:srgbClr val="7E7E7F">
                  <a:tint val="75000"/>
                </a:srgbClr>
              </a:solidFill>
              <a:latin typeface="GPN_DIN Condensed Regular"/>
              <a:ea typeface="GPN_DIN Condensed Regular"/>
              <a:cs typeface="+mn-cs"/>
            </a:endParaRPr>
          </a:p>
        </p:txBody>
      </p:sp>
      <p:sp>
        <p:nvSpPr>
          <p:cNvPr id="23"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35"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36"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preserve="1" userDrawn="1">
  <p:cSld name="4 модуля Обводка">
    <p:spTree>
      <p:nvGrpSpPr>
        <p:cNvPr id="1" name=""/>
        <p:cNvGrpSpPr/>
        <p:nvPr/>
      </p:nvGrpSpPr>
      <p:grpSpPr bwMode="auto">
        <a:xfrm>
          <a:off x="0" y="0"/>
          <a:ext cx="0" cy="0"/>
          <a:chOff x="0" y="0"/>
          <a:chExt cx="0" cy="0"/>
        </a:xfrm>
      </p:grpSpPr>
      <p:sp>
        <p:nvSpPr>
          <p:cNvPr id="17" name="Freeform: Shape 28"/>
          <p:cNvSpPr/>
          <p:nvPr userDrawn="1"/>
        </p:nvSpPr>
        <p:spPr bwMode="auto">
          <a:xfrm>
            <a:off x="338374" y="1776391"/>
            <a:ext cx="276995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59" name="Text Placeholder 58"/>
          <p:cNvSpPr>
            <a:spLocks noGrp="1"/>
          </p:cNvSpPr>
          <p:nvPr>
            <p:ph type="body" sz="quarter" idx="15" hasCustomPrompt="1"/>
          </p:nvPr>
        </p:nvSpPr>
        <p:spPr bwMode="auto">
          <a:xfrm>
            <a:off x="394923"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3" y="2137227"/>
            <a:ext cx="2647874"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8"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marL="0" marR="0" lvl="0" indent="0" algn="r" defTabSz="914400">
              <a:lnSpc>
                <a:spcPct val="100000"/>
              </a:lnSpc>
              <a:spcBef>
                <a:spcPts val="0"/>
              </a:spcBef>
              <a:spcAft>
                <a:spcPts val="0"/>
              </a:spcAft>
              <a:buClrTx/>
              <a:buSzTx/>
              <a:buFontTx/>
              <a:buNone/>
              <a:defRPr/>
            </a:pPr>
            <a:r>
              <a:rPr lang="ru-RU" sz="900" b="0" i="0" u="none" strike="noStrike" cap="none" spc="0">
                <a:ln>
                  <a:noFill/>
                </a:ln>
                <a:solidFill>
                  <a:srgbClr val="FFFFFF">
                    <a:lumMod val="50000"/>
                  </a:srgbClr>
                </a:solidFill>
                <a:latin typeface="GPN_DIN Condensed Regular"/>
                <a:ea typeface="GPN_DIN Condensed Regular"/>
                <a:cs typeface="+mn-cs"/>
              </a:rPr>
              <a:t>ГАЗПРОМ НЕФТЬ   </a:t>
            </a:r>
            <a:fld id="{D58DDE06-DF15-0A4F-A85A-4EB38848D8EB}" type="slidenum">
              <a:rPr lang="ru-RU" sz="900" b="0" i="0" u="none" strike="noStrike" cap="none" spc="0">
                <a:ln>
                  <a:noFill/>
                </a:ln>
                <a:solidFill>
                  <a:srgbClr val="7E7E7F">
                    <a:tint val="75000"/>
                  </a:srgbClr>
                </a:solidFill>
                <a:latin typeface="GPN_DIN Condensed Regular"/>
                <a:ea typeface="GPN_DIN Condensed Regular"/>
                <a:cs typeface="+mn-cs"/>
              </a:rPr>
              <a:t>‹#›</a:t>
            </a:fld>
            <a:endParaRPr lang="ru-RU" sz="900" b="0" i="0" u="none" strike="noStrike" cap="none" spc="0">
              <a:ln>
                <a:noFill/>
              </a:ln>
              <a:solidFill>
                <a:srgbClr val="7E7E7F">
                  <a:tint val="75000"/>
                </a:srgbClr>
              </a:solidFill>
              <a:latin typeface="GPN_DIN Condensed Regular"/>
              <a:ea typeface="GPN_DIN Condensed Regular"/>
              <a:cs typeface="+mn-cs"/>
            </a:endParaRPr>
          </a:p>
        </p:txBody>
      </p:sp>
      <p:sp>
        <p:nvSpPr>
          <p:cNvPr id="5" name="Текст 4"/>
          <p:cNvSpPr>
            <a:spLocks noGrp="1"/>
          </p:cNvSpPr>
          <p:nvPr>
            <p:ph type="body" sz="quarter" idx="25" hasCustomPrompt="1"/>
          </p:nvPr>
        </p:nvSpPr>
        <p:spPr bwMode="auto">
          <a:xfrm>
            <a:off x="338139"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23" name="Freeform: Shape 28"/>
          <p:cNvSpPr/>
          <p:nvPr userDrawn="1"/>
        </p:nvSpPr>
        <p:spPr bwMode="auto">
          <a:xfrm>
            <a:off x="3255662" y="1776391"/>
            <a:ext cx="276995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4" name="Freeform: Shape 96"/>
          <p:cNvSpPr/>
          <p:nvPr userDrawn="1"/>
        </p:nvSpPr>
        <p:spPr bwMode="auto">
          <a:xfrm>
            <a:off x="3255662"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25" name="Text Placeholder 58"/>
          <p:cNvSpPr>
            <a:spLocks noGrp="1"/>
          </p:cNvSpPr>
          <p:nvPr>
            <p:ph type="body" sz="quarter" idx="26" hasCustomPrompt="1"/>
          </p:nvPr>
        </p:nvSpPr>
        <p:spPr bwMode="auto">
          <a:xfrm>
            <a:off x="3312211"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6" name="Text Placeholder 78"/>
          <p:cNvSpPr>
            <a:spLocks noGrp="1"/>
          </p:cNvSpPr>
          <p:nvPr>
            <p:ph type="body" sz="quarter" idx="27" hasCustomPrompt="1"/>
          </p:nvPr>
        </p:nvSpPr>
        <p:spPr bwMode="auto">
          <a:xfrm>
            <a:off x="3312211" y="2137227"/>
            <a:ext cx="2647874"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3" name="Текст 4"/>
          <p:cNvSpPr>
            <a:spLocks noGrp="1"/>
          </p:cNvSpPr>
          <p:nvPr>
            <p:ph type="body" sz="quarter" idx="28" hasCustomPrompt="1"/>
          </p:nvPr>
        </p:nvSpPr>
        <p:spPr bwMode="auto">
          <a:xfrm>
            <a:off x="3255427"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35" name="Freeform: Shape 28"/>
          <p:cNvSpPr/>
          <p:nvPr userDrawn="1"/>
        </p:nvSpPr>
        <p:spPr bwMode="auto">
          <a:xfrm>
            <a:off x="6175294" y="1776391"/>
            <a:ext cx="276995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36" name="Freeform: Shape 96"/>
          <p:cNvSpPr/>
          <p:nvPr userDrawn="1"/>
        </p:nvSpPr>
        <p:spPr bwMode="auto">
          <a:xfrm>
            <a:off x="6175294"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37" name="Text Placeholder 58"/>
          <p:cNvSpPr>
            <a:spLocks noGrp="1"/>
          </p:cNvSpPr>
          <p:nvPr>
            <p:ph type="body" sz="quarter" idx="29" hasCustomPrompt="1"/>
          </p:nvPr>
        </p:nvSpPr>
        <p:spPr bwMode="auto">
          <a:xfrm>
            <a:off x="6231843"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38" name="Text Placeholder 78"/>
          <p:cNvSpPr>
            <a:spLocks noGrp="1"/>
          </p:cNvSpPr>
          <p:nvPr>
            <p:ph type="body" sz="quarter" idx="30" hasCustomPrompt="1"/>
          </p:nvPr>
        </p:nvSpPr>
        <p:spPr bwMode="auto">
          <a:xfrm>
            <a:off x="6231843" y="2137227"/>
            <a:ext cx="2647874"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9" name="Текст 4"/>
          <p:cNvSpPr>
            <a:spLocks noGrp="1"/>
          </p:cNvSpPr>
          <p:nvPr>
            <p:ph type="body" sz="quarter" idx="31" hasCustomPrompt="1"/>
          </p:nvPr>
        </p:nvSpPr>
        <p:spPr bwMode="auto">
          <a:xfrm>
            <a:off x="6175059"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40" name="Freeform: Shape 28"/>
          <p:cNvSpPr/>
          <p:nvPr userDrawn="1"/>
        </p:nvSpPr>
        <p:spPr bwMode="auto">
          <a:xfrm>
            <a:off x="9083675" y="1776391"/>
            <a:ext cx="276995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41" name="Freeform: Shape 96"/>
          <p:cNvSpPr/>
          <p:nvPr userDrawn="1"/>
        </p:nvSpPr>
        <p:spPr bwMode="auto">
          <a:xfrm>
            <a:off x="9083675"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42" name="Text Placeholder 58"/>
          <p:cNvSpPr>
            <a:spLocks noGrp="1"/>
          </p:cNvSpPr>
          <p:nvPr>
            <p:ph type="body" sz="quarter" idx="32" hasCustomPrompt="1"/>
          </p:nvPr>
        </p:nvSpPr>
        <p:spPr bwMode="auto">
          <a:xfrm>
            <a:off x="9140224"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43" name="Text Placeholder 78"/>
          <p:cNvSpPr>
            <a:spLocks noGrp="1"/>
          </p:cNvSpPr>
          <p:nvPr>
            <p:ph type="body" sz="quarter" idx="33" hasCustomPrompt="1"/>
          </p:nvPr>
        </p:nvSpPr>
        <p:spPr bwMode="auto">
          <a:xfrm>
            <a:off x="9140224" y="2137227"/>
            <a:ext cx="2647874"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44" name="Текст 4"/>
          <p:cNvSpPr>
            <a:spLocks noGrp="1"/>
          </p:cNvSpPr>
          <p:nvPr>
            <p:ph type="body" sz="quarter" idx="34" hasCustomPrompt="1"/>
          </p:nvPr>
        </p:nvSpPr>
        <p:spPr bwMode="auto">
          <a:xfrm>
            <a:off x="9083440"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27"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32"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34"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preserve="1" userDrawn="1">
  <p:cSld name="4 широких модуля Обводка">
    <p:spTree>
      <p:nvGrpSpPr>
        <p:cNvPr id="1" name=""/>
        <p:cNvGrpSpPr/>
        <p:nvPr/>
      </p:nvGrpSpPr>
      <p:grpSpPr bwMode="auto">
        <a:xfrm>
          <a:off x="0" y="0"/>
          <a:ext cx="0" cy="0"/>
          <a:chOff x="0" y="0"/>
          <a:chExt cx="0" cy="0"/>
        </a:xfrm>
      </p:grpSpPr>
      <p:sp>
        <p:nvSpPr>
          <p:cNvPr id="17" name="Freeform: Shape 28"/>
          <p:cNvSpPr/>
          <p:nvPr userDrawn="1"/>
        </p:nvSpPr>
        <p:spPr bwMode="auto">
          <a:xfrm>
            <a:off x="338374" y="1776391"/>
            <a:ext cx="5684752"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128391"/>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59" name="Text Placeholder 58"/>
          <p:cNvSpPr>
            <a:spLocks noGrp="1"/>
          </p:cNvSpPr>
          <p:nvPr>
            <p:ph type="body" sz="quarter" idx="15" hasCustomPrompt="1"/>
          </p:nvPr>
        </p:nvSpPr>
        <p:spPr bwMode="auto">
          <a:xfrm>
            <a:off x="394923" y="1845669"/>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3" y="2137228"/>
            <a:ext cx="543421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3" name="Freeform: Shape 28"/>
          <p:cNvSpPr/>
          <p:nvPr userDrawn="1"/>
        </p:nvSpPr>
        <p:spPr bwMode="auto">
          <a:xfrm>
            <a:off x="6170865" y="1776391"/>
            <a:ext cx="5684752"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4" name="Freeform: Shape 96"/>
          <p:cNvSpPr/>
          <p:nvPr userDrawn="1"/>
        </p:nvSpPr>
        <p:spPr bwMode="auto">
          <a:xfrm>
            <a:off x="6170865" y="1128391"/>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25" name="Text Placeholder 58"/>
          <p:cNvSpPr>
            <a:spLocks noGrp="1"/>
          </p:cNvSpPr>
          <p:nvPr>
            <p:ph type="body" sz="quarter" idx="23" hasCustomPrompt="1"/>
          </p:nvPr>
        </p:nvSpPr>
        <p:spPr bwMode="auto">
          <a:xfrm>
            <a:off x="6227414" y="1845669"/>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6" name="Text Placeholder 78"/>
          <p:cNvSpPr>
            <a:spLocks noGrp="1"/>
          </p:cNvSpPr>
          <p:nvPr>
            <p:ph type="body" sz="quarter" idx="24" hasCustomPrompt="1"/>
          </p:nvPr>
        </p:nvSpPr>
        <p:spPr bwMode="auto">
          <a:xfrm>
            <a:off x="6227414" y="2137228"/>
            <a:ext cx="543421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5" name="Текст 4"/>
          <p:cNvSpPr>
            <a:spLocks noGrp="1"/>
          </p:cNvSpPr>
          <p:nvPr>
            <p:ph type="body" sz="quarter" idx="25" hasCustomPrompt="1"/>
          </p:nvPr>
        </p:nvSpPr>
        <p:spPr bwMode="auto">
          <a:xfrm>
            <a:off x="338138" y="1128713"/>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33" name="Текст 4"/>
          <p:cNvSpPr>
            <a:spLocks noGrp="1"/>
          </p:cNvSpPr>
          <p:nvPr>
            <p:ph type="body" sz="quarter" idx="26" hasCustomPrompt="1"/>
          </p:nvPr>
        </p:nvSpPr>
        <p:spPr bwMode="auto">
          <a:xfrm>
            <a:off x="6182839" y="1128713"/>
            <a:ext cx="567078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6" name="Freeform: Shape 28"/>
          <p:cNvSpPr/>
          <p:nvPr userDrawn="1"/>
        </p:nvSpPr>
        <p:spPr bwMode="auto">
          <a:xfrm>
            <a:off x="334963" y="4155010"/>
            <a:ext cx="5684752"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9" name="Freeform: Shape 96"/>
          <p:cNvSpPr/>
          <p:nvPr userDrawn="1"/>
        </p:nvSpPr>
        <p:spPr bwMode="auto">
          <a:xfrm>
            <a:off x="334963" y="3507010"/>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21" name="Text Placeholder 58"/>
          <p:cNvSpPr>
            <a:spLocks noGrp="1"/>
          </p:cNvSpPr>
          <p:nvPr>
            <p:ph type="body" sz="quarter" idx="27" hasCustomPrompt="1"/>
          </p:nvPr>
        </p:nvSpPr>
        <p:spPr bwMode="auto">
          <a:xfrm>
            <a:off x="391512" y="4224288"/>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2" name="Text Placeholder 78"/>
          <p:cNvSpPr>
            <a:spLocks noGrp="1"/>
          </p:cNvSpPr>
          <p:nvPr>
            <p:ph type="body" sz="quarter" idx="28" hasCustomPrompt="1"/>
          </p:nvPr>
        </p:nvSpPr>
        <p:spPr bwMode="auto">
          <a:xfrm>
            <a:off x="391512" y="4515847"/>
            <a:ext cx="543421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7" name="Freeform: Shape 28"/>
          <p:cNvSpPr/>
          <p:nvPr userDrawn="1"/>
        </p:nvSpPr>
        <p:spPr bwMode="auto">
          <a:xfrm>
            <a:off x="6167454" y="4155010"/>
            <a:ext cx="5684752"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9" name="Freeform: Shape 96"/>
          <p:cNvSpPr/>
          <p:nvPr userDrawn="1"/>
        </p:nvSpPr>
        <p:spPr bwMode="auto">
          <a:xfrm>
            <a:off x="6167454" y="3507010"/>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30" name="Text Placeholder 58"/>
          <p:cNvSpPr>
            <a:spLocks noGrp="1"/>
          </p:cNvSpPr>
          <p:nvPr>
            <p:ph type="body" sz="quarter" idx="29" hasCustomPrompt="1"/>
          </p:nvPr>
        </p:nvSpPr>
        <p:spPr bwMode="auto">
          <a:xfrm>
            <a:off x="6224003" y="4224288"/>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31" name="Text Placeholder 78"/>
          <p:cNvSpPr>
            <a:spLocks noGrp="1"/>
          </p:cNvSpPr>
          <p:nvPr>
            <p:ph type="body" sz="quarter" idx="30" hasCustomPrompt="1"/>
          </p:nvPr>
        </p:nvSpPr>
        <p:spPr bwMode="auto">
          <a:xfrm>
            <a:off x="6224003" y="4515847"/>
            <a:ext cx="543421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2" name="Текст 4"/>
          <p:cNvSpPr>
            <a:spLocks noGrp="1"/>
          </p:cNvSpPr>
          <p:nvPr>
            <p:ph type="body" sz="quarter" idx="31" hasCustomPrompt="1"/>
          </p:nvPr>
        </p:nvSpPr>
        <p:spPr bwMode="auto">
          <a:xfrm>
            <a:off x="334727" y="3507332"/>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34" name="Текст 4"/>
          <p:cNvSpPr>
            <a:spLocks noGrp="1"/>
          </p:cNvSpPr>
          <p:nvPr>
            <p:ph type="body" sz="quarter" idx="32" hasCustomPrompt="1"/>
          </p:nvPr>
        </p:nvSpPr>
        <p:spPr bwMode="auto">
          <a:xfrm>
            <a:off x="6179428" y="3507332"/>
            <a:ext cx="567078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35"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marL="0" marR="0" lvl="0" indent="0" algn="r" defTabSz="914400">
              <a:lnSpc>
                <a:spcPct val="100000"/>
              </a:lnSpc>
              <a:spcBef>
                <a:spcPts val="0"/>
              </a:spcBef>
              <a:spcAft>
                <a:spcPts val="0"/>
              </a:spcAft>
              <a:buClrTx/>
              <a:buSzTx/>
              <a:buFontTx/>
              <a:buNone/>
              <a:defRPr/>
            </a:pPr>
            <a:r>
              <a:rPr lang="ru-RU" sz="900" b="0" i="0" u="none" strike="noStrike" cap="none" spc="0">
                <a:ln>
                  <a:noFill/>
                </a:ln>
                <a:solidFill>
                  <a:srgbClr val="FFFFFF">
                    <a:lumMod val="50000"/>
                  </a:srgbClr>
                </a:solidFill>
                <a:latin typeface="GPN_DIN Condensed Regular"/>
                <a:ea typeface="GPN_DIN Condensed Regular"/>
                <a:cs typeface="+mn-cs"/>
              </a:rPr>
              <a:t>ГАЗПРОМ НЕФТЬ   </a:t>
            </a:r>
            <a:fld id="{D58DDE06-DF15-0A4F-A85A-4EB38848D8EB}" type="slidenum">
              <a:rPr lang="ru-RU" sz="900" b="0" i="0" u="none" strike="noStrike" cap="none" spc="0">
                <a:ln>
                  <a:noFill/>
                </a:ln>
                <a:solidFill>
                  <a:srgbClr val="7E7E7F">
                    <a:tint val="75000"/>
                  </a:srgbClr>
                </a:solidFill>
                <a:latin typeface="GPN_DIN Condensed Regular"/>
                <a:ea typeface="GPN_DIN Condensed Regular"/>
                <a:cs typeface="+mn-cs"/>
              </a:rPr>
              <a:t>‹#›</a:t>
            </a:fld>
            <a:endParaRPr lang="ru-RU" sz="900" b="0" i="0" u="none" strike="noStrike" cap="none" spc="0">
              <a:ln>
                <a:noFill/>
              </a:ln>
              <a:solidFill>
                <a:srgbClr val="7E7E7F">
                  <a:tint val="75000"/>
                </a:srgbClr>
              </a:solidFill>
              <a:latin typeface="GPN_DIN Condensed Regular"/>
              <a:ea typeface="GPN_DIN Condensed Regular"/>
              <a:cs typeface="+mn-cs"/>
            </a:endParaRPr>
          </a:p>
        </p:txBody>
      </p:sp>
      <p:sp>
        <p:nvSpPr>
          <p:cNvPr id="28"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39"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40"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preserve="1" userDrawn="1">
  <p:cSld name="8 модулей Обводка">
    <p:spTree>
      <p:nvGrpSpPr>
        <p:cNvPr id="1" name=""/>
        <p:cNvGrpSpPr/>
        <p:nvPr/>
      </p:nvGrpSpPr>
      <p:grpSpPr bwMode="auto">
        <a:xfrm>
          <a:off x="0" y="0"/>
          <a:ext cx="0" cy="0"/>
          <a:chOff x="0" y="0"/>
          <a:chExt cx="0" cy="0"/>
        </a:xfrm>
      </p:grpSpPr>
      <p:sp>
        <p:nvSpPr>
          <p:cNvPr id="17" name="Freeform: Shape 28"/>
          <p:cNvSpPr/>
          <p:nvPr userDrawn="1"/>
        </p:nvSpPr>
        <p:spPr bwMode="auto">
          <a:xfrm>
            <a:off x="338374" y="1776391"/>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59" name="Text Placeholder 58"/>
          <p:cNvSpPr>
            <a:spLocks noGrp="1"/>
          </p:cNvSpPr>
          <p:nvPr>
            <p:ph type="body" sz="quarter" idx="15" hasCustomPrompt="1"/>
          </p:nvPr>
        </p:nvSpPr>
        <p:spPr bwMode="auto">
          <a:xfrm>
            <a:off x="394923"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3" y="2137228"/>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5" name="Текст 4"/>
          <p:cNvSpPr>
            <a:spLocks noGrp="1"/>
          </p:cNvSpPr>
          <p:nvPr>
            <p:ph type="body" sz="quarter" idx="25" hasCustomPrompt="1"/>
          </p:nvPr>
        </p:nvSpPr>
        <p:spPr bwMode="auto">
          <a:xfrm>
            <a:off x="338139"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16" name="Freeform: Shape 28"/>
          <p:cNvSpPr/>
          <p:nvPr userDrawn="1"/>
        </p:nvSpPr>
        <p:spPr bwMode="auto">
          <a:xfrm>
            <a:off x="334963" y="4155010"/>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9" name="Freeform: Shape 96"/>
          <p:cNvSpPr/>
          <p:nvPr userDrawn="1"/>
        </p:nvSpPr>
        <p:spPr bwMode="auto">
          <a:xfrm>
            <a:off x="334963" y="3507010"/>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21" name="Text Placeholder 58"/>
          <p:cNvSpPr>
            <a:spLocks noGrp="1"/>
          </p:cNvSpPr>
          <p:nvPr>
            <p:ph type="body" sz="quarter" idx="27" hasCustomPrompt="1"/>
          </p:nvPr>
        </p:nvSpPr>
        <p:spPr bwMode="auto">
          <a:xfrm>
            <a:off x="391512" y="4224288"/>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2" name="Text Placeholder 78"/>
          <p:cNvSpPr>
            <a:spLocks noGrp="1"/>
          </p:cNvSpPr>
          <p:nvPr>
            <p:ph type="body" sz="quarter" idx="28" hasCustomPrompt="1"/>
          </p:nvPr>
        </p:nvSpPr>
        <p:spPr bwMode="auto">
          <a:xfrm>
            <a:off x="391512" y="4515847"/>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2" name="Текст 4"/>
          <p:cNvSpPr>
            <a:spLocks noGrp="1"/>
          </p:cNvSpPr>
          <p:nvPr>
            <p:ph type="body" sz="quarter" idx="31" hasCustomPrompt="1"/>
          </p:nvPr>
        </p:nvSpPr>
        <p:spPr bwMode="auto">
          <a:xfrm>
            <a:off x="334728" y="3507332"/>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35" name="Freeform: Shape 28"/>
          <p:cNvSpPr/>
          <p:nvPr userDrawn="1"/>
        </p:nvSpPr>
        <p:spPr bwMode="auto">
          <a:xfrm>
            <a:off x="3251200" y="1776391"/>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36" name="Freeform: Shape 96"/>
          <p:cNvSpPr/>
          <p:nvPr userDrawn="1"/>
        </p:nvSpPr>
        <p:spPr bwMode="auto">
          <a:xfrm>
            <a:off x="3251200"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37" name="Text Placeholder 58"/>
          <p:cNvSpPr>
            <a:spLocks noGrp="1"/>
          </p:cNvSpPr>
          <p:nvPr>
            <p:ph type="body" sz="quarter" idx="32" hasCustomPrompt="1"/>
          </p:nvPr>
        </p:nvSpPr>
        <p:spPr bwMode="auto">
          <a:xfrm>
            <a:off x="3307749"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38" name="Text Placeholder 78"/>
          <p:cNvSpPr>
            <a:spLocks noGrp="1"/>
          </p:cNvSpPr>
          <p:nvPr>
            <p:ph type="body" sz="quarter" idx="33" hasCustomPrompt="1"/>
          </p:nvPr>
        </p:nvSpPr>
        <p:spPr bwMode="auto">
          <a:xfrm>
            <a:off x="3307749" y="2137228"/>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9" name="Текст 4"/>
          <p:cNvSpPr>
            <a:spLocks noGrp="1"/>
          </p:cNvSpPr>
          <p:nvPr>
            <p:ph type="body" sz="quarter" idx="34" hasCustomPrompt="1"/>
          </p:nvPr>
        </p:nvSpPr>
        <p:spPr bwMode="auto">
          <a:xfrm>
            <a:off x="3250964"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40" name="Freeform: Shape 28"/>
          <p:cNvSpPr/>
          <p:nvPr userDrawn="1"/>
        </p:nvSpPr>
        <p:spPr bwMode="auto">
          <a:xfrm>
            <a:off x="3247789" y="4155010"/>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41" name="Freeform: Shape 96"/>
          <p:cNvSpPr/>
          <p:nvPr userDrawn="1"/>
        </p:nvSpPr>
        <p:spPr bwMode="auto">
          <a:xfrm>
            <a:off x="3247789" y="3507010"/>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42" name="Text Placeholder 58"/>
          <p:cNvSpPr>
            <a:spLocks noGrp="1"/>
          </p:cNvSpPr>
          <p:nvPr>
            <p:ph type="body" sz="quarter" idx="35" hasCustomPrompt="1"/>
          </p:nvPr>
        </p:nvSpPr>
        <p:spPr bwMode="auto">
          <a:xfrm>
            <a:off x="3304338" y="4224288"/>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43" name="Text Placeholder 78"/>
          <p:cNvSpPr>
            <a:spLocks noGrp="1"/>
          </p:cNvSpPr>
          <p:nvPr>
            <p:ph type="body" sz="quarter" idx="36" hasCustomPrompt="1"/>
          </p:nvPr>
        </p:nvSpPr>
        <p:spPr bwMode="auto">
          <a:xfrm>
            <a:off x="3304338" y="4515847"/>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44" name="Текст 4"/>
          <p:cNvSpPr>
            <a:spLocks noGrp="1"/>
          </p:cNvSpPr>
          <p:nvPr>
            <p:ph type="body" sz="quarter" idx="37" hasCustomPrompt="1"/>
          </p:nvPr>
        </p:nvSpPr>
        <p:spPr bwMode="auto">
          <a:xfrm>
            <a:off x="3247554" y="3507332"/>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45" name="Freeform: Shape 28"/>
          <p:cNvSpPr/>
          <p:nvPr userDrawn="1"/>
        </p:nvSpPr>
        <p:spPr bwMode="auto">
          <a:xfrm>
            <a:off x="6174497" y="1776391"/>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46" name="Freeform: Shape 96"/>
          <p:cNvSpPr/>
          <p:nvPr userDrawn="1"/>
        </p:nvSpPr>
        <p:spPr bwMode="auto">
          <a:xfrm>
            <a:off x="6174497"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47" name="Text Placeholder 58"/>
          <p:cNvSpPr>
            <a:spLocks noGrp="1"/>
          </p:cNvSpPr>
          <p:nvPr>
            <p:ph type="body" sz="quarter" idx="38" hasCustomPrompt="1"/>
          </p:nvPr>
        </p:nvSpPr>
        <p:spPr bwMode="auto">
          <a:xfrm>
            <a:off x="6231046"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48" name="Text Placeholder 78"/>
          <p:cNvSpPr>
            <a:spLocks noGrp="1"/>
          </p:cNvSpPr>
          <p:nvPr>
            <p:ph type="body" sz="quarter" idx="39" hasCustomPrompt="1"/>
          </p:nvPr>
        </p:nvSpPr>
        <p:spPr bwMode="auto">
          <a:xfrm>
            <a:off x="6231046" y="2137228"/>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49" name="Текст 4"/>
          <p:cNvSpPr>
            <a:spLocks noGrp="1"/>
          </p:cNvSpPr>
          <p:nvPr>
            <p:ph type="body" sz="quarter" idx="40" hasCustomPrompt="1"/>
          </p:nvPr>
        </p:nvSpPr>
        <p:spPr bwMode="auto">
          <a:xfrm>
            <a:off x="6174262"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50" name="Freeform: Shape 28"/>
          <p:cNvSpPr/>
          <p:nvPr userDrawn="1"/>
        </p:nvSpPr>
        <p:spPr bwMode="auto">
          <a:xfrm>
            <a:off x="6171086" y="4155010"/>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51" name="Freeform: Shape 96"/>
          <p:cNvSpPr/>
          <p:nvPr userDrawn="1"/>
        </p:nvSpPr>
        <p:spPr bwMode="auto">
          <a:xfrm>
            <a:off x="6171086" y="3507010"/>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52" name="Text Placeholder 58"/>
          <p:cNvSpPr>
            <a:spLocks noGrp="1"/>
          </p:cNvSpPr>
          <p:nvPr>
            <p:ph type="body" sz="quarter" idx="41" hasCustomPrompt="1"/>
          </p:nvPr>
        </p:nvSpPr>
        <p:spPr bwMode="auto">
          <a:xfrm>
            <a:off x="6227635" y="4224288"/>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53" name="Text Placeholder 78"/>
          <p:cNvSpPr>
            <a:spLocks noGrp="1"/>
          </p:cNvSpPr>
          <p:nvPr>
            <p:ph type="body" sz="quarter" idx="42" hasCustomPrompt="1"/>
          </p:nvPr>
        </p:nvSpPr>
        <p:spPr bwMode="auto">
          <a:xfrm>
            <a:off x="6227635" y="4515847"/>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54" name="Текст 4"/>
          <p:cNvSpPr>
            <a:spLocks noGrp="1"/>
          </p:cNvSpPr>
          <p:nvPr>
            <p:ph type="body" sz="quarter" idx="43" hasCustomPrompt="1"/>
          </p:nvPr>
        </p:nvSpPr>
        <p:spPr bwMode="auto">
          <a:xfrm>
            <a:off x="6170851" y="3507332"/>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55" name="Freeform: Shape 28"/>
          <p:cNvSpPr/>
          <p:nvPr userDrawn="1"/>
        </p:nvSpPr>
        <p:spPr bwMode="auto">
          <a:xfrm>
            <a:off x="9083869" y="1776391"/>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56" name="Freeform: Shape 96"/>
          <p:cNvSpPr/>
          <p:nvPr userDrawn="1"/>
        </p:nvSpPr>
        <p:spPr bwMode="auto">
          <a:xfrm>
            <a:off x="9083869" y="1128391"/>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solidFill>
              <a:srgbClr val="004596"/>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57" name="Text Placeholder 58"/>
          <p:cNvSpPr>
            <a:spLocks noGrp="1"/>
          </p:cNvSpPr>
          <p:nvPr>
            <p:ph type="body" sz="quarter" idx="44" hasCustomPrompt="1"/>
          </p:nvPr>
        </p:nvSpPr>
        <p:spPr bwMode="auto">
          <a:xfrm>
            <a:off x="9140418" y="1845669"/>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58" name="Text Placeholder 78"/>
          <p:cNvSpPr>
            <a:spLocks noGrp="1"/>
          </p:cNvSpPr>
          <p:nvPr>
            <p:ph type="body" sz="quarter" idx="45" hasCustomPrompt="1"/>
          </p:nvPr>
        </p:nvSpPr>
        <p:spPr bwMode="auto">
          <a:xfrm>
            <a:off x="9140418" y="2137228"/>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60" name="Текст 4"/>
          <p:cNvSpPr>
            <a:spLocks noGrp="1"/>
          </p:cNvSpPr>
          <p:nvPr>
            <p:ph type="body" sz="quarter" idx="46" hasCustomPrompt="1"/>
          </p:nvPr>
        </p:nvSpPr>
        <p:spPr bwMode="auto">
          <a:xfrm>
            <a:off x="9083634" y="1128713"/>
            <a:ext cx="2769992"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61" name="Freeform: Shape 28"/>
          <p:cNvSpPr/>
          <p:nvPr userDrawn="1"/>
        </p:nvSpPr>
        <p:spPr bwMode="auto">
          <a:xfrm>
            <a:off x="9080458" y="4155010"/>
            <a:ext cx="27699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noFill/>
          <a:ln w="9525">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lnSpc>
                <a:spcPct val="100000"/>
              </a:lnSpc>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62" name="Freeform: Shape 96"/>
          <p:cNvSpPr/>
          <p:nvPr userDrawn="1"/>
        </p:nvSpPr>
        <p:spPr bwMode="auto">
          <a:xfrm>
            <a:off x="9080458" y="3507010"/>
            <a:ext cx="27699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a:lnSpc>
                <a:spcPct val="100000"/>
              </a:lnSpc>
              <a:spcBef>
                <a:spcPts val="0"/>
              </a:spcBef>
              <a:spcAft>
                <a:spcPts val="0"/>
              </a:spcAft>
              <a:buClrTx/>
              <a:buSzTx/>
              <a:buFontTx/>
              <a:buNone/>
              <a:defRPr/>
            </a:pPr>
            <a:endParaRPr lang="ru-RU" sz="1400" b="0" i="0" u="none" strike="noStrike" cap="none" spc="0">
              <a:ln>
                <a:noFill/>
              </a:ln>
              <a:solidFill>
                <a:srgbClr val="FFFFFF"/>
              </a:solidFill>
              <a:latin typeface="GPN_DIN Condensed Bold"/>
              <a:ea typeface="GPN_DIN Condensed Bold"/>
              <a:cs typeface="+mn-cs"/>
            </a:endParaRPr>
          </a:p>
        </p:txBody>
      </p:sp>
      <p:sp>
        <p:nvSpPr>
          <p:cNvPr id="63" name="Text Placeholder 58"/>
          <p:cNvSpPr>
            <a:spLocks noGrp="1"/>
          </p:cNvSpPr>
          <p:nvPr>
            <p:ph type="body" sz="quarter" idx="47" hasCustomPrompt="1"/>
          </p:nvPr>
        </p:nvSpPr>
        <p:spPr bwMode="auto">
          <a:xfrm>
            <a:off x="9137007" y="4224288"/>
            <a:ext cx="264787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64" name="Text Placeholder 78"/>
          <p:cNvSpPr>
            <a:spLocks noGrp="1"/>
          </p:cNvSpPr>
          <p:nvPr>
            <p:ph type="body" sz="quarter" idx="48" hasCustomPrompt="1"/>
          </p:nvPr>
        </p:nvSpPr>
        <p:spPr bwMode="auto">
          <a:xfrm>
            <a:off x="9137007" y="4515847"/>
            <a:ext cx="2647874"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65" name="Текст 4"/>
          <p:cNvSpPr>
            <a:spLocks noGrp="1"/>
          </p:cNvSpPr>
          <p:nvPr>
            <p:ph type="body" sz="quarter" idx="49" hasCustomPrompt="1"/>
          </p:nvPr>
        </p:nvSpPr>
        <p:spPr bwMode="auto">
          <a:xfrm>
            <a:off x="9080223" y="3507332"/>
            <a:ext cx="2769992" cy="647700"/>
          </a:xfrm>
          <a:prstGeom prst="rect">
            <a:avLst/>
          </a:prstGeom>
          <a:ln>
            <a:solidFill>
              <a:srgbClr val="004596"/>
            </a:solidFill>
          </a:ln>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br>
              <a:rPr lang="ru-RU" sz="1400">
                <a:solidFill>
                  <a:schemeClr val="bg1"/>
                </a:solidFill>
                <a:latin typeface="GPN_DIN Condensed Bold"/>
                <a:ea typeface="GPN_DIN Condensed Bold"/>
              </a:rPr>
            </a:br>
            <a:r>
              <a:rPr lang="ru-RU" sz="1400">
                <a:solidFill>
                  <a:schemeClr val="bg1"/>
                </a:solidFill>
                <a:latin typeface="GPN_DIN Condensed Bold"/>
                <a:ea typeface="GPN_DIN Condensed Bold"/>
              </a:rPr>
              <a:t>в 2 строки</a:t>
            </a:r>
            <a:endParaRPr/>
          </a:p>
        </p:txBody>
      </p:sp>
      <p:sp>
        <p:nvSpPr>
          <p:cNvPr id="66"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marL="0" marR="0" lvl="0" indent="0" algn="r" defTabSz="914400">
              <a:lnSpc>
                <a:spcPct val="100000"/>
              </a:lnSpc>
              <a:spcBef>
                <a:spcPts val="0"/>
              </a:spcBef>
              <a:spcAft>
                <a:spcPts val="0"/>
              </a:spcAft>
              <a:buClrTx/>
              <a:buSzTx/>
              <a:buFontTx/>
              <a:buNone/>
              <a:defRPr/>
            </a:pPr>
            <a:r>
              <a:rPr lang="ru-RU" sz="900" b="0" i="0" u="none" strike="noStrike" cap="none" spc="0">
                <a:ln>
                  <a:noFill/>
                </a:ln>
                <a:solidFill>
                  <a:srgbClr val="FFFFFF">
                    <a:lumMod val="50000"/>
                  </a:srgbClr>
                </a:solidFill>
                <a:latin typeface="GPN_DIN Condensed Regular"/>
                <a:ea typeface="GPN_DIN Condensed Regular"/>
                <a:cs typeface="+mn-cs"/>
              </a:rPr>
              <a:t>ГАЗПРОМ НЕФТЬ   </a:t>
            </a:r>
            <a:fld id="{D58DDE06-DF15-0A4F-A85A-4EB38848D8EB}" type="slidenum">
              <a:rPr lang="ru-RU" sz="900" b="0" i="0" u="none" strike="noStrike" cap="none" spc="0">
                <a:ln>
                  <a:noFill/>
                </a:ln>
                <a:solidFill>
                  <a:srgbClr val="7E7E7F">
                    <a:tint val="75000"/>
                  </a:srgbClr>
                </a:solidFill>
                <a:latin typeface="GPN_DIN Condensed Regular"/>
                <a:ea typeface="GPN_DIN Condensed Regular"/>
                <a:cs typeface="+mn-cs"/>
              </a:rPr>
              <a:t>‹#›</a:t>
            </a:fld>
            <a:endParaRPr lang="ru-RU" sz="900" b="0" i="0" u="none" strike="noStrike" cap="none" spc="0">
              <a:ln>
                <a:noFill/>
              </a:ln>
              <a:solidFill>
                <a:srgbClr val="7E7E7F">
                  <a:tint val="75000"/>
                </a:srgbClr>
              </a:solidFill>
              <a:latin typeface="GPN_DIN Condensed Regular"/>
              <a:ea typeface="GPN_DIN Condensed Regular"/>
              <a:cs typeface="+mn-cs"/>
            </a:endParaRPr>
          </a:p>
        </p:txBody>
      </p:sp>
      <p:sp>
        <p:nvSpPr>
          <p:cNvPr id="67" name="Текст 6"/>
          <p:cNvSpPr>
            <a:spLocks noGrp="1"/>
          </p:cNvSpPr>
          <p:nvPr>
            <p:ph type="body" sz="quarter" idx="50"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69"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70" name="Текст 12"/>
          <p:cNvSpPr>
            <a:spLocks noGrp="1"/>
          </p:cNvSpPr>
          <p:nvPr>
            <p:ph type="body" sz="quarter" idx="51"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preserve="1" userDrawn="1">
  <p:cSld name="Модуль и контент">
    <p:spTree>
      <p:nvGrpSpPr>
        <p:cNvPr id="1" name=""/>
        <p:cNvGrpSpPr/>
        <p:nvPr/>
      </p:nvGrpSpPr>
      <p:grpSpPr bwMode="auto">
        <a:xfrm>
          <a:off x="0" y="0"/>
          <a:ext cx="0" cy="0"/>
          <a:chOff x="0" y="0"/>
          <a:chExt cx="0" cy="0"/>
        </a:xfrm>
      </p:grpSpPr>
      <p:sp>
        <p:nvSpPr>
          <p:cNvPr id="17" name="Freeform: Shape 28"/>
          <p:cNvSpPr/>
          <p:nvPr userDrawn="1"/>
        </p:nvSpPr>
        <p:spPr bwMode="auto">
          <a:xfrm>
            <a:off x="338374" y="1776391"/>
            <a:ext cx="5684752" cy="3957659"/>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128391"/>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59" name="Text Placeholder 58"/>
          <p:cNvSpPr>
            <a:spLocks noGrp="1"/>
          </p:cNvSpPr>
          <p:nvPr>
            <p:ph type="body" sz="quarter" idx="15" hasCustomPrompt="1"/>
          </p:nvPr>
        </p:nvSpPr>
        <p:spPr bwMode="auto">
          <a:xfrm>
            <a:off x="394923" y="1845669"/>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3" y="2137227"/>
            <a:ext cx="5434214" cy="3419150"/>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13" name="Текст 4"/>
          <p:cNvSpPr>
            <a:spLocks noGrp="1"/>
          </p:cNvSpPr>
          <p:nvPr>
            <p:ph type="body" sz="quarter" idx="25" hasCustomPrompt="1"/>
          </p:nvPr>
        </p:nvSpPr>
        <p:spPr bwMode="auto">
          <a:xfrm>
            <a:off x="338138" y="1128713"/>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2"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4" name="Объект 3"/>
          <p:cNvSpPr>
            <a:spLocks noGrp="1"/>
          </p:cNvSpPr>
          <p:nvPr>
            <p:ph sz="quarter" idx="26"/>
          </p:nvPr>
        </p:nvSpPr>
        <p:spPr bwMode="auto">
          <a:xfrm>
            <a:off x="6167536" y="1128391"/>
            <a:ext cx="5629026" cy="4590296"/>
          </a:xfrm>
          <a:prstGeom prst="rect">
            <a:avLst/>
          </a:prstGeo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14"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16"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19"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preserve="1" userDrawn="1">
  <p:cSld name="Модуль и 2 вертикальных контента">
    <p:spTree>
      <p:nvGrpSpPr>
        <p:cNvPr id="1" name=""/>
        <p:cNvGrpSpPr/>
        <p:nvPr/>
      </p:nvGrpSpPr>
      <p:grpSpPr bwMode="auto">
        <a:xfrm>
          <a:off x="0" y="0"/>
          <a:ext cx="0" cy="0"/>
          <a:chOff x="0" y="0"/>
          <a:chExt cx="0" cy="0"/>
        </a:xfrm>
      </p:grpSpPr>
      <p:sp>
        <p:nvSpPr>
          <p:cNvPr id="12" name="Freeform: Shape 28"/>
          <p:cNvSpPr/>
          <p:nvPr userDrawn="1"/>
        </p:nvSpPr>
        <p:spPr bwMode="auto">
          <a:xfrm>
            <a:off x="338374" y="1776391"/>
            <a:ext cx="3741501" cy="3957659"/>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3" name="Freeform: Shape 96"/>
          <p:cNvSpPr/>
          <p:nvPr userDrawn="1"/>
        </p:nvSpPr>
        <p:spPr bwMode="auto">
          <a:xfrm>
            <a:off x="338374" y="1128391"/>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14" name="Text Placeholder 58"/>
          <p:cNvSpPr>
            <a:spLocks noGrp="1"/>
          </p:cNvSpPr>
          <p:nvPr>
            <p:ph type="body" sz="quarter" idx="15" hasCustomPrompt="1"/>
          </p:nvPr>
        </p:nvSpPr>
        <p:spPr bwMode="auto">
          <a:xfrm>
            <a:off x="394923" y="1845669"/>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15" name="Text Placeholder 78"/>
          <p:cNvSpPr>
            <a:spLocks noGrp="1"/>
          </p:cNvSpPr>
          <p:nvPr>
            <p:ph type="body" sz="quarter" idx="17" hasCustomPrompt="1"/>
          </p:nvPr>
        </p:nvSpPr>
        <p:spPr bwMode="auto">
          <a:xfrm>
            <a:off x="394923" y="2137227"/>
            <a:ext cx="3576606" cy="3419150"/>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17" name="Текст 4"/>
          <p:cNvSpPr>
            <a:spLocks noGrp="1"/>
          </p:cNvSpPr>
          <p:nvPr>
            <p:ph type="body" sz="quarter" idx="25" hasCustomPrompt="1"/>
          </p:nvPr>
        </p:nvSpPr>
        <p:spPr bwMode="auto">
          <a:xfrm>
            <a:off x="338139" y="1128713"/>
            <a:ext cx="3736502" cy="647678"/>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8"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19" name="Объект 3"/>
          <p:cNvSpPr>
            <a:spLocks noGrp="1"/>
          </p:cNvSpPr>
          <p:nvPr>
            <p:ph sz="quarter" idx="27"/>
          </p:nvPr>
        </p:nvSpPr>
        <p:spPr bwMode="auto">
          <a:xfrm>
            <a:off x="4229573" y="1128391"/>
            <a:ext cx="3736266" cy="4590296"/>
          </a:xfrm>
          <a:prstGeom prst="rect">
            <a:avLst/>
          </a:prstGeo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22" name="Объект 3"/>
          <p:cNvSpPr>
            <a:spLocks noGrp="1"/>
          </p:cNvSpPr>
          <p:nvPr>
            <p:ph sz="quarter" idx="28"/>
          </p:nvPr>
        </p:nvSpPr>
        <p:spPr bwMode="auto">
          <a:xfrm>
            <a:off x="8118154" y="1128391"/>
            <a:ext cx="3736266" cy="4590296"/>
          </a:xfrm>
          <a:prstGeom prst="rect">
            <a:avLst/>
          </a:prstGeo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16"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23"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24"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preserve="1" userDrawn="1">
  <p:cSld name="Модуль и 2 горизонтальных контента">
    <p:spTree>
      <p:nvGrpSpPr>
        <p:cNvPr id="1" name=""/>
        <p:cNvGrpSpPr/>
        <p:nvPr/>
      </p:nvGrpSpPr>
      <p:grpSpPr bwMode="auto">
        <a:xfrm>
          <a:off x="0" y="0"/>
          <a:ext cx="0" cy="0"/>
          <a:chOff x="0" y="0"/>
          <a:chExt cx="0" cy="0"/>
        </a:xfrm>
      </p:grpSpPr>
      <p:sp>
        <p:nvSpPr>
          <p:cNvPr id="12" name="Freeform: Shape 28"/>
          <p:cNvSpPr/>
          <p:nvPr userDrawn="1"/>
        </p:nvSpPr>
        <p:spPr bwMode="auto">
          <a:xfrm>
            <a:off x="338374" y="1776391"/>
            <a:ext cx="4713051" cy="3957659"/>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3" name="Freeform: Shape 96"/>
          <p:cNvSpPr/>
          <p:nvPr userDrawn="1"/>
        </p:nvSpPr>
        <p:spPr bwMode="auto">
          <a:xfrm>
            <a:off x="338374" y="1128391"/>
            <a:ext cx="47130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14" name="Text Placeholder 58"/>
          <p:cNvSpPr>
            <a:spLocks noGrp="1"/>
          </p:cNvSpPr>
          <p:nvPr>
            <p:ph type="body" sz="quarter" idx="15" hasCustomPrompt="1"/>
          </p:nvPr>
        </p:nvSpPr>
        <p:spPr bwMode="auto">
          <a:xfrm>
            <a:off x="394923" y="1845669"/>
            <a:ext cx="4505338"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15" name="Text Placeholder 78"/>
          <p:cNvSpPr>
            <a:spLocks noGrp="1"/>
          </p:cNvSpPr>
          <p:nvPr>
            <p:ph type="body" sz="quarter" idx="17" hasCustomPrompt="1"/>
          </p:nvPr>
        </p:nvSpPr>
        <p:spPr bwMode="auto">
          <a:xfrm>
            <a:off x="394923" y="2137227"/>
            <a:ext cx="4505338" cy="3419150"/>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17" name="Текст 4"/>
          <p:cNvSpPr>
            <a:spLocks noGrp="1"/>
          </p:cNvSpPr>
          <p:nvPr>
            <p:ph type="body" sz="quarter" idx="25" hasCustomPrompt="1"/>
          </p:nvPr>
        </p:nvSpPr>
        <p:spPr bwMode="auto">
          <a:xfrm>
            <a:off x="338139" y="1128713"/>
            <a:ext cx="4706754"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8" name="Объект 3"/>
          <p:cNvSpPr>
            <a:spLocks noGrp="1"/>
          </p:cNvSpPr>
          <p:nvPr>
            <p:ph sz="quarter" idx="27"/>
          </p:nvPr>
        </p:nvSpPr>
        <p:spPr bwMode="auto">
          <a:xfrm>
            <a:off x="5195888" y="1133852"/>
            <a:ext cx="6661150" cy="2223711"/>
          </a:xfrm>
          <a:prstGeom prst="rect">
            <a:avLst/>
          </a:prstGeom>
        </p:spPr>
        <p:txBody>
          <a:bodyPr/>
          <a:lstStyle>
            <a:lvl1pPr algn="l">
              <a:defRPr/>
            </a:lvl1pPr>
            <a:lvl2pPr algn="l">
              <a:defRPr/>
            </a:lvl2pPr>
            <a:lvl3pPr algn="l">
              <a:defRPr/>
            </a:lvl3pPr>
            <a:lvl4pPr algn="l">
              <a:defRPr/>
            </a:lvl4pPr>
            <a:lvl5pPr algn="l">
              <a:defRPr/>
            </a:lvl5p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16" name="Объект 3"/>
          <p:cNvSpPr>
            <a:spLocks noGrp="1"/>
          </p:cNvSpPr>
          <p:nvPr>
            <p:ph sz="quarter" idx="28"/>
          </p:nvPr>
        </p:nvSpPr>
        <p:spPr bwMode="auto">
          <a:xfrm>
            <a:off x="5195888" y="3500437"/>
            <a:ext cx="6661150" cy="2233613"/>
          </a:xfrm>
          <a:prstGeom prst="rect">
            <a:avLst/>
          </a:prstGeom>
        </p:spPr>
        <p:txBody>
          <a:bodyPr/>
          <a:lstStyle>
            <a:lvl1pPr algn="l">
              <a:defRPr/>
            </a:lvl1pPr>
            <a:lvl2pPr algn="l">
              <a:defRPr/>
            </a:lvl2pPr>
            <a:lvl3pPr algn="l">
              <a:defRPr/>
            </a:lvl3pPr>
            <a:lvl4pPr algn="l">
              <a:defRPr/>
            </a:lvl4pPr>
            <a:lvl5pPr algn="l">
              <a:defRPr/>
            </a:lvl5p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19"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21"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23"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24"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preserve="1" userDrawn="1">
  <p:cSld name="Заголовок 2 строки">
    <p:spTree>
      <p:nvGrpSpPr>
        <p:cNvPr id="1" name=""/>
        <p:cNvGrpSpPr/>
        <p:nvPr/>
      </p:nvGrpSpPr>
      <p:grpSpPr bwMode="auto">
        <a:xfrm>
          <a:off x="0" y="0"/>
          <a:ext cx="0" cy="0"/>
          <a:chOff x="0" y="0"/>
          <a:chExt cx="0" cy="0"/>
        </a:xfrm>
      </p:grpSpPr>
      <p:sp>
        <p:nvSpPr>
          <p:cNvPr id="16" name="Freeform: Shape 28"/>
          <p:cNvSpPr/>
          <p:nvPr userDrawn="1"/>
        </p:nvSpPr>
        <p:spPr bwMode="auto">
          <a:xfrm>
            <a:off x="338374" y="1776391"/>
            <a:ext cx="5684752"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9" name="Freeform: Shape 96"/>
          <p:cNvSpPr/>
          <p:nvPr userDrawn="1"/>
        </p:nvSpPr>
        <p:spPr bwMode="auto">
          <a:xfrm>
            <a:off x="338374" y="1128391"/>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1" name="Text Placeholder 58"/>
          <p:cNvSpPr>
            <a:spLocks noGrp="1"/>
          </p:cNvSpPr>
          <p:nvPr>
            <p:ph type="body" sz="quarter" idx="15" hasCustomPrompt="1"/>
          </p:nvPr>
        </p:nvSpPr>
        <p:spPr bwMode="auto">
          <a:xfrm>
            <a:off x="394923" y="1845669"/>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2" name="Text Placeholder 78"/>
          <p:cNvSpPr>
            <a:spLocks noGrp="1"/>
          </p:cNvSpPr>
          <p:nvPr>
            <p:ph type="body" sz="quarter" idx="17" hasCustomPrompt="1"/>
          </p:nvPr>
        </p:nvSpPr>
        <p:spPr bwMode="auto">
          <a:xfrm>
            <a:off x="394923" y="2137227"/>
            <a:ext cx="5434214" cy="3419150"/>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7" name="Freeform: Shape 28"/>
          <p:cNvSpPr/>
          <p:nvPr userDrawn="1"/>
        </p:nvSpPr>
        <p:spPr bwMode="auto">
          <a:xfrm>
            <a:off x="6166247" y="1776391"/>
            <a:ext cx="5684752"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9" name="Freeform: Shape 96"/>
          <p:cNvSpPr/>
          <p:nvPr userDrawn="1"/>
        </p:nvSpPr>
        <p:spPr bwMode="auto">
          <a:xfrm>
            <a:off x="6166247" y="1128391"/>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30" name="Text Placeholder 58"/>
          <p:cNvSpPr>
            <a:spLocks noGrp="1"/>
          </p:cNvSpPr>
          <p:nvPr>
            <p:ph type="body" sz="quarter" idx="23" hasCustomPrompt="1"/>
          </p:nvPr>
        </p:nvSpPr>
        <p:spPr bwMode="auto">
          <a:xfrm>
            <a:off x="6222796" y="1845669"/>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31" name="Text Placeholder 78"/>
          <p:cNvSpPr>
            <a:spLocks noGrp="1"/>
          </p:cNvSpPr>
          <p:nvPr>
            <p:ph type="body" sz="quarter" idx="24" hasCustomPrompt="1"/>
          </p:nvPr>
        </p:nvSpPr>
        <p:spPr bwMode="auto">
          <a:xfrm>
            <a:off x="6222796" y="2137227"/>
            <a:ext cx="5434214" cy="3419150"/>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4" name="Текст 4"/>
          <p:cNvSpPr>
            <a:spLocks noGrp="1"/>
          </p:cNvSpPr>
          <p:nvPr>
            <p:ph type="body" sz="quarter" idx="26" hasCustomPrompt="1"/>
          </p:nvPr>
        </p:nvSpPr>
        <p:spPr bwMode="auto">
          <a:xfrm>
            <a:off x="6178221" y="1128713"/>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7" name="Текст 4"/>
          <p:cNvSpPr>
            <a:spLocks noGrp="1"/>
          </p:cNvSpPr>
          <p:nvPr>
            <p:ph type="body" sz="quarter" idx="25" hasCustomPrompt="1"/>
          </p:nvPr>
        </p:nvSpPr>
        <p:spPr bwMode="auto">
          <a:xfrm>
            <a:off x="338138" y="1128713"/>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8"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23"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25" name="Title 1"/>
          <p:cNvSpPr>
            <a:spLocks noGrp="1"/>
          </p:cNvSpPr>
          <p:nvPr>
            <p:ph type="title" hasCustomPrompt="1"/>
          </p:nvPr>
        </p:nvSpPr>
        <p:spPr bwMode="auto">
          <a:xfrm>
            <a:off x="241420" y="286257"/>
            <a:ext cx="8699380" cy="69481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br>
              <a:rPr lang="ru-RU"/>
            </a:br>
            <a:r>
              <a:rPr lang="ru-RU"/>
              <a:t>в 2 строки</a:t>
            </a:r>
            <a:endParaRPr/>
          </a:p>
        </p:txBody>
      </p:sp>
      <p:sp>
        <p:nvSpPr>
          <p:cNvPr id="26"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preserve="1" userDrawn="1">
  <p:cSld name="Заголовок 3 строки">
    <p:spTree>
      <p:nvGrpSpPr>
        <p:cNvPr id="1" name=""/>
        <p:cNvGrpSpPr/>
        <p:nvPr/>
      </p:nvGrpSpPr>
      <p:grpSpPr bwMode="auto">
        <a:xfrm>
          <a:off x="0" y="0"/>
          <a:ext cx="0" cy="0"/>
          <a:chOff x="0" y="0"/>
          <a:chExt cx="0" cy="0"/>
        </a:xfrm>
      </p:grpSpPr>
      <p:sp>
        <p:nvSpPr>
          <p:cNvPr id="17" name="Freeform: Shape 28"/>
          <p:cNvSpPr/>
          <p:nvPr userDrawn="1"/>
        </p:nvSpPr>
        <p:spPr bwMode="auto">
          <a:xfrm>
            <a:off x="338374" y="2100426"/>
            <a:ext cx="5684752" cy="4100349"/>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452426"/>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59" name="Text Placeholder 58"/>
          <p:cNvSpPr>
            <a:spLocks noGrp="1"/>
          </p:cNvSpPr>
          <p:nvPr>
            <p:ph type="body" sz="quarter" idx="15" hasCustomPrompt="1"/>
          </p:nvPr>
        </p:nvSpPr>
        <p:spPr bwMode="auto">
          <a:xfrm>
            <a:off x="394923" y="2169704"/>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3" y="2461261"/>
            <a:ext cx="5434214" cy="3600491"/>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3" name="Freeform: Shape 28"/>
          <p:cNvSpPr/>
          <p:nvPr userDrawn="1"/>
        </p:nvSpPr>
        <p:spPr bwMode="auto">
          <a:xfrm>
            <a:off x="6166247" y="2100426"/>
            <a:ext cx="5684752" cy="4100349"/>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4" name="Freeform: Shape 96"/>
          <p:cNvSpPr/>
          <p:nvPr userDrawn="1"/>
        </p:nvSpPr>
        <p:spPr bwMode="auto">
          <a:xfrm>
            <a:off x="6166247" y="1452426"/>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5" name="Text Placeholder 58"/>
          <p:cNvSpPr>
            <a:spLocks noGrp="1"/>
          </p:cNvSpPr>
          <p:nvPr>
            <p:ph type="body" sz="quarter" idx="23" hasCustomPrompt="1"/>
          </p:nvPr>
        </p:nvSpPr>
        <p:spPr bwMode="auto">
          <a:xfrm>
            <a:off x="6222796" y="2169704"/>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6" name="Text Placeholder 78"/>
          <p:cNvSpPr>
            <a:spLocks noGrp="1"/>
          </p:cNvSpPr>
          <p:nvPr>
            <p:ph type="body" sz="quarter" idx="24" hasCustomPrompt="1"/>
          </p:nvPr>
        </p:nvSpPr>
        <p:spPr bwMode="auto">
          <a:xfrm>
            <a:off x="6222796" y="2461261"/>
            <a:ext cx="5434214" cy="3600491"/>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3" name="Текст 4"/>
          <p:cNvSpPr>
            <a:spLocks noGrp="1"/>
          </p:cNvSpPr>
          <p:nvPr>
            <p:ph type="body" sz="quarter" idx="26" hasCustomPrompt="1"/>
          </p:nvPr>
        </p:nvSpPr>
        <p:spPr bwMode="auto">
          <a:xfrm>
            <a:off x="6178221" y="1452748"/>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9" name="Текст 4"/>
          <p:cNvSpPr>
            <a:spLocks noGrp="1"/>
          </p:cNvSpPr>
          <p:nvPr>
            <p:ph type="body" sz="quarter" idx="25" hasCustomPrompt="1"/>
          </p:nvPr>
        </p:nvSpPr>
        <p:spPr bwMode="auto">
          <a:xfrm>
            <a:off x="338138" y="1459905"/>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6"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21"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27" name="Title 1"/>
          <p:cNvSpPr>
            <a:spLocks noGrp="1"/>
          </p:cNvSpPr>
          <p:nvPr>
            <p:ph type="title" hasCustomPrompt="1"/>
          </p:nvPr>
        </p:nvSpPr>
        <p:spPr bwMode="auto">
          <a:xfrm>
            <a:off x="241420" y="286257"/>
            <a:ext cx="8699380" cy="1151812"/>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a:t>
            </a:r>
            <a:br>
              <a:rPr lang="ru-RU"/>
            </a:br>
            <a:r>
              <a:rPr lang="ru-RU"/>
              <a:t>СЛАЙДА</a:t>
            </a:r>
            <a:br>
              <a:rPr lang="ru-RU"/>
            </a:br>
            <a:r>
              <a:rPr lang="ru-RU"/>
              <a:t>в 3 строки</a:t>
            </a:r>
            <a:endParaRPr/>
          </a:p>
        </p:txBody>
      </p:sp>
      <p:sp>
        <p:nvSpPr>
          <p:cNvPr id="28"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preserve="1" userDrawn="1">
  <p:cSld name="Заголовок+дескриптор">
    <p:spTree>
      <p:nvGrpSpPr>
        <p:cNvPr id="1" name=""/>
        <p:cNvGrpSpPr/>
        <p:nvPr/>
      </p:nvGrpSpPr>
      <p:grpSpPr bwMode="auto">
        <a:xfrm>
          <a:off x="0" y="0"/>
          <a:ext cx="0" cy="0"/>
          <a:chOff x="0" y="0"/>
          <a:chExt cx="0" cy="0"/>
        </a:xfrm>
      </p:grpSpPr>
      <p:sp>
        <p:nvSpPr>
          <p:cNvPr id="16" name="Freeform: Shape 28"/>
          <p:cNvSpPr/>
          <p:nvPr userDrawn="1"/>
        </p:nvSpPr>
        <p:spPr bwMode="auto">
          <a:xfrm>
            <a:off x="338374" y="1776391"/>
            <a:ext cx="5684752"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9" name="Freeform: Shape 96"/>
          <p:cNvSpPr/>
          <p:nvPr userDrawn="1"/>
        </p:nvSpPr>
        <p:spPr bwMode="auto">
          <a:xfrm>
            <a:off x="338374" y="1128391"/>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1" name="Text Placeholder 58"/>
          <p:cNvSpPr>
            <a:spLocks noGrp="1"/>
          </p:cNvSpPr>
          <p:nvPr>
            <p:ph type="body" sz="quarter" idx="15" hasCustomPrompt="1"/>
          </p:nvPr>
        </p:nvSpPr>
        <p:spPr bwMode="auto">
          <a:xfrm>
            <a:off x="394923" y="1845669"/>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2" name="Text Placeholder 78"/>
          <p:cNvSpPr>
            <a:spLocks noGrp="1"/>
          </p:cNvSpPr>
          <p:nvPr>
            <p:ph type="body" sz="quarter" idx="17" hasCustomPrompt="1"/>
          </p:nvPr>
        </p:nvSpPr>
        <p:spPr bwMode="auto">
          <a:xfrm>
            <a:off x="394923" y="2137227"/>
            <a:ext cx="5434214" cy="3419150"/>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7" name="Freeform: Shape 28"/>
          <p:cNvSpPr/>
          <p:nvPr userDrawn="1"/>
        </p:nvSpPr>
        <p:spPr bwMode="auto">
          <a:xfrm>
            <a:off x="6166247" y="1776391"/>
            <a:ext cx="5684752"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9" name="Freeform: Shape 96"/>
          <p:cNvSpPr/>
          <p:nvPr userDrawn="1"/>
        </p:nvSpPr>
        <p:spPr bwMode="auto">
          <a:xfrm>
            <a:off x="6166247" y="1128391"/>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30" name="Text Placeholder 58"/>
          <p:cNvSpPr>
            <a:spLocks noGrp="1"/>
          </p:cNvSpPr>
          <p:nvPr>
            <p:ph type="body" sz="quarter" idx="23" hasCustomPrompt="1"/>
          </p:nvPr>
        </p:nvSpPr>
        <p:spPr bwMode="auto">
          <a:xfrm>
            <a:off x="6222796" y="1845669"/>
            <a:ext cx="5434214"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31" name="Text Placeholder 78"/>
          <p:cNvSpPr>
            <a:spLocks noGrp="1"/>
          </p:cNvSpPr>
          <p:nvPr>
            <p:ph type="body" sz="quarter" idx="24" hasCustomPrompt="1"/>
          </p:nvPr>
        </p:nvSpPr>
        <p:spPr bwMode="auto">
          <a:xfrm>
            <a:off x="6222796" y="2137227"/>
            <a:ext cx="5434214" cy="3419150"/>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4" name="Текст 4"/>
          <p:cNvSpPr>
            <a:spLocks noGrp="1"/>
          </p:cNvSpPr>
          <p:nvPr>
            <p:ph type="body" sz="quarter" idx="26" hasCustomPrompt="1"/>
          </p:nvPr>
        </p:nvSpPr>
        <p:spPr bwMode="auto">
          <a:xfrm>
            <a:off x="6178221" y="1128713"/>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36" name="Text Placeholder 3"/>
          <p:cNvSpPr>
            <a:spLocks noGrp="1"/>
          </p:cNvSpPr>
          <p:nvPr>
            <p:ph type="body" sz="quarter" idx="27" hasCustomPrompt="1"/>
          </p:nvPr>
        </p:nvSpPr>
        <p:spPr bwMode="auto">
          <a:xfrm>
            <a:off x="340854" y="726981"/>
            <a:ext cx="8599946" cy="307777"/>
          </a:xfrm>
          <a:prstGeom prst="rect">
            <a:avLst/>
          </a:prstGeom>
          <a:noFill/>
        </p:spPr>
        <p:txBody>
          <a:bodyPr wrap="square" lIns="36000" tIns="36000" rIns="36000" bIns="36000" rtlCol="0" anchor="ctr">
            <a:spAutoFit/>
          </a:bodyPr>
          <a:lstStyle>
            <a:lvl1pPr>
              <a:defRPr lang="ru-RU" sz="2000" b="0" i="0">
                <a:solidFill>
                  <a:srgbClr val="7E7E7E"/>
                </a:solidFill>
                <a:latin typeface="+mj-lt"/>
                <a:ea typeface="GPN_DIN Condensed Regular"/>
              </a:defRPr>
            </a:lvl1pPr>
          </a:lstStyle>
          <a:p>
            <a:pPr marR="0" lvl="0">
              <a:lnSpc>
                <a:spcPct val="100000"/>
              </a:lnSpc>
              <a:spcBef>
                <a:spcPts val="0"/>
              </a:spcBef>
              <a:spcAft>
                <a:spcPts val="0"/>
              </a:spcAft>
              <a:buClrTx/>
              <a:buSzTx/>
              <a:defRPr/>
            </a:pPr>
            <a:r>
              <a:rPr lang="ru-RU"/>
              <a:t>ДЕСКРИПТОР СЛАЙДА</a:t>
            </a:r>
            <a:endParaRPr/>
          </a:p>
        </p:txBody>
      </p:sp>
      <p:sp>
        <p:nvSpPr>
          <p:cNvPr id="17" name="Текст 4"/>
          <p:cNvSpPr>
            <a:spLocks noGrp="1"/>
          </p:cNvSpPr>
          <p:nvPr>
            <p:ph type="body" sz="quarter" idx="25" hasCustomPrompt="1"/>
          </p:nvPr>
        </p:nvSpPr>
        <p:spPr bwMode="auto">
          <a:xfrm>
            <a:off x="338138" y="1128713"/>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8"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23"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25" name="Title 1"/>
          <p:cNvSpPr>
            <a:spLocks noGrp="1"/>
          </p:cNvSpPr>
          <p:nvPr>
            <p:ph type="title" hasCustomPrompt="1"/>
          </p:nvPr>
        </p:nvSpPr>
        <p:spPr bwMode="auto">
          <a:xfrm>
            <a:off x="241420" y="286257"/>
            <a:ext cx="8699380" cy="371468"/>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26"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preserve="1" userDrawn="1">
  <p:cSld name="Заголовок+надзаголовок">
    <p:spTree>
      <p:nvGrpSpPr>
        <p:cNvPr id="1" name=""/>
        <p:cNvGrpSpPr/>
        <p:nvPr/>
      </p:nvGrpSpPr>
      <p:grpSpPr bwMode="auto">
        <a:xfrm>
          <a:off x="0" y="0"/>
          <a:ext cx="0" cy="0"/>
          <a:chOff x="0" y="0"/>
          <a:chExt cx="0" cy="0"/>
        </a:xfrm>
      </p:grpSpPr>
      <p:sp>
        <p:nvSpPr>
          <p:cNvPr id="17" name="Freeform: Shape 28"/>
          <p:cNvSpPr/>
          <p:nvPr userDrawn="1"/>
        </p:nvSpPr>
        <p:spPr bwMode="auto">
          <a:xfrm>
            <a:off x="338374" y="2100426"/>
            <a:ext cx="5684752" cy="4100349"/>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452426"/>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59" name="Text Placeholder 58"/>
          <p:cNvSpPr>
            <a:spLocks noGrp="1"/>
          </p:cNvSpPr>
          <p:nvPr>
            <p:ph type="body" sz="quarter" idx="15" hasCustomPrompt="1"/>
          </p:nvPr>
        </p:nvSpPr>
        <p:spPr bwMode="auto">
          <a:xfrm>
            <a:off x="394922" y="2169704"/>
            <a:ext cx="5577335"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2" y="2461261"/>
            <a:ext cx="5577335" cy="3600491"/>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3" name="Freeform: Shape 28"/>
          <p:cNvSpPr/>
          <p:nvPr userDrawn="1"/>
        </p:nvSpPr>
        <p:spPr bwMode="auto">
          <a:xfrm>
            <a:off x="6166247" y="2100426"/>
            <a:ext cx="5684752" cy="4100349"/>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4" name="Freeform: Shape 96"/>
          <p:cNvSpPr/>
          <p:nvPr userDrawn="1"/>
        </p:nvSpPr>
        <p:spPr bwMode="auto">
          <a:xfrm>
            <a:off x="6166247" y="1452426"/>
            <a:ext cx="5684752"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5" name="Text Placeholder 58"/>
          <p:cNvSpPr>
            <a:spLocks noGrp="1"/>
          </p:cNvSpPr>
          <p:nvPr>
            <p:ph type="body" sz="quarter" idx="23" hasCustomPrompt="1"/>
          </p:nvPr>
        </p:nvSpPr>
        <p:spPr bwMode="auto">
          <a:xfrm>
            <a:off x="6222796" y="2169704"/>
            <a:ext cx="5574282"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6" name="Text Placeholder 78"/>
          <p:cNvSpPr>
            <a:spLocks noGrp="1"/>
          </p:cNvSpPr>
          <p:nvPr>
            <p:ph type="body" sz="quarter" idx="24" hasCustomPrompt="1"/>
          </p:nvPr>
        </p:nvSpPr>
        <p:spPr bwMode="auto">
          <a:xfrm>
            <a:off x="6222796" y="2461261"/>
            <a:ext cx="5574282" cy="3600491"/>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3" name="Текст 4"/>
          <p:cNvSpPr>
            <a:spLocks noGrp="1"/>
          </p:cNvSpPr>
          <p:nvPr>
            <p:ph type="body" sz="quarter" idx="26" hasCustomPrompt="1"/>
          </p:nvPr>
        </p:nvSpPr>
        <p:spPr bwMode="auto">
          <a:xfrm>
            <a:off x="6178221" y="1452748"/>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6" name="Title 1"/>
          <p:cNvSpPr>
            <a:spLocks noGrp="1"/>
          </p:cNvSpPr>
          <p:nvPr>
            <p:ph type="title" hasCustomPrompt="1"/>
          </p:nvPr>
        </p:nvSpPr>
        <p:spPr bwMode="auto">
          <a:xfrm>
            <a:off x="241420" y="647786"/>
            <a:ext cx="8699380" cy="365125"/>
          </a:xfrm>
        </p:spPr>
        <p:txBody>
          <a:bodyPr wrap="square"/>
          <a:lstStyle>
            <a:lvl1pPr>
              <a:defRPr sz="2400" b="0" i="0">
                <a:solidFill>
                  <a:srgbClr val="7E7E7E"/>
                </a:solidFill>
                <a:latin typeface="GPN_DIN Condensed Bold"/>
                <a:ea typeface="GPN_DIN Condensed Bold"/>
              </a:defRPr>
            </a:lvl1pPr>
          </a:lstStyle>
          <a:p>
            <a:pPr marR="0" lvl="0">
              <a:lnSpc>
                <a:spcPct val="100000"/>
              </a:lnSpc>
              <a:spcBef>
                <a:spcPts val="0"/>
              </a:spcBef>
              <a:spcAft>
                <a:spcPts val="0"/>
              </a:spcAft>
              <a:buClrTx/>
              <a:buSzTx/>
              <a:defRPr/>
            </a:pPr>
            <a:r>
              <a:rPr lang="ru-RU"/>
              <a:t>Заголовок СЛАЙДА</a:t>
            </a:r>
            <a:endParaRPr/>
          </a:p>
        </p:txBody>
      </p:sp>
      <p:sp>
        <p:nvSpPr>
          <p:cNvPr id="19" name="Text Placeholder 3"/>
          <p:cNvSpPr>
            <a:spLocks noGrp="1"/>
          </p:cNvSpPr>
          <p:nvPr>
            <p:ph type="body" sz="quarter" idx="27" hasCustomPrompt="1"/>
          </p:nvPr>
        </p:nvSpPr>
        <p:spPr bwMode="auto">
          <a:xfrm>
            <a:off x="340854" y="1088510"/>
            <a:ext cx="8599946" cy="307777"/>
          </a:xfrm>
          <a:prstGeom prst="rect">
            <a:avLst/>
          </a:prstGeom>
          <a:noFill/>
        </p:spPr>
        <p:txBody>
          <a:bodyPr wrap="square" lIns="36000" tIns="36000" rIns="36000" bIns="36000" rtlCol="0" anchor="ctr">
            <a:spAutoFit/>
          </a:bodyPr>
          <a:lstStyle>
            <a:lvl1pPr>
              <a:defRPr lang="ru-RU" sz="2000" b="0" i="0">
                <a:solidFill>
                  <a:srgbClr val="8A8A8A"/>
                </a:solidFill>
                <a:latin typeface="+mj-lt"/>
                <a:ea typeface="GPN_DIN Condensed Regular"/>
              </a:defRPr>
            </a:lvl1pPr>
          </a:lstStyle>
          <a:p>
            <a:pPr marR="0" lvl="0">
              <a:lnSpc>
                <a:spcPct val="100000"/>
              </a:lnSpc>
              <a:spcBef>
                <a:spcPts val="0"/>
              </a:spcBef>
              <a:spcAft>
                <a:spcPts val="0"/>
              </a:spcAft>
              <a:buClrTx/>
              <a:buSzTx/>
              <a:defRPr/>
            </a:pPr>
            <a:r>
              <a:rPr lang="ru-RU"/>
              <a:t>ДЕСКРИПТОР СЛАЙДА</a:t>
            </a:r>
            <a:endParaRPr/>
          </a:p>
        </p:txBody>
      </p:sp>
      <p:sp>
        <p:nvSpPr>
          <p:cNvPr id="21" name="Text Placeholder 9"/>
          <p:cNvSpPr>
            <a:spLocks noGrp="1"/>
          </p:cNvSpPr>
          <p:nvPr>
            <p:ph type="body" sz="quarter" idx="28" hasCustomPrompt="1"/>
          </p:nvPr>
        </p:nvSpPr>
        <p:spPr bwMode="auto">
          <a:xfrm>
            <a:off x="245254" y="277595"/>
            <a:ext cx="8695545" cy="306573"/>
          </a:xfrm>
          <a:prstGeom prst="rect">
            <a:avLst/>
          </a:prstGeom>
        </p:spPr>
        <p:txBody>
          <a:bodyPr>
            <a:noAutofit/>
          </a:bodyPr>
          <a:lstStyle>
            <a:lvl1pPr>
              <a:defRPr sz="1400" b="0">
                <a:solidFill>
                  <a:srgbClr val="004596"/>
                </a:solidFill>
              </a:defRPr>
            </a:lvl1pPr>
            <a:lvl2pPr>
              <a:defRPr sz="1400"/>
            </a:lvl2pPr>
            <a:lvl3pPr>
              <a:defRPr sz="1400"/>
            </a:lvl3pPr>
            <a:lvl4pPr>
              <a:defRPr sz="1600"/>
            </a:lvl4pPr>
            <a:lvl5pPr>
              <a:defRPr sz="1600"/>
            </a:lvl5pPr>
          </a:lstStyle>
          <a:p>
            <a:pPr lvl="0">
              <a:defRPr/>
            </a:pPr>
            <a:r>
              <a:rPr lang="ru-RU"/>
              <a:t>НАДЗАГОЛОВОК СЛАЙДА</a:t>
            </a:r>
            <a:endParaRPr lang="en-US"/>
          </a:p>
        </p:txBody>
      </p:sp>
      <p:sp>
        <p:nvSpPr>
          <p:cNvPr id="22" name="Текст 4"/>
          <p:cNvSpPr>
            <a:spLocks noGrp="1"/>
          </p:cNvSpPr>
          <p:nvPr>
            <p:ph type="body" sz="quarter" idx="25" hasCustomPrompt="1"/>
          </p:nvPr>
        </p:nvSpPr>
        <p:spPr bwMode="auto">
          <a:xfrm>
            <a:off x="338138" y="1459905"/>
            <a:ext cx="568483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27"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
        <p:nvSpPr>
          <p:cNvPr id="28" name="Текст 6"/>
          <p:cNvSpPr>
            <a:spLocks noGrp="1"/>
          </p:cNvSpPr>
          <p:nvPr>
            <p:ph type="body" sz="quarter" idx="35" hasCustomPrompt="1"/>
          </p:nvPr>
        </p:nvSpPr>
        <p:spPr bwMode="auto">
          <a:xfrm>
            <a:off x="240777" y="6400222"/>
            <a:ext cx="5724524" cy="204787"/>
          </a:xfrm>
          <a:prstGeom prst="rect">
            <a:avLst/>
          </a:prstGeom>
        </p:spPr>
        <p:txBody>
          <a:bodyPr/>
          <a:lstStyle>
            <a:lvl1pPr>
              <a:defRPr lang="ru-RU" sz="800" b="0" i="0" cap="none">
                <a:solidFill>
                  <a:schemeClr val="bg1">
                    <a:lumMod val="50000"/>
                  </a:schemeClr>
                </a:solidFill>
                <a:latin typeface="GPN_DIN Condensed Regular"/>
                <a:ea typeface="GPN_DIN Condensed Regular"/>
                <a:cs typeface="+mn-cs"/>
              </a:defRPr>
            </a:lvl1pPr>
          </a:lstStyle>
          <a:p>
            <a:pPr lvl="0">
              <a:defRPr/>
            </a:pPr>
            <a:r>
              <a:rPr lang="ru-RU"/>
              <a:t>Нижний колонтитул</a:t>
            </a:r>
            <a:endParaRPr/>
          </a:p>
        </p:txBody>
      </p:sp>
      <p:sp>
        <p:nvSpPr>
          <p:cNvPr id="34" name="Текст 12"/>
          <p:cNvSpPr>
            <a:spLocks noGrp="1"/>
          </p:cNvSpPr>
          <p:nvPr>
            <p:ph type="body" sz="quarter" idx="36" hasCustomPrompt="1"/>
          </p:nvPr>
        </p:nvSpPr>
        <p:spPr bwMode="auto">
          <a:xfrm>
            <a:off x="9083675" y="283135"/>
            <a:ext cx="2862755" cy="697939"/>
          </a:xfrm>
          <a:prstGeom prst="rect">
            <a:avLst/>
          </a:prstGeom>
        </p:spPr>
        <p:txBody>
          <a:bodyPr vert="horz" lIns="91440" tIns="45720" rIns="91440" bIns="45720" rtlCol="0" anchor="t"/>
          <a:lstStyle>
            <a:lvl1pPr algn="r">
              <a:defRPr lang="ru-RU" sz="1200" b="0" i="0">
                <a:solidFill>
                  <a:schemeClr val="bg1">
                    <a:lumMod val="50000"/>
                  </a:schemeClr>
                </a:solidFill>
                <a:latin typeface="GPN_DIN Condensed Regular"/>
                <a:ea typeface="GPN_DIN Condensed Regular"/>
              </a:defRPr>
            </a:lvl1pPr>
          </a:lstStyle>
          <a:p>
            <a:pPr lvl="0" algn="r" defTabSz="914400">
              <a:defRPr/>
            </a:pPr>
            <a:r>
              <a:rPr lang="ru-RU"/>
              <a:t>НАВИГАЦИЯ СЛАЙДА</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preserve="1" userDrawn="1">
  <p:cSld name="Мокап Монитор">
    <p:spTree>
      <p:nvGrpSpPr>
        <p:cNvPr id="1" name=""/>
        <p:cNvGrpSpPr/>
        <p:nvPr/>
      </p:nvGrpSpPr>
      <p:grpSpPr bwMode="auto">
        <a:xfrm>
          <a:off x="0" y="0"/>
          <a:ext cx="0" cy="0"/>
          <a:chOff x="0" y="0"/>
          <a:chExt cx="0" cy="0"/>
        </a:xfrm>
      </p:grpSpPr>
      <p:pic>
        <p:nvPicPr>
          <p:cNvPr id="16" name="Рисунок 15"/>
          <p:cNvPicPr>
            <a:picLocks noChangeAspect="1"/>
          </p:cNvPicPr>
          <p:nvPr userDrawn="1"/>
        </p:nvPicPr>
        <p:blipFill>
          <a:blip r:embed="rId2"/>
          <a:stretch/>
        </p:blipFill>
        <p:spPr bwMode="auto">
          <a:xfrm>
            <a:off x="4673600" y="772928"/>
            <a:ext cx="7838876" cy="5888717"/>
          </a:xfrm>
          <a:prstGeom prst="rect">
            <a:avLst/>
          </a:prstGeom>
        </p:spPr>
      </p:pic>
      <p:sp>
        <p:nvSpPr>
          <p:cNvPr id="17" name="Freeform: Shape 28"/>
          <p:cNvSpPr/>
          <p:nvPr userDrawn="1"/>
        </p:nvSpPr>
        <p:spPr bwMode="auto">
          <a:xfrm>
            <a:off x="338374" y="1776391"/>
            <a:ext cx="471305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18" name="Freeform: Shape 96"/>
          <p:cNvSpPr/>
          <p:nvPr userDrawn="1"/>
        </p:nvSpPr>
        <p:spPr bwMode="auto">
          <a:xfrm>
            <a:off x="338374" y="1128391"/>
            <a:ext cx="47130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 name="Title 1"/>
          <p:cNvSpPr>
            <a:spLocks noGrp="1"/>
          </p:cNvSpPr>
          <p:nvPr>
            <p:ph type="title" hasCustomPrompt="1"/>
          </p:nvPr>
        </p:nvSpPr>
        <p:spPr bwMode="auto">
          <a:xfrm>
            <a:off x="241420" y="286257"/>
            <a:ext cx="9369662" cy="365125"/>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59" name="Text Placeholder 58"/>
          <p:cNvSpPr>
            <a:spLocks noGrp="1"/>
          </p:cNvSpPr>
          <p:nvPr>
            <p:ph type="body" sz="quarter" idx="15" hasCustomPrompt="1"/>
          </p:nvPr>
        </p:nvSpPr>
        <p:spPr bwMode="auto">
          <a:xfrm>
            <a:off x="394923" y="1845669"/>
            <a:ext cx="4470991"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79" name="Text Placeholder 78"/>
          <p:cNvSpPr>
            <a:spLocks noGrp="1"/>
          </p:cNvSpPr>
          <p:nvPr>
            <p:ph type="body" sz="quarter" idx="17" hasCustomPrompt="1"/>
          </p:nvPr>
        </p:nvSpPr>
        <p:spPr bwMode="auto">
          <a:xfrm>
            <a:off x="394923" y="2137227"/>
            <a:ext cx="4656502"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0" name="Footer Placeholder 4"/>
          <p:cNvSpPr>
            <a:spLocks noGrp="1"/>
          </p:cNvSpPr>
          <p:nvPr>
            <p:ph type="ftr" sz="quarter" idx="3"/>
          </p:nvPr>
        </p:nvSpPr>
        <p:spPr bwMode="auto">
          <a:xfrm>
            <a:off x="245256" y="6373663"/>
            <a:ext cx="5850744" cy="230832"/>
          </a:xfrm>
          <a:prstGeom prst="rect">
            <a:avLst/>
          </a:prstGeom>
          <a:noFill/>
        </p:spPr>
        <p:txBody>
          <a:bodyPr wrap="square" anchor="b">
            <a:spAutoFit/>
          </a:bodyPr>
          <a:lstStyle>
            <a:lvl1pPr>
              <a:defRPr lang="ru-RU" sz="900" b="0" i="0" u="none" strike="noStrike" cap="none" spc="0">
                <a:ln>
                  <a:noFill/>
                </a:ln>
                <a:solidFill>
                  <a:schemeClr val="bg1">
                    <a:lumMod val="50000"/>
                  </a:schemeClr>
                </a:solidFill>
                <a:latin typeface="GPN_DIN Condensed Regular"/>
                <a:ea typeface="GPN_DIN Condensed Regular"/>
              </a:defRPr>
            </a:lvl1pPr>
          </a:lstStyle>
          <a:p>
            <a:pPr>
              <a:defRPr/>
            </a:pPr>
            <a:endParaRPr lang="ru-RU"/>
          </a:p>
        </p:txBody>
      </p:sp>
      <p:sp>
        <p:nvSpPr>
          <p:cNvPr id="8" name="Text Placeholder 7"/>
          <p:cNvSpPr>
            <a:spLocks noGrp="1"/>
          </p:cNvSpPr>
          <p:nvPr>
            <p:ph type="body" sz="quarter" idx="22" hasCustomPrompt="1"/>
          </p:nvPr>
        </p:nvSpPr>
        <p:spPr bwMode="auto">
          <a:xfrm>
            <a:off x="10195560" y="312000"/>
            <a:ext cx="1661478" cy="184666"/>
          </a:xfrm>
          <a:prstGeom prst="rect">
            <a:avLst/>
          </a:prstGeom>
          <a:noFill/>
        </p:spPr>
        <p:txBody>
          <a:bodyPr wrap="square" lIns="36000" tIns="36000" rIns="36000" bIns="36000" rtlCol="0">
            <a:spAutoFit/>
          </a:bodyPr>
          <a:lstStyle>
            <a:lvl1pPr algn="r">
              <a:defRPr lang="en-US" sz="1200" b="0">
                <a:solidFill>
                  <a:schemeClr val="bg1">
                    <a:lumMod val="50000"/>
                  </a:schemeClr>
                </a:solidFill>
                <a:latin typeface="GPN_DIN Condensed Regular"/>
                <a:ea typeface="GPN_DIN Condensed Regular"/>
                <a:cs typeface="Arial"/>
              </a:defRPr>
            </a:lvl1pPr>
          </a:lstStyle>
          <a:p>
            <a:pPr marL="0" marR="0" lvl="0" indent="0" algn="r" defTabSz="914400">
              <a:lnSpc>
                <a:spcPct val="100000"/>
              </a:lnSpc>
              <a:spcBef>
                <a:spcPts val="0"/>
              </a:spcBef>
              <a:spcAft>
                <a:spcPts val="0"/>
              </a:spcAft>
              <a:buClrTx/>
              <a:buSzTx/>
              <a:buFont typeface="Wingdings"/>
              <a:buNone/>
              <a:defRPr/>
            </a:pPr>
            <a:r>
              <a:rPr lang="ru-RU"/>
              <a:t>НАВИГАЦИЯ СЛАЙДА</a:t>
            </a:r>
            <a:endParaRPr lang="en-US"/>
          </a:p>
        </p:txBody>
      </p:sp>
      <p:sp>
        <p:nvSpPr>
          <p:cNvPr id="5" name="Текст 4"/>
          <p:cNvSpPr>
            <a:spLocks noGrp="1"/>
          </p:cNvSpPr>
          <p:nvPr>
            <p:ph type="body" sz="quarter" idx="25" hasCustomPrompt="1"/>
          </p:nvPr>
        </p:nvSpPr>
        <p:spPr bwMode="auto">
          <a:xfrm>
            <a:off x="338138" y="1128713"/>
            <a:ext cx="4713051"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9" name="Рисунок 11"/>
          <p:cNvSpPr>
            <a:spLocks noGrp="1"/>
          </p:cNvSpPr>
          <p:nvPr>
            <p:ph type="pic" sz="quarter" idx="10"/>
          </p:nvPr>
        </p:nvSpPr>
        <p:spPr bwMode="auto">
          <a:xfrm>
            <a:off x="5465763" y="1391920"/>
            <a:ext cx="6135394" cy="3443605"/>
          </a:xfrm>
          <a:prstGeom prst="rect">
            <a:avLst/>
          </a:prstGeom>
        </p:spPr>
        <p:txBody>
          <a:bodyPr/>
          <a:lstStyle/>
          <a:p>
            <a:pPr>
              <a:defRPr/>
            </a:pPr>
            <a:endParaRPr lang="ru-RU"/>
          </a:p>
        </p:txBody>
      </p:sp>
      <p:sp>
        <p:nvSpPr>
          <p:cNvPr id="13"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preserve="1" userDrawn="1">
  <p:cSld name="Мокап Планшет">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a:xfrm>
            <a:off x="241420" y="286257"/>
            <a:ext cx="9369662" cy="365125"/>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20" name="Footer Placeholder 4"/>
          <p:cNvSpPr>
            <a:spLocks noGrp="1"/>
          </p:cNvSpPr>
          <p:nvPr>
            <p:ph type="ftr" sz="quarter" idx="3"/>
          </p:nvPr>
        </p:nvSpPr>
        <p:spPr bwMode="auto">
          <a:xfrm>
            <a:off x="245256" y="6373663"/>
            <a:ext cx="5850744" cy="230832"/>
          </a:xfrm>
          <a:prstGeom prst="rect">
            <a:avLst/>
          </a:prstGeom>
          <a:noFill/>
        </p:spPr>
        <p:txBody>
          <a:bodyPr wrap="square" anchor="b">
            <a:spAutoFit/>
          </a:bodyPr>
          <a:lstStyle>
            <a:lvl1pPr>
              <a:defRPr lang="ru-RU" sz="900" b="0" i="0" u="none" strike="noStrike" cap="none" spc="0">
                <a:ln>
                  <a:noFill/>
                </a:ln>
                <a:solidFill>
                  <a:schemeClr val="bg1">
                    <a:lumMod val="50000"/>
                  </a:schemeClr>
                </a:solidFill>
                <a:latin typeface="GPN_DIN Condensed Regular"/>
                <a:ea typeface="GPN_DIN Condensed Regular"/>
              </a:defRPr>
            </a:lvl1pPr>
          </a:lstStyle>
          <a:p>
            <a:pPr>
              <a:defRPr/>
            </a:pPr>
            <a:endParaRPr lang="ru-RU"/>
          </a:p>
        </p:txBody>
      </p:sp>
      <p:sp>
        <p:nvSpPr>
          <p:cNvPr id="8" name="Text Placeholder 7"/>
          <p:cNvSpPr>
            <a:spLocks noGrp="1"/>
          </p:cNvSpPr>
          <p:nvPr>
            <p:ph type="body" sz="quarter" idx="22" hasCustomPrompt="1"/>
          </p:nvPr>
        </p:nvSpPr>
        <p:spPr bwMode="auto">
          <a:xfrm>
            <a:off x="10195560" y="312000"/>
            <a:ext cx="1661478" cy="184666"/>
          </a:xfrm>
          <a:prstGeom prst="rect">
            <a:avLst/>
          </a:prstGeom>
          <a:noFill/>
        </p:spPr>
        <p:txBody>
          <a:bodyPr wrap="square" lIns="36000" tIns="36000" rIns="36000" bIns="36000" rtlCol="0">
            <a:spAutoFit/>
          </a:bodyPr>
          <a:lstStyle>
            <a:lvl1pPr algn="r">
              <a:defRPr lang="en-US" sz="1200" b="0">
                <a:solidFill>
                  <a:schemeClr val="bg1">
                    <a:lumMod val="50000"/>
                  </a:schemeClr>
                </a:solidFill>
                <a:latin typeface="GPN_DIN Condensed Regular"/>
                <a:ea typeface="GPN_DIN Condensed Regular"/>
                <a:cs typeface="Arial"/>
              </a:defRPr>
            </a:lvl1pPr>
          </a:lstStyle>
          <a:p>
            <a:pPr marL="0" marR="0" lvl="0" indent="0" algn="r" defTabSz="914400">
              <a:lnSpc>
                <a:spcPct val="100000"/>
              </a:lnSpc>
              <a:spcBef>
                <a:spcPts val="0"/>
              </a:spcBef>
              <a:spcAft>
                <a:spcPts val="0"/>
              </a:spcAft>
              <a:buClrTx/>
              <a:buSzTx/>
              <a:buFont typeface="Wingdings"/>
              <a:buNone/>
              <a:defRPr/>
            </a:pPr>
            <a:r>
              <a:rPr lang="ru-RU"/>
              <a:t>НАВИГАЦИЯ СЛАЙДА</a:t>
            </a:r>
            <a:endParaRPr lang="en-US"/>
          </a:p>
        </p:txBody>
      </p:sp>
      <p:sp>
        <p:nvSpPr>
          <p:cNvPr id="19" name="Рисунок 11"/>
          <p:cNvSpPr>
            <a:spLocks noGrp="1"/>
          </p:cNvSpPr>
          <p:nvPr>
            <p:ph type="pic" sz="quarter" idx="10"/>
          </p:nvPr>
        </p:nvSpPr>
        <p:spPr bwMode="auto">
          <a:xfrm>
            <a:off x="8422577" y="1572322"/>
            <a:ext cx="3155796" cy="4188056"/>
          </a:xfrm>
          <a:prstGeom prst="rect">
            <a:avLst/>
          </a:prstGeom>
        </p:spPr>
        <p:txBody>
          <a:bodyPr/>
          <a:lstStyle/>
          <a:p>
            <a:pPr>
              <a:defRPr/>
            </a:pPr>
            <a:endParaRPr lang="ru-RU"/>
          </a:p>
        </p:txBody>
      </p:sp>
      <p:pic>
        <p:nvPicPr>
          <p:cNvPr id="4" name="Рисунок 3"/>
          <p:cNvPicPr>
            <a:picLocks noChangeAspect="1"/>
          </p:cNvPicPr>
          <p:nvPr userDrawn="1"/>
        </p:nvPicPr>
        <p:blipFill>
          <a:blip r:embed="rId2"/>
          <a:stretch/>
        </p:blipFill>
        <p:spPr bwMode="auto">
          <a:xfrm>
            <a:off x="7530479" y="699828"/>
            <a:ext cx="5092965" cy="6321743"/>
          </a:xfrm>
          <a:prstGeom prst="rect">
            <a:avLst/>
          </a:prstGeom>
        </p:spPr>
      </p:pic>
      <p:sp>
        <p:nvSpPr>
          <p:cNvPr id="15" name="Freeform: Shape 28"/>
          <p:cNvSpPr/>
          <p:nvPr userDrawn="1"/>
        </p:nvSpPr>
        <p:spPr bwMode="auto">
          <a:xfrm>
            <a:off x="338374" y="1776391"/>
            <a:ext cx="374150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1" name="Freeform: Shape 96"/>
          <p:cNvSpPr/>
          <p:nvPr userDrawn="1"/>
        </p:nvSpPr>
        <p:spPr bwMode="auto">
          <a:xfrm>
            <a:off x="338374" y="1128391"/>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2" name="Text Placeholder 58"/>
          <p:cNvSpPr>
            <a:spLocks noGrp="1"/>
          </p:cNvSpPr>
          <p:nvPr>
            <p:ph type="body" sz="quarter" idx="15" hasCustomPrompt="1"/>
          </p:nvPr>
        </p:nvSpPr>
        <p:spPr bwMode="auto">
          <a:xfrm>
            <a:off x="394923" y="1845669"/>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3" name="Text Placeholder 78"/>
          <p:cNvSpPr>
            <a:spLocks noGrp="1"/>
          </p:cNvSpPr>
          <p:nvPr>
            <p:ph type="body" sz="quarter" idx="17" hasCustomPrompt="1"/>
          </p:nvPr>
        </p:nvSpPr>
        <p:spPr bwMode="auto">
          <a:xfrm>
            <a:off x="394923" y="2137227"/>
            <a:ext cx="3576606"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24" name="Текст 4"/>
          <p:cNvSpPr>
            <a:spLocks noGrp="1"/>
          </p:cNvSpPr>
          <p:nvPr>
            <p:ph type="body" sz="quarter" idx="25" hasCustomPrompt="1"/>
          </p:nvPr>
        </p:nvSpPr>
        <p:spPr bwMode="auto">
          <a:xfrm>
            <a:off x="338138" y="1128713"/>
            <a:ext cx="374155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25" name="Freeform: Shape 28"/>
          <p:cNvSpPr/>
          <p:nvPr userDrawn="1"/>
        </p:nvSpPr>
        <p:spPr bwMode="auto">
          <a:xfrm>
            <a:off x="4222687" y="1776391"/>
            <a:ext cx="3741501" cy="441986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6" name="Freeform: Shape 96"/>
          <p:cNvSpPr/>
          <p:nvPr userDrawn="1"/>
        </p:nvSpPr>
        <p:spPr bwMode="auto">
          <a:xfrm>
            <a:off x="4222687" y="1128391"/>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7" name="Text Placeholder 58"/>
          <p:cNvSpPr>
            <a:spLocks noGrp="1"/>
          </p:cNvSpPr>
          <p:nvPr>
            <p:ph type="body" sz="quarter" idx="26" hasCustomPrompt="1"/>
          </p:nvPr>
        </p:nvSpPr>
        <p:spPr bwMode="auto">
          <a:xfrm>
            <a:off x="4279236" y="1845669"/>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9" name="Text Placeholder 78"/>
          <p:cNvSpPr>
            <a:spLocks noGrp="1"/>
          </p:cNvSpPr>
          <p:nvPr>
            <p:ph type="body" sz="quarter" idx="27" hasCustomPrompt="1"/>
          </p:nvPr>
        </p:nvSpPr>
        <p:spPr bwMode="auto">
          <a:xfrm>
            <a:off x="4279236" y="2137227"/>
            <a:ext cx="3576606" cy="4059024"/>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0" name="Текст 4"/>
          <p:cNvSpPr>
            <a:spLocks noGrp="1"/>
          </p:cNvSpPr>
          <p:nvPr>
            <p:ph type="body" sz="quarter" idx="28" hasCustomPrompt="1"/>
          </p:nvPr>
        </p:nvSpPr>
        <p:spPr bwMode="auto">
          <a:xfrm>
            <a:off x="4222451" y="1128713"/>
            <a:ext cx="374155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8"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preserve="1" userDrawn="1">
  <p:cSld name="Мокап Телефон">
    <p:spTree>
      <p:nvGrpSpPr>
        <p:cNvPr id="1" name=""/>
        <p:cNvGrpSpPr/>
        <p:nvPr/>
      </p:nvGrpSpPr>
      <p:grpSpPr bwMode="auto">
        <a:xfrm>
          <a:off x="0" y="0"/>
          <a:ext cx="0" cy="0"/>
          <a:chOff x="0" y="0"/>
          <a:chExt cx="0" cy="0"/>
        </a:xfrm>
      </p:grpSpPr>
      <p:pic>
        <p:nvPicPr>
          <p:cNvPr id="7" name="Рисунок 6"/>
          <p:cNvPicPr>
            <a:picLocks noChangeAspect="1"/>
          </p:cNvPicPr>
          <p:nvPr userDrawn="1"/>
        </p:nvPicPr>
        <p:blipFill>
          <a:blip r:embed="rId2"/>
          <a:stretch/>
        </p:blipFill>
        <p:spPr bwMode="auto">
          <a:xfrm>
            <a:off x="8940800" y="852616"/>
            <a:ext cx="3161652" cy="5289189"/>
          </a:xfrm>
          <a:prstGeom prst="rect">
            <a:avLst/>
          </a:prstGeom>
        </p:spPr>
      </p:pic>
      <p:sp>
        <p:nvSpPr>
          <p:cNvPr id="2" name="Title 1"/>
          <p:cNvSpPr>
            <a:spLocks noGrp="1"/>
          </p:cNvSpPr>
          <p:nvPr>
            <p:ph type="title" hasCustomPrompt="1"/>
          </p:nvPr>
        </p:nvSpPr>
        <p:spPr bwMode="auto">
          <a:xfrm>
            <a:off x="241420" y="286257"/>
            <a:ext cx="9369662" cy="365125"/>
          </a:xfrm>
        </p:spPr>
        <p:txBody>
          <a:bodyPr wrap="square"/>
          <a:lstStyle>
            <a:lvl1pPr>
              <a:defRPr sz="2400" b="0" i="0">
                <a:solidFill>
                  <a:srgbClr val="7E7E7E"/>
                </a:solidFill>
                <a:latin typeface="GPN_DIN Condensed Bold"/>
                <a:ea typeface="GPN_DIN Condensed Bold"/>
              </a:defRPr>
            </a:lvl1pPr>
          </a:lstStyle>
          <a:p>
            <a:pPr>
              <a:defRPr/>
            </a:pPr>
            <a:r>
              <a:rPr lang="ru-RU"/>
              <a:t>Заголовок СЛАЙДА</a:t>
            </a:r>
            <a:endParaRPr/>
          </a:p>
        </p:txBody>
      </p:sp>
      <p:sp>
        <p:nvSpPr>
          <p:cNvPr id="20" name="Footer Placeholder 4"/>
          <p:cNvSpPr>
            <a:spLocks noGrp="1"/>
          </p:cNvSpPr>
          <p:nvPr>
            <p:ph type="ftr" sz="quarter" idx="3"/>
          </p:nvPr>
        </p:nvSpPr>
        <p:spPr bwMode="auto">
          <a:xfrm>
            <a:off x="245256" y="6373663"/>
            <a:ext cx="5850744" cy="230832"/>
          </a:xfrm>
          <a:prstGeom prst="rect">
            <a:avLst/>
          </a:prstGeom>
          <a:noFill/>
        </p:spPr>
        <p:txBody>
          <a:bodyPr wrap="square" anchor="b">
            <a:spAutoFit/>
          </a:bodyPr>
          <a:lstStyle>
            <a:lvl1pPr>
              <a:defRPr lang="ru-RU" sz="900" b="0" i="0" u="none" strike="noStrike" cap="none" spc="0">
                <a:ln>
                  <a:noFill/>
                </a:ln>
                <a:solidFill>
                  <a:schemeClr val="bg1">
                    <a:lumMod val="50000"/>
                  </a:schemeClr>
                </a:solidFill>
                <a:latin typeface="GPN_DIN Condensed Regular"/>
                <a:ea typeface="GPN_DIN Condensed Regular"/>
              </a:defRPr>
            </a:lvl1pPr>
          </a:lstStyle>
          <a:p>
            <a:pPr>
              <a:defRPr/>
            </a:pPr>
            <a:endParaRPr lang="ru-RU"/>
          </a:p>
        </p:txBody>
      </p:sp>
      <p:sp>
        <p:nvSpPr>
          <p:cNvPr id="8" name="Text Placeholder 7"/>
          <p:cNvSpPr>
            <a:spLocks noGrp="1"/>
          </p:cNvSpPr>
          <p:nvPr>
            <p:ph type="body" sz="quarter" idx="22" hasCustomPrompt="1"/>
          </p:nvPr>
        </p:nvSpPr>
        <p:spPr bwMode="auto">
          <a:xfrm>
            <a:off x="10195560" y="312000"/>
            <a:ext cx="1661478" cy="184666"/>
          </a:xfrm>
          <a:prstGeom prst="rect">
            <a:avLst/>
          </a:prstGeom>
          <a:noFill/>
        </p:spPr>
        <p:txBody>
          <a:bodyPr wrap="square" lIns="36000" tIns="36000" rIns="36000" bIns="36000" rtlCol="0">
            <a:spAutoFit/>
          </a:bodyPr>
          <a:lstStyle>
            <a:lvl1pPr algn="r">
              <a:defRPr lang="en-US" sz="1200" b="0">
                <a:solidFill>
                  <a:schemeClr val="bg1">
                    <a:lumMod val="50000"/>
                  </a:schemeClr>
                </a:solidFill>
                <a:latin typeface="GPN_DIN Condensed Regular"/>
                <a:ea typeface="GPN_DIN Condensed Regular"/>
                <a:cs typeface="Arial"/>
              </a:defRPr>
            </a:lvl1pPr>
          </a:lstStyle>
          <a:p>
            <a:pPr marL="0" marR="0" lvl="0" indent="0" algn="r" defTabSz="914400">
              <a:lnSpc>
                <a:spcPct val="100000"/>
              </a:lnSpc>
              <a:spcBef>
                <a:spcPts val="0"/>
              </a:spcBef>
              <a:spcAft>
                <a:spcPts val="0"/>
              </a:spcAft>
              <a:buClrTx/>
              <a:buSzTx/>
              <a:buFont typeface="Wingdings"/>
              <a:buNone/>
              <a:defRPr/>
            </a:pPr>
            <a:r>
              <a:rPr lang="ru-RU"/>
              <a:t>НАВИГАЦИЯ СЛАЙДА</a:t>
            </a:r>
            <a:endParaRPr lang="en-US"/>
          </a:p>
        </p:txBody>
      </p:sp>
      <p:sp>
        <p:nvSpPr>
          <p:cNvPr id="19" name="Рисунок 11"/>
          <p:cNvSpPr>
            <a:spLocks noGrp="1"/>
          </p:cNvSpPr>
          <p:nvPr>
            <p:ph type="pic" sz="quarter" idx="10"/>
          </p:nvPr>
        </p:nvSpPr>
        <p:spPr bwMode="auto">
          <a:xfrm>
            <a:off x="9511784" y="1700582"/>
            <a:ext cx="1977263" cy="3495639"/>
          </a:xfrm>
          <a:prstGeom prst="rect">
            <a:avLst/>
          </a:prstGeom>
        </p:spPr>
        <p:txBody>
          <a:bodyPr/>
          <a:lstStyle/>
          <a:p>
            <a:pPr>
              <a:defRPr/>
            </a:pPr>
            <a:endParaRPr lang="ru-RU"/>
          </a:p>
        </p:txBody>
      </p:sp>
      <p:sp>
        <p:nvSpPr>
          <p:cNvPr id="25" name="Freeform: Shape 28"/>
          <p:cNvSpPr/>
          <p:nvPr userDrawn="1"/>
        </p:nvSpPr>
        <p:spPr bwMode="auto">
          <a:xfrm>
            <a:off x="5199298" y="1776391"/>
            <a:ext cx="3741501" cy="3957659"/>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26" name="Freeform: Shape 96"/>
          <p:cNvSpPr/>
          <p:nvPr userDrawn="1"/>
        </p:nvSpPr>
        <p:spPr bwMode="auto">
          <a:xfrm>
            <a:off x="5199298" y="1128391"/>
            <a:ext cx="374150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27" name="Text Placeholder 58"/>
          <p:cNvSpPr>
            <a:spLocks noGrp="1"/>
          </p:cNvSpPr>
          <p:nvPr>
            <p:ph type="body" sz="quarter" idx="26" hasCustomPrompt="1"/>
          </p:nvPr>
        </p:nvSpPr>
        <p:spPr bwMode="auto">
          <a:xfrm>
            <a:off x="5255848" y="1845669"/>
            <a:ext cx="3576606"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29" name="Text Placeholder 78"/>
          <p:cNvSpPr>
            <a:spLocks noGrp="1"/>
          </p:cNvSpPr>
          <p:nvPr>
            <p:ph type="body" sz="quarter" idx="27" hasCustomPrompt="1"/>
          </p:nvPr>
        </p:nvSpPr>
        <p:spPr bwMode="auto">
          <a:xfrm>
            <a:off x="5255848" y="2137227"/>
            <a:ext cx="3576606" cy="349259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0" name="Текст 4"/>
          <p:cNvSpPr>
            <a:spLocks noGrp="1"/>
          </p:cNvSpPr>
          <p:nvPr>
            <p:ph type="body" sz="quarter" idx="28" hasCustomPrompt="1"/>
          </p:nvPr>
        </p:nvSpPr>
        <p:spPr bwMode="auto">
          <a:xfrm>
            <a:off x="5199063" y="1128713"/>
            <a:ext cx="3741557"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18" name="Freeform: Shape 28"/>
          <p:cNvSpPr/>
          <p:nvPr userDrawn="1"/>
        </p:nvSpPr>
        <p:spPr bwMode="auto">
          <a:xfrm>
            <a:off x="338374" y="1776391"/>
            <a:ext cx="47130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31" name="Freeform: Shape 96"/>
          <p:cNvSpPr/>
          <p:nvPr userDrawn="1"/>
        </p:nvSpPr>
        <p:spPr bwMode="auto">
          <a:xfrm>
            <a:off x="338374" y="1128391"/>
            <a:ext cx="47130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32" name="Text Placeholder 58"/>
          <p:cNvSpPr>
            <a:spLocks noGrp="1"/>
          </p:cNvSpPr>
          <p:nvPr>
            <p:ph type="body" sz="quarter" idx="15" hasCustomPrompt="1"/>
          </p:nvPr>
        </p:nvSpPr>
        <p:spPr bwMode="auto">
          <a:xfrm>
            <a:off x="394923" y="1845669"/>
            <a:ext cx="4505338"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33" name="Text Placeholder 78"/>
          <p:cNvSpPr>
            <a:spLocks noGrp="1"/>
          </p:cNvSpPr>
          <p:nvPr>
            <p:ph type="body" sz="quarter" idx="17" hasCustomPrompt="1"/>
          </p:nvPr>
        </p:nvSpPr>
        <p:spPr bwMode="auto">
          <a:xfrm>
            <a:off x="394923" y="2137228"/>
            <a:ext cx="4505338"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4" name="Текст 4"/>
          <p:cNvSpPr>
            <a:spLocks noGrp="1"/>
          </p:cNvSpPr>
          <p:nvPr>
            <p:ph type="body" sz="quarter" idx="25" hasCustomPrompt="1"/>
          </p:nvPr>
        </p:nvSpPr>
        <p:spPr bwMode="auto">
          <a:xfrm>
            <a:off x="338138" y="1128713"/>
            <a:ext cx="4713121"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35" name="Freeform: Shape 28"/>
          <p:cNvSpPr/>
          <p:nvPr userDrawn="1"/>
        </p:nvSpPr>
        <p:spPr bwMode="auto">
          <a:xfrm>
            <a:off x="334963" y="4155010"/>
            <a:ext cx="4713051" cy="1577502"/>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a:spcBef>
                <a:spcPts val="600"/>
              </a:spcBef>
              <a:spcAft>
                <a:spcPts val="0"/>
              </a:spcAft>
              <a:buClrTx/>
              <a:buSzTx/>
              <a:buFontTx/>
              <a:buNone/>
              <a:defRPr/>
            </a:pPr>
            <a:endParaRPr lang="ru-RU" sz="1200" b="0" i="0" u="none" strike="noStrike" cap="none" spc="0">
              <a:ln>
                <a:noFill/>
              </a:ln>
              <a:solidFill>
                <a:srgbClr val="565655"/>
              </a:solidFill>
              <a:latin typeface="Calibri"/>
              <a:ea typeface="+mn-ea"/>
              <a:cs typeface="+mn-cs"/>
            </a:endParaRPr>
          </a:p>
        </p:txBody>
      </p:sp>
      <p:sp>
        <p:nvSpPr>
          <p:cNvPr id="36" name="Freeform: Shape 96"/>
          <p:cNvSpPr/>
          <p:nvPr userDrawn="1"/>
        </p:nvSpPr>
        <p:spPr bwMode="auto">
          <a:xfrm>
            <a:off x="334963" y="3507010"/>
            <a:ext cx="4713051" cy="648000"/>
          </a:xfrm>
          <a:custGeom>
            <a:avLst/>
            <a:gdLst>
              <a:gd name="connsiteX0" fmla="*/ 0 w 824589"/>
              <a:gd name="connsiteY0" fmla="*/ 0 h 643327"/>
              <a:gd name="connsiteX1" fmla="*/ 824589 w 824589"/>
              <a:gd name="connsiteY1" fmla="*/ 0 h 643327"/>
              <a:gd name="connsiteX2" fmla="*/ 824589 w 824589"/>
              <a:gd name="connsiteY2" fmla="*/ 643327 h 643327"/>
              <a:gd name="connsiteX3" fmla="*/ 0 w 824589"/>
              <a:gd name="connsiteY3" fmla="*/ 643327 h 643327"/>
            </a:gdLst>
            <a:ahLst/>
            <a:cxnLst>
              <a:cxn ang="0">
                <a:pos x="connsiteX0" y="connsiteY0"/>
              </a:cxn>
              <a:cxn ang="0">
                <a:pos x="connsiteX1" y="connsiteY1"/>
              </a:cxn>
              <a:cxn ang="0">
                <a:pos x="connsiteX2" y="connsiteY2"/>
              </a:cxn>
              <a:cxn ang="0">
                <a:pos x="connsiteX3" y="connsiteY3"/>
              </a:cxn>
            </a:cxnLst>
            <a:rect l="l" t="t" r="r" b="b"/>
            <a:pathLst>
              <a:path w="824589" h="643327" extrusionOk="0">
                <a:moveTo>
                  <a:pt x="0" y="0"/>
                </a:moveTo>
                <a:lnTo>
                  <a:pt x="824589" y="0"/>
                </a:lnTo>
                <a:lnTo>
                  <a:pt x="824589" y="643327"/>
                </a:lnTo>
                <a:lnTo>
                  <a:pt x="0" y="643327"/>
                </a:lnTo>
                <a:close/>
              </a:path>
            </a:pathLst>
          </a:cu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R="0" lvl="0" indent="0">
              <a:spcBef>
                <a:spcPts val="0"/>
              </a:spcBef>
              <a:spcAft>
                <a:spcPts val="0"/>
              </a:spcAft>
              <a:buClrTx/>
              <a:buSzTx/>
              <a:buFontTx/>
              <a:buNone/>
              <a:defRPr/>
            </a:pPr>
            <a:endParaRPr lang="ru-RU" sz="1400">
              <a:solidFill>
                <a:schemeClr val="bg1"/>
              </a:solidFill>
              <a:latin typeface="GPN_DIN Condensed Bold"/>
              <a:ea typeface="GPN_DIN Condensed Bold"/>
            </a:endParaRPr>
          </a:p>
        </p:txBody>
      </p:sp>
      <p:sp>
        <p:nvSpPr>
          <p:cNvPr id="37" name="Text Placeholder 58"/>
          <p:cNvSpPr>
            <a:spLocks noGrp="1"/>
          </p:cNvSpPr>
          <p:nvPr>
            <p:ph type="body" sz="quarter" idx="29" hasCustomPrompt="1"/>
          </p:nvPr>
        </p:nvSpPr>
        <p:spPr bwMode="auto">
          <a:xfrm>
            <a:off x="391512" y="4224288"/>
            <a:ext cx="4505338" cy="277200"/>
          </a:xfrm>
        </p:spPr>
        <p:txBody>
          <a:bodyPr/>
          <a:lstStyle>
            <a:lvl1pPr>
              <a:defRPr lang="en-US" sz="1200" b="0" i="0" u="none" strike="noStrike" cap="none" spc="0">
                <a:ln>
                  <a:noFill/>
                </a:ln>
                <a:solidFill>
                  <a:srgbClr val="004596"/>
                </a:solidFill>
                <a:latin typeface="GPN_DIN Condensed Bold"/>
                <a:ea typeface="GPN_DIN Condensed Bold"/>
                <a:cs typeface="+mn-cs"/>
              </a:defRPr>
            </a:lvl1pPr>
            <a:lvl2pPr>
              <a:defRPr lang="en-US" sz="1200" b="1" i="0" u="none" strike="noStrike" cap="none" spc="0">
                <a:ln>
                  <a:noFill/>
                </a:ln>
                <a:solidFill>
                  <a:srgbClr val="004596"/>
                </a:solidFill>
                <a:latin typeface="GPN_DIN Condensed Bold"/>
                <a:ea typeface="GPN_DIN Condensed Bold"/>
                <a:cs typeface="+mn-cs"/>
              </a:defRPr>
            </a:lvl2pPr>
          </a:lstStyle>
          <a:p>
            <a:pPr lvl="0">
              <a:defRPr/>
            </a:pPr>
            <a:r>
              <a:rPr lang="ru-RU"/>
              <a:t>НАЖМИТЕ ДЛЯ ВСТАВКИ ТЕКСТА</a:t>
            </a:r>
            <a:endParaRPr lang="en-US"/>
          </a:p>
        </p:txBody>
      </p:sp>
      <p:sp>
        <p:nvSpPr>
          <p:cNvPr id="38" name="Text Placeholder 78"/>
          <p:cNvSpPr>
            <a:spLocks noGrp="1"/>
          </p:cNvSpPr>
          <p:nvPr>
            <p:ph type="body" sz="quarter" idx="30" hasCustomPrompt="1"/>
          </p:nvPr>
        </p:nvSpPr>
        <p:spPr bwMode="auto">
          <a:xfrm>
            <a:off x="391512" y="4515847"/>
            <a:ext cx="4505338" cy="1113972"/>
          </a:xfrm>
        </p:spPr>
        <p:txBody>
          <a:bodyPr>
            <a:noAutofit/>
          </a:bodyPr>
          <a:lstStyle>
            <a:lvl1pPr>
              <a:defRPr lang="en-US" sz="1200" b="0" i="0" u="none" strike="noStrike" cap="none" spc="0">
                <a:ln>
                  <a:noFill/>
                </a:ln>
                <a:solidFill>
                  <a:srgbClr val="000000"/>
                </a:solidFill>
                <a:latin typeface="GPN_DIN Regular"/>
                <a:ea typeface="GPN_DIN Regular"/>
                <a:cs typeface="Arial"/>
              </a:defRPr>
            </a:lvl1pPr>
            <a:lvl2pPr>
              <a:defRPr lang="en-US" sz="1050" b="0" i="0" u="none" strike="noStrike" cap="none" spc="0">
                <a:ln>
                  <a:noFill/>
                </a:ln>
                <a:solidFill>
                  <a:srgbClr val="000000"/>
                </a:solidFill>
                <a:latin typeface="GPN_DIN Regular"/>
                <a:ea typeface="GPN_DIN Regular"/>
                <a:cs typeface="Arial"/>
              </a:defRPr>
            </a:lvl2pPr>
            <a:lvl3pPr>
              <a:defRPr lang="en-US" sz="1050" b="0" i="0" u="none" strike="noStrike" cap="none" spc="0">
                <a:ln>
                  <a:noFill/>
                </a:ln>
                <a:solidFill>
                  <a:srgbClr val="000000"/>
                </a:solidFill>
                <a:latin typeface="GPN_DIN Regular"/>
                <a:ea typeface="GPN_DIN Regular"/>
                <a:cs typeface="Arial"/>
              </a:defRPr>
            </a:lvl3pPr>
            <a:lvl4pPr>
              <a:defRPr lang="en-US" sz="1050" b="0" i="0" u="none" strike="noStrike" cap="none" spc="0">
                <a:ln>
                  <a:noFill/>
                </a:ln>
                <a:solidFill>
                  <a:srgbClr val="000000"/>
                </a:solidFill>
                <a:latin typeface="GPN_DIN Regular"/>
                <a:ea typeface="GPN_DIN Regular"/>
                <a:cs typeface="Arial"/>
              </a:defRPr>
            </a:lvl4pPr>
            <a:lvl5pPr>
              <a:defRPr lang="ru-RU" sz="1050" b="0" i="0" u="none" strike="noStrike" cap="none" spc="0">
                <a:ln>
                  <a:noFill/>
                </a:ln>
                <a:solidFill>
                  <a:srgbClr val="000000"/>
                </a:solidFill>
                <a:latin typeface="GPN_DIN Regular"/>
                <a:ea typeface="GPN_DIN Regular"/>
                <a:cs typeface="Arial"/>
              </a:defRPr>
            </a:lvl5pPr>
          </a:lstStyle>
          <a:p>
            <a:pPr lvl="0">
              <a:defRPr/>
            </a:pPr>
            <a:r>
              <a:rPr lang="ru-RU"/>
              <a:t>Нажмите для вставки текста</a:t>
            </a:r>
            <a:endParaRPr lang="en-US"/>
          </a:p>
        </p:txBody>
      </p:sp>
      <p:sp>
        <p:nvSpPr>
          <p:cNvPr id="39" name="Текст 4"/>
          <p:cNvSpPr>
            <a:spLocks noGrp="1"/>
          </p:cNvSpPr>
          <p:nvPr>
            <p:ph type="body" sz="quarter" idx="31" hasCustomPrompt="1"/>
          </p:nvPr>
        </p:nvSpPr>
        <p:spPr bwMode="auto">
          <a:xfrm>
            <a:off x="334727" y="3507332"/>
            <a:ext cx="4713121" cy="647700"/>
          </a:xfrm>
          <a:prstGeom prst="rect">
            <a:avLst/>
          </a:prstGeom>
        </p:spPr>
        <p:txBody>
          <a:bodyPr lIns="144000" tIns="144000" rIns="144000" bIns="144000" anchor="ctr"/>
          <a:lstStyle>
            <a:lvl1pPr marR="0" indent="0">
              <a:lnSpc>
                <a:spcPct val="100000"/>
              </a:lnSpc>
              <a:spcBef>
                <a:spcPts val="0"/>
              </a:spcBef>
              <a:spcAft>
                <a:spcPts val="0"/>
              </a:spcAft>
              <a:buClrTx/>
              <a:buSzTx/>
              <a:buFontTx/>
              <a:buNone/>
              <a:defRPr sz="1400" b="0" i="0">
                <a:solidFill>
                  <a:schemeClr val="bg1"/>
                </a:solidFill>
                <a:latin typeface="GPN_DIN Condensed Bold"/>
                <a:ea typeface="GPN_DIN Condensed Bold"/>
              </a:defRPr>
            </a:lvl1pPr>
          </a:lstStyle>
          <a:p>
            <a:pPr marR="0" lvl="0" indent="0">
              <a:lnSpc>
                <a:spcPct val="100000"/>
              </a:lnSpc>
              <a:spcBef>
                <a:spcPts val="0"/>
              </a:spcBef>
              <a:spcAft>
                <a:spcPts val="0"/>
              </a:spcAft>
              <a:buClrTx/>
              <a:buSzTx/>
              <a:buFontTx/>
              <a:buNone/>
              <a:defRPr/>
            </a:pPr>
            <a:r>
              <a:rPr lang="ru-RU" sz="1400">
                <a:solidFill>
                  <a:schemeClr val="bg1"/>
                </a:solidFill>
                <a:latin typeface="GPN_DIN Condensed Bold"/>
                <a:ea typeface="GPN_DIN Condensed Bold"/>
              </a:rPr>
              <a:t>Заголовок модуля</a:t>
            </a:r>
            <a:endParaRPr/>
          </a:p>
        </p:txBody>
      </p:sp>
      <p:sp>
        <p:nvSpPr>
          <p:cNvPr id="23" name="Номер слайда 1"/>
          <p:cNvSpPr>
            <a:spLocks noGrp="1"/>
          </p:cNvSpPr>
          <p:nvPr>
            <p:ph type="sldNum" sz="quarter" idx="4"/>
          </p:nvPr>
        </p:nvSpPr>
        <p:spPr bwMode="auto">
          <a:xfrm>
            <a:off x="8724421" y="6307809"/>
            <a:ext cx="3222009" cy="365125"/>
          </a:xfrm>
          <a:prstGeom prst="rect">
            <a:avLst/>
          </a:prstGeom>
        </p:spPr>
        <p:txBody>
          <a:bodyPr vert="horz" lIns="91440" tIns="45720" rIns="91440" bIns="45720" rtlCol="0" anchor="ctr"/>
          <a:lstStyle>
            <a:lvl1pPr algn="r">
              <a:defRPr sz="900" b="0" i="0">
                <a:solidFill>
                  <a:schemeClr val="tx1">
                    <a:tint val="75000"/>
                  </a:schemeClr>
                </a:solidFill>
                <a:latin typeface="GPN_DIN Condensed Regular"/>
                <a:ea typeface="GPN_DIN Condensed Regular"/>
              </a:defRPr>
            </a:lvl1pPr>
          </a:lstStyle>
          <a:p>
            <a:pPr>
              <a:defRPr/>
            </a:pPr>
            <a:r>
              <a:rPr lang="ru-RU">
                <a:solidFill>
                  <a:schemeClr val="bg1">
                    <a:lumMod val="50000"/>
                  </a:schemeClr>
                </a:solidFill>
              </a:rPr>
              <a:t>ГАЗПРОМ НЕФТЬ   </a:t>
            </a:r>
            <a:fld id="{D58DDE06-DF15-0A4F-A85A-4EB38848D8EB}" type="slidenum">
              <a:rPr lang="ru-RU"/>
              <a:t>‹#›</a:t>
            </a:fld>
            <a:endParaRPr lang="ru-RU"/>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showMasterPhAnim="0" userDrawn="1">
  <p:cSld name="жирный заголовок эталон">
    <p:spTree>
      <p:nvGrpSpPr>
        <p:cNvPr id="1" name=""/>
        <p:cNvGrpSpPr/>
        <p:nvPr/>
      </p:nvGrpSpPr>
      <p:grpSpPr bwMode="auto">
        <a:xfrm>
          <a:off x="0" y="0"/>
          <a:ext cx="0" cy="0"/>
          <a:chOff x="0" y="0"/>
          <a:chExt cx="0" cy="0"/>
        </a:xfrm>
      </p:grpSpPr>
      <p:graphicFrame>
        <p:nvGraphicFramePr>
          <p:cNvPr id="5" name="Объект 4"/>
          <p:cNvGraphicFramePr>
            <a:graphicFrameLocks noChangeAspect="1"/>
          </p:cNvGraphicFramePr>
          <p:nvPr>
            <p:extLst>
              <p:ext uri="{D42A27DB-BD31-4B8C-83A1-F6EECF244321}">
                <p14:modId xmlns:p14="http://schemas.microsoft.com/office/powerpoint/2010/main" val="2157879785"/>
              </p:ext>
            </p:ext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spid="_x0000_s1207" name="oleObj" r:id="rId3" imgW="0" imgH="0" progId="TCLayout.ActiveDocument.1">
                  <p:embed/>
                </p:oleObj>
              </mc:Choice>
              <mc:Fallback>
                <p:oleObj name="oleObj" r:id="rId3" imgW="0" imgH="0" progId="TCLayout.ActiveDocument.1">
                  <p:embed/>
                  <p:pic>
                    <p:nvPicPr>
                      <p:cNvPr id="80" name=""/>
                      <p:cNvPicPr/>
                      <p:nvPr/>
                    </p:nvPicPr>
                    <p:blipFill>
                      <a:blip/>
                      <a:stretch/>
                    </p:blipFill>
                    <p:spPr bwMode="auto">
                      <a:xfrm>
                        <a:off x="2119" y="1590"/>
                        <a:ext cx="2116" cy="1587"/>
                      </a:xfrm>
                      <a:prstGeom prst="rect">
                        <a:avLst/>
                      </a:prstGeom>
                    </p:spPr>
                  </p:pic>
                </p:oleObj>
              </mc:Fallback>
            </mc:AlternateContent>
          </a:graphicData>
        </a:graphic>
      </p:graphicFrame>
      <p:sp>
        <p:nvSpPr>
          <p:cNvPr id="2" name="Заголовок 1"/>
          <p:cNvSpPr>
            <a:spLocks noGrp="1"/>
          </p:cNvSpPr>
          <p:nvPr>
            <p:ph type="title" hasCustomPrompt="1"/>
          </p:nvPr>
        </p:nvSpPr>
        <p:spPr bwMode="auto">
          <a:xfrm>
            <a:off x="383118" y="188642"/>
            <a:ext cx="11413757" cy="610499"/>
          </a:xfrm>
        </p:spPr>
        <p:txBody>
          <a:bodyPr/>
          <a:lstStyle>
            <a:lvl1pPr>
              <a:defRPr sz="2000">
                <a:solidFill>
                  <a:schemeClr val="accent3"/>
                </a:solidFill>
                <a:latin typeface="DINPro-Bold"/>
              </a:defRPr>
            </a:lvl1pPr>
          </a:lstStyle>
          <a:p>
            <a:pPr>
              <a:defRPr/>
            </a:pPr>
            <a:r>
              <a:rPr lang="ru-RU"/>
              <a:t>Введите заголовок</a:t>
            </a:r>
            <a:endParaRPr lang="en-US"/>
          </a:p>
        </p:txBody>
      </p:sp>
      <p:sp>
        <p:nvSpPr>
          <p:cNvPr id="3" name="Rectangle 6"/>
          <p:cNvSpPr/>
          <p:nvPr/>
        </p:nvSpPr>
        <p:spPr bwMode="auto">
          <a:xfrm>
            <a:off x="12192000" y="-25399"/>
            <a:ext cx="2777067" cy="51435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marL="0" marR="0" lvl="0" indent="0" algn="l" defTabSz="914400">
              <a:lnSpc>
                <a:spcPct val="100000"/>
              </a:lnSpc>
              <a:spcBef>
                <a:spcPts val="0"/>
              </a:spcBef>
              <a:spcAft>
                <a:spcPts val="0"/>
              </a:spcAft>
              <a:buClr>
                <a:srgbClr val="004077"/>
              </a:buClr>
              <a:buSzPct val="90000"/>
              <a:buFont typeface="Wingdings"/>
              <a:buNone/>
              <a:defRPr/>
            </a:pPr>
            <a:r>
              <a:rPr lang="ru-RU" sz="1200" b="0" i="0" u="none" strike="noStrike" cap="none" spc="0">
                <a:ln>
                  <a:noFill/>
                </a:ln>
                <a:solidFill>
                  <a:srgbClr val="3C3C3C"/>
                </a:solidFill>
                <a:latin typeface="+mn-lt"/>
              </a:rPr>
              <a:t>Располагайте </a:t>
            </a:r>
            <a:br>
              <a:rPr lang="ru-RU" sz="1200" b="0" i="0" u="none" strike="noStrike" cap="none" spc="0">
                <a:ln>
                  <a:noFill/>
                </a:ln>
                <a:solidFill>
                  <a:srgbClr val="3C3C3C"/>
                </a:solidFill>
                <a:latin typeface="+mn-lt"/>
              </a:rPr>
            </a:br>
            <a:r>
              <a:rPr lang="ru-RU" sz="1200" b="0" i="0" u="none" strike="noStrike" cap="none" spc="0">
                <a:ln>
                  <a:noFill/>
                </a:ln>
                <a:solidFill>
                  <a:srgbClr val="3C3C3C"/>
                </a:solidFill>
                <a:latin typeface="+mn-lt"/>
              </a:rPr>
              <a:t>объекты в рамках модульной сетки, </a:t>
            </a:r>
            <a:br>
              <a:rPr lang="ru-RU" sz="1200" b="0" i="0" u="none" strike="noStrike" cap="none" spc="0">
                <a:ln>
                  <a:noFill/>
                </a:ln>
                <a:solidFill>
                  <a:srgbClr val="3C3C3C"/>
                </a:solidFill>
                <a:latin typeface="+mn-lt"/>
              </a:rPr>
            </a:br>
            <a:r>
              <a:rPr lang="ru-RU" sz="1200" b="0" i="0" u="none" strike="noStrike" cap="none" spc="0">
                <a:ln>
                  <a:noFill/>
                </a:ln>
                <a:solidFill>
                  <a:srgbClr val="3C3C3C"/>
                </a:solidFill>
                <a:latin typeface="+mn-lt"/>
              </a:rPr>
              <a:t>заданной направляющими. </a:t>
            </a:r>
            <a:endParaRPr/>
          </a:p>
          <a:p>
            <a:pPr marL="0" marR="0" lvl="0" indent="0" algn="l" defTabSz="914400">
              <a:lnSpc>
                <a:spcPct val="100000"/>
              </a:lnSpc>
              <a:spcBef>
                <a:spcPts val="300"/>
              </a:spcBef>
              <a:spcAft>
                <a:spcPts val="0"/>
              </a:spcAft>
              <a:buClr>
                <a:srgbClr val="004077"/>
              </a:buClr>
              <a:buSzPct val="90000"/>
              <a:buFont typeface="Wingdings"/>
              <a:buNone/>
              <a:defRPr/>
            </a:pPr>
            <a:r>
              <a:rPr lang="ru-RU" sz="1200" b="0" i="0" u="none" strike="noStrike" cap="none" spc="0">
                <a:ln>
                  <a:noFill/>
                </a:ln>
                <a:solidFill>
                  <a:srgbClr val="3C3C3C"/>
                </a:solidFill>
                <a:latin typeface="+mn-lt"/>
              </a:rPr>
              <a:t>Для отображения/</a:t>
            </a:r>
            <a:br>
              <a:rPr lang="ru-RU" sz="1200" b="0" i="0" u="none" strike="noStrike" cap="none" spc="0">
                <a:ln>
                  <a:noFill/>
                </a:ln>
                <a:solidFill>
                  <a:srgbClr val="3C3C3C"/>
                </a:solidFill>
                <a:latin typeface="+mn-lt"/>
              </a:rPr>
            </a:br>
            <a:r>
              <a:rPr lang="ru-RU" sz="1200" b="0" i="0" u="none" strike="noStrike" cap="none" spc="0">
                <a:ln>
                  <a:noFill/>
                </a:ln>
                <a:solidFill>
                  <a:srgbClr val="3C3C3C"/>
                </a:solidFill>
                <a:latin typeface="+mn-lt"/>
              </a:rPr>
              <a:t>скрытия направляющих используйте Alt+F9.</a:t>
            </a:r>
            <a:endParaRPr/>
          </a:p>
        </p:txBody>
      </p:sp>
      <p:sp>
        <p:nvSpPr>
          <p:cNvPr id="4" name="Rectangle 6"/>
          <p:cNvSpPr/>
          <p:nvPr/>
        </p:nvSpPr>
        <p:spPr bwMode="auto">
          <a:xfrm>
            <a:off x="12192000" y="5331879"/>
            <a:ext cx="2777067" cy="159279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36000" rtlCol="0" anchor="b"/>
          <a:lstStyle/>
          <a:p>
            <a:pPr marL="0" marR="0" lvl="0" indent="0" algn="l" defTabSz="914400">
              <a:lnSpc>
                <a:spcPct val="100000"/>
              </a:lnSpc>
              <a:spcBef>
                <a:spcPts val="0"/>
              </a:spcBef>
              <a:spcAft>
                <a:spcPts val="0"/>
              </a:spcAft>
              <a:buClr>
                <a:srgbClr val="004077"/>
              </a:buClr>
              <a:buSzPct val="90000"/>
              <a:buFont typeface="Wingdings"/>
              <a:buNone/>
              <a:defRPr/>
            </a:pPr>
            <a:r>
              <a:rPr lang="ru-RU" sz="1200" b="0" i="0" u="none" strike="noStrike" cap="none" spc="0">
                <a:ln>
                  <a:noFill/>
                </a:ln>
                <a:solidFill>
                  <a:srgbClr val="3C3C3C"/>
                </a:solidFill>
                <a:latin typeface="+mn-lt"/>
              </a:rPr>
              <a:t>Для отображения колонтитула Gazprom Neft убедитесь, что выбран </a:t>
            </a:r>
            <a:r>
              <a:rPr lang="en-US" sz="1200" b="0" i="0" u="none" strike="noStrike" cap="none" spc="0">
                <a:ln>
                  <a:noFill/>
                </a:ln>
                <a:solidFill>
                  <a:srgbClr val="3C3C3C"/>
                </a:solidFill>
                <a:latin typeface="+mn-lt"/>
              </a:rPr>
              <a:t/>
            </a:r>
            <a:br>
              <a:rPr lang="en-US" sz="1200" b="0" i="0" u="none" strike="noStrike" cap="none" spc="0">
                <a:ln>
                  <a:noFill/>
                </a:ln>
                <a:solidFill>
                  <a:srgbClr val="3C3C3C"/>
                </a:solidFill>
                <a:latin typeface="+mn-lt"/>
              </a:rPr>
            </a:br>
            <a:r>
              <a:rPr lang="ru-RU" sz="1200" b="0" i="0" u="none" strike="noStrike" cap="none" spc="0">
                <a:ln>
                  <a:noFill/>
                </a:ln>
                <a:solidFill>
                  <a:srgbClr val="3C3C3C"/>
                </a:solidFill>
                <a:latin typeface="+mn-lt"/>
              </a:rPr>
              <a:t>его русскоязычный вариант (Газпром нефть) и нажмите на кнопку «Язык шаблона»</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лайд">
    <p:bg>
      <p:bgRef idx="1001">
        <a:schemeClr val="bg2"/>
      </p:bgRef>
    </p:bg>
    <p:spTree>
      <p:nvGrpSpPr>
        <p:cNvPr id="1" name=""/>
        <p:cNvGrpSpPr/>
        <p:nvPr/>
      </p:nvGrpSpPr>
      <p:grpSpPr bwMode="auto">
        <a:xfrm>
          <a:off x="0" y="0"/>
          <a:ext cx="0" cy="0"/>
          <a:chOff x="0" y="0"/>
          <a:chExt cx="0" cy="0"/>
        </a:xfrm>
      </p:grpSpPr>
      <p:sp>
        <p:nvSpPr>
          <p:cNvPr id="7" name="Прямоугольник 12"/>
          <p:cNvSpPr/>
          <p:nvPr userDrawn="1"/>
        </p:nvSpPr>
        <p:spPr bwMode="auto">
          <a:xfrm rot="1629010">
            <a:off x="7967158" y="5901764"/>
            <a:ext cx="2591270" cy="1143000"/>
          </a:xfrm>
          <a:custGeom>
            <a:avLst/>
            <a:gdLst>
              <a:gd name="connsiteX0" fmla="*/ 0 w 5016500"/>
              <a:gd name="connsiteY0" fmla="*/ 0 h 1143000"/>
              <a:gd name="connsiteX1" fmla="*/ 5016500 w 5016500"/>
              <a:gd name="connsiteY1" fmla="*/ 0 h 1143000"/>
              <a:gd name="connsiteX2" fmla="*/ 5016500 w 5016500"/>
              <a:gd name="connsiteY2" fmla="*/ 1143000 h 1143000"/>
              <a:gd name="connsiteX3" fmla="*/ 0 w 5016500"/>
              <a:gd name="connsiteY3" fmla="*/ 1143000 h 1143000"/>
              <a:gd name="connsiteX4" fmla="*/ 0 w 5016500"/>
              <a:gd name="connsiteY4" fmla="*/ 0 h 1143000"/>
              <a:gd name="connsiteX0" fmla="*/ 0 w 5016500"/>
              <a:gd name="connsiteY0" fmla="*/ 0 h 1143000"/>
              <a:gd name="connsiteX1" fmla="*/ 2091391 w 5016500"/>
              <a:gd name="connsiteY1" fmla="*/ 1669 h 1143000"/>
              <a:gd name="connsiteX2" fmla="*/ 5016500 w 5016500"/>
              <a:gd name="connsiteY2" fmla="*/ 1143000 h 1143000"/>
              <a:gd name="connsiteX3" fmla="*/ 0 w 5016500"/>
              <a:gd name="connsiteY3" fmla="*/ 1143000 h 1143000"/>
              <a:gd name="connsiteX4" fmla="*/ 0 w 5016500"/>
              <a:gd name="connsiteY4" fmla="*/ 0 h 1143000"/>
              <a:gd name="connsiteX0" fmla="*/ 0 w 2591270"/>
              <a:gd name="connsiteY0" fmla="*/ 0 h 1143000"/>
              <a:gd name="connsiteX1" fmla="*/ 2091391 w 2591270"/>
              <a:gd name="connsiteY1" fmla="*/ 1669 h 1143000"/>
              <a:gd name="connsiteX2" fmla="*/ 2591270 w 2591270"/>
              <a:gd name="connsiteY2" fmla="*/ 382094 h 1143000"/>
              <a:gd name="connsiteX3" fmla="*/ 0 w 2591270"/>
              <a:gd name="connsiteY3" fmla="*/ 1143000 h 1143000"/>
              <a:gd name="connsiteX4" fmla="*/ 0 w 259127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1270" h="1143000" extrusionOk="0">
                <a:moveTo>
                  <a:pt x="0" y="0"/>
                </a:moveTo>
                <a:lnTo>
                  <a:pt x="2091391" y="1669"/>
                </a:lnTo>
                <a:lnTo>
                  <a:pt x="2591270" y="382094"/>
                </a:lnTo>
                <a:lnTo>
                  <a:pt x="0" y="1143000"/>
                </a:lnTo>
                <a:lnTo>
                  <a:pt x="0" y="0"/>
                </a:lnTo>
                <a:close/>
              </a:path>
            </a:pathLst>
          </a:custGeom>
          <a:solidFill>
            <a:srgbClr val="2C4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8" name="Полилиния 7"/>
          <p:cNvSpPr/>
          <p:nvPr userDrawn="1"/>
        </p:nvSpPr>
        <p:spPr bwMode="auto">
          <a:xfrm>
            <a:off x="9717932" y="564204"/>
            <a:ext cx="2568102" cy="2373549"/>
          </a:xfrm>
          <a:custGeom>
            <a:avLst/>
            <a:gdLst>
              <a:gd name="connsiteX0" fmla="*/ 2568102 w 2568102"/>
              <a:gd name="connsiteY0" fmla="*/ 0 h 2373549"/>
              <a:gd name="connsiteX1" fmla="*/ 612842 w 2568102"/>
              <a:gd name="connsiteY1" fmla="*/ 1040860 h 2373549"/>
              <a:gd name="connsiteX2" fmla="*/ 0 w 2568102"/>
              <a:gd name="connsiteY2" fmla="*/ 2373549 h 2373549"/>
              <a:gd name="connsiteX3" fmla="*/ 2538919 w 2568102"/>
              <a:gd name="connsiteY3" fmla="*/ 1031132 h 2373549"/>
            </a:gdLst>
            <a:ahLst/>
            <a:cxnLst>
              <a:cxn ang="0">
                <a:pos x="connsiteX0" y="connsiteY0"/>
              </a:cxn>
              <a:cxn ang="0">
                <a:pos x="connsiteX1" y="connsiteY1"/>
              </a:cxn>
              <a:cxn ang="0">
                <a:pos x="connsiteX2" y="connsiteY2"/>
              </a:cxn>
              <a:cxn ang="0">
                <a:pos x="connsiteX3" y="connsiteY3"/>
              </a:cxn>
            </a:cxnLst>
            <a:rect l="l" t="t" r="r" b="b"/>
            <a:pathLst>
              <a:path w="2568102" h="2373549" extrusionOk="0">
                <a:moveTo>
                  <a:pt x="2568102" y="0"/>
                </a:moveTo>
                <a:lnTo>
                  <a:pt x="612842" y="1040860"/>
                </a:lnTo>
                <a:lnTo>
                  <a:pt x="0" y="2373549"/>
                </a:lnTo>
                <a:lnTo>
                  <a:pt x="2538919" y="1031132"/>
                </a:lnTo>
              </a:path>
            </a:pathLst>
          </a:custGeom>
          <a:solidFill>
            <a:srgbClr val="2C4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9" name="Полилиния 8"/>
          <p:cNvSpPr/>
          <p:nvPr userDrawn="1"/>
        </p:nvSpPr>
        <p:spPr bwMode="auto">
          <a:xfrm>
            <a:off x="7301416" y="1602858"/>
            <a:ext cx="3030583" cy="4789714"/>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Lst>
            <a:ahLst/>
            <a:cxnLst>
              <a:cxn ang="0">
                <a:pos x="connsiteX0" y="connsiteY0"/>
              </a:cxn>
              <a:cxn ang="0">
                <a:pos x="connsiteX1" y="connsiteY1"/>
              </a:cxn>
              <a:cxn ang="0">
                <a:pos x="connsiteX2" y="connsiteY2"/>
              </a:cxn>
              <a:cxn ang="0">
                <a:pos x="connsiteX3" y="connsiteY3"/>
              </a:cxn>
            </a:cxnLst>
            <a:rect l="l" t="t" r="r" b="b"/>
            <a:pathLst>
              <a:path w="3030583" h="4789714" extrusionOk="0">
                <a:moveTo>
                  <a:pt x="3030583" y="0"/>
                </a:moveTo>
                <a:lnTo>
                  <a:pt x="0" y="3762103"/>
                </a:lnTo>
                <a:lnTo>
                  <a:pt x="548640" y="4789714"/>
                </a:lnTo>
                <a:lnTo>
                  <a:pt x="2429692" y="1332411"/>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0" name="Треугольник 9"/>
          <p:cNvSpPr/>
          <p:nvPr userDrawn="1"/>
        </p:nvSpPr>
        <p:spPr bwMode="auto">
          <a:xfrm rot="21212844">
            <a:off x="10350016" y="6275457"/>
            <a:ext cx="791183" cy="2183392"/>
          </a:xfrm>
          <a:prstGeom prst="triangle">
            <a:avLst>
              <a:gd name="adj" fmla="val 0"/>
            </a:avLst>
          </a:pr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1" name="Треугольник 16"/>
          <p:cNvSpPr/>
          <p:nvPr userDrawn="1"/>
        </p:nvSpPr>
        <p:spPr bwMode="auto">
          <a:xfrm rot="2383339">
            <a:off x="8487754" y="1555935"/>
            <a:ext cx="1227704" cy="4933244"/>
          </a:xfrm>
          <a:custGeom>
            <a:avLst/>
            <a:gdLst>
              <a:gd name="connsiteX0" fmla="*/ 0 w 1093154"/>
              <a:gd name="connsiteY0" fmla="*/ 4970981 h 4970981"/>
              <a:gd name="connsiteX1" fmla="*/ 26881 w 1093154"/>
              <a:gd name="connsiteY1" fmla="*/ 0 h 4970981"/>
              <a:gd name="connsiteX2" fmla="*/ 1093154 w 1093154"/>
              <a:gd name="connsiteY2" fmla="*/ 4970981 h 4970981"/>
              <a:gd name="connsiteX3" fmla="*/ 0 w 1093154"/>
              <a:gd name="connsiteY3" fmla="*/ 4970981 h 4970981"/>
              <a:gd name="connsiteX0" fmla="*/ 176203 w 1066273"/>
              <a:gd name="connsiteY0" fmla="*/ 4577328 h 4970981"/>
              <a:gd name="connsiteX1" fmla="*/ 0 w 1066273"/>
              <a:gd name="connsiteY1" fmla="*/ 0 h 4970981"/>
              <a:gd name="connsiteX2" fmla="*/ 1066273 w 1066273"/>
              <a:gd name="connsiteY2" fmla="*/ 4970981 h 4970981"/>
              <a:gd name="connsiteX3" fmla="*/ 176203 w 1066273"/>
              <a:gd name="connsiteY3" fmla="*/ 4577328 h 4970981"/>
              <a:gd name="connsiteX0" fmla="*/ 176203 w 1227704"/>
              <a:gd name="connsiteY0" fmla="*/ 4577328 h 4933244"/>
              <a:gd name="connsiteX1" fmla="*/ 0 w 1227704"/>
              <a:gd name="connsiteY1" fmla="*/ 0 h 4933244"/>
              <a:gd name="connsiteX2" fmla="*/ 1227704 w 1227704"/>
              <a:gd name="connsiteY2" fmla="*/ 4933244 h 4933244"/>
              <a:gd name="connsiteX3" fmla="*/ 176203 w 1227704"/>
              <a:gd name="connsiteY3" fmla="*/ 4577328 h 4933244"/>
            </a:gdLst>
            <a:ahLst/>
            <a:cxnLst>
              <a:cxn ang="0">
                <a:pos x="connsiteX0" y="connsiteY0"/>
              </a:cxn>
              <a:cxn ang="0">
                <a:pos x="connsiteX1" y="connsiteY1"/>
              </a:cxn>
              <a:cxn ang="0">
                <a:pos x="connsiteX2" y="connsiteY2"/>
              </a:cxn>
              <a:cxn ang="0">
                <a:pos x="connsiteX3" y="connsiteY3"/>
              </a:cxn>
            </a:cxnLst>
            <a:rect l="l" t="t" r="r" b="b"/>
            <a:pathLst>
              <a:path w="1227704" h="4933244" extrusionOk="0">
                <a:moveTo>
                  <a:pt x="176203" y="4577328"/>
                </a:moveTo>
                <a:lnTo>
                  <a:pt x="0" y="0"/>
                </a:lnTo>
                <a:lnTo>
                  <a:pt x="1227704" y="4933244"/>
                </a:lnTo>
                <a:lnTo>
                  <a:pt x="176203" y="4577328"/>
                </a:lnTo>
                <a:close/>
              </a:path>
            </a:pathLst>
          </a:cu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2" name="Треугольник 16"/>
          <p:cNvSpPr/>
          <p:nvPr userDrawn="1"/>
        </p:nvSpPr>
        <p:spPr bwMode="auto">
          <a:xfrm rot="21228102">
            <a:off x="10591764" y="6494113"/>
            <a:ext cx="1227704" cy="4933244"/>
          </a:xfrm>
          <a:custGeom>
            <a:avLst/>
            <a:gdLst>
              <a:gd name="connsiteX0" fmla="*/ 0 w 1093154"/>
              <a:gd name="connsiteY0" fmla="*/ 4970981 h 4970981"/>
              <a:gd name="connsiteX1" fmla="*/ 26881 w 1093154"/>
              <a:gd name="connsiteY1" fmla="*/ 0 h 4970981"/>
              <a:gd name="connsiteX2" fmla="*/ 1093154 w 1093154"/>
              <a:gd name="connsiteY2" fmla="*/ 4970981 h 4970981"/>
              <a:gd name="connsiteX3" fmla="*/ 0 w 1093154"/>
              <a:gd name="connsiteY3" fmla="*/ 4970981 h 4970981"/>
              <a:gd name="connsiteX0" fmla="*/ 176203 w 1066273"/>
              <a:gd name="connsiteY0" fmla="*/ 4577328 h 4970981"/>
              <a:gd name="connsiteX1" fmla="*/ 0 w 1066273"/>
              <a:gd name="connsiteY1" fmla="*/ 0 h 4970981"/>
              <a:gd name="connsiteX2" fmla="*/ 1066273 w 1066273"/>
              <a:gd name="connsiteY2" fmla="*/ 4970981 h 4970981"/>
              <a:gd name="connsiteX3" fmla="*/ 176203 w 1066273"/>
              <a:gd name="connsiteY3" fmla="*/ 4577328 h 4970981"/>
              <a:gd name="connsiteX0" fmla="*/ 176203 w 1227704"/>
              <a:gd name="connsiteY0" fmla="*/ 4577328 h 4933244"/>
              <a:gd name="connsiteX1" fmla="*/ 0 w 1227704"/>
              <a:gd name="connsiteY1" fmla="*/ 0 h 4933244"/>
              <a:gd name="connsiteX2" fmla="*/ 1227704 w 1227704"/>
              <a:gd name="connsiteY2" fmla="*/ 4933244 h 4933244"/>
              <a:gd name="connsiteX3" fmla="*/ 176203 w 1227704"/>
              <a:gd name="connsiteY3" fmla="*/ 4577328 h 4933244"/>
            </a:gdLst>
            <a:ahLst/>
            <a:cxnLst>
              <a:cxn ang="0">
                <a:pos x="connsiteX0" y="connsiteY0"/>
              </a:cxn>
              <a:cxn ang="0">
                <a:pos x="connsiteX1" y="connsiteY1"/>
              </a:cxn>
              <a:cxn ang="0">
                <a:pos x="connsiteX2" y="connsiteY2"/>
              </a:cxn>
              <a:cxn ang="0">
                <a:pos x="connsiteX3" y="connsiteY3"/>
              </a:cxn>
            </a:cxnLst>
            <a:rect l="l" t="t" r="r" b="b"/>
            <a:pathLst>
              <a:path w="1227704" h="4933244" extrusionOk="0">
                <a:moveTo>
                  <a:pt x="176203" y="4577328"/>
                </a:moveTo>
                <a:lnTo>
                  <a:pt x="0" y="0"/>
                </a:lnTo>
                <a:lnTo>
                  <a:pt x="1227704" y="4933244"/>
                </a:lnTo>
                <a:lnTo>
                  <a:pt x="176203" y="4577328"/>
                </a:lnTo>
                <a:close/>
              </a:path>
            </a:pathLst>
          </a:custGeom>
          <a:noFill/>
          <a:ln w="317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2" name="Прямоугольник 1"/>
          <p:cNvSpPr/>
          <p:nvPr userDrawn="1"/>
        </p:nvSpPr>
        <p:spPr bwMode="auto">
          <a:xfrm>
            <a:off x="-508894" y="0"/>
            <a:ext cx="329783" cy="1274163"/>
          </a:xfrm>
          <a:prstGeom prst="rect">
            <a:avLst/>
          </a:pr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3" name="Прямоугольник 12"/>
          <p:cNvSpPr/>
          <p:nvPr userDrawn="1"/>
        </p:nvSpPr>
        <p:spPr bwMode="auto">
          <a:xfrm>
            <a:off x="-508894" y="1294334"/>
            <a:ext cx="329783" cy="12741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ln>
                <a:solidFill>
                  <a:schemeClr val="tx1">
                    <a:lumMod val="75000"/>
                    <a:lumOff val="25000"/>
                  </a:schemeClr>
                </a:solidFill>
              </a:ln>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preserve="1" userDrawn="1">
  <p:cSld name="1">
    <p:bg>
      <p:bgRef idx="1001">
        <a:schemeClr val="bg2"/>
      </p:bgRef>
    </p:bg>
    <p:spTree>
      <p:nvGrpSpPr>
        <p:cNvPr id="1" name=""/>
        <p:cNvGrpSpPr/>
        <p:nvPr/>
      </p:nvGrpSpPr>
      <p:grpSpPr bwMode="auto">
        <a:xfrm>
          <a:off x="0" y="0"/>
          <a:ext cx="0" cy="0"/>
          <a:chOff x="0" y="0"/>
          <a:chExt cx="0" cy="0"/>
        </a:xfrm>
      </p:grpSpPr>
      <p:sp>
        <p:nvSpPr>
          <p:cNvPr id="7" name="Полилиния 6"/>
          <p:cNvSpPr/>
          <p:nvPr userDrawn="1"/>
        </p:nvSpPr>
        <p:spPr bwMode="auto">
          <a:xfrm rot="4260972">
            <a:off x="10969521" y="881277"/>
            <a:ext cx="2029334" cy="2778516"/>
          </a:xfrm>
          <a:custGeom>
            <a:avLst/>
            <a:gdLst>
              <a:gd name="connsiteX0" fmla="*/ 2568102 w 2568102"/>
              <a:gd name="connsiteY0" fmla="*/ 0 h 2373549"/>
              <a:gd name="connsiteX1" fmla="*/ 612842 w 2568102"/>
              <a:gd name="connsiteY1" fmla="*/ 1040860 h 2373549"/>
              <a:gd name="connsiteX2" fmla="*/ 0 w 2568102"/>
              <a:gd name="connsiteY2" fmla="*/ 2373549 h 2373549"/>
              <a:gd name="connsiteX3" fmla="*/ 2538919 w 2568102"/>
              <a:gd name="connsiteY3" fmla="*/ 1031132 h 2373549"/>
              <a:gd name="connsiteX0" fmla="*/ 3108642 w 3108642"/>
              <a:gd name="connsiteY0" fmla="*/ 0 h 2373549"/>
              <a:gd name="connsiteX1" fmla="*/ 0 w 3108642"/>
              <a:gd name="connsiteY1" fmla="*/ 1490205 h 2373549"/>
              <a:gd name="connsiteX2" fmla="*/ 540540 w 3108642"/>
              <a:gd name="connsiteY2" fmla="*/ 2373549 h 2373549"/>
              <a:gd name="connsiteX3" fmla="*/ 3079459 w 3108642"/>
              <a:gd name="connsiteY3" fmla="*/ 1031132 h 2373549"/>
              <a:gd name="connsiteX0" fmla="*/ 3206260 w 3206260"/>
              <a:gd name="connsiteY0" fmla="*/ 0 h 2373549"/>
              <a:gd name="connsiteX1" fmla="*/ 0 w 3206260"/>
              <a:gd name="connsiteY1" fmla="*/ 1552051 h 2373549"/>
              <a:gd name="connsiteX2" fmla="*/ 638158 w 3206260"/>
              <a:gd name="connsiteY2" fmla="*/ 2373549 h 2373549"/>
              <a:gd name="connsiteX3" fmla="*/ 3177077 w 3206260"/>
              <a:gd name="connsiteY3" fmla="*/ 1031132 h 2373549"/>
              <a:gd name="connsiteX0" fmla="*/ 3230971 w 3230971"/>
              <a:gd name="connsiteY0" fmla="*/ 0 h 2373549"/>
              <a:gd name="connsiteX1" fmla="*/ 0 w 3230971"/>
              <a:gd name="connsiteY1" fmla="*/ 1549912 h 2373549"/>
              <a:gd name="connsiteX2" fmla="*/ 662869 w 3230971"/>
              <a:gd name="connsiteY2" fmla="*/ 2373549 h 2373549"/>
              <a:gd name="connsiteX3" fmla="*/ 3201788 w 3230971"/>
              <a:gd name="connsiteY3" fmla="*/ 1031132 h 2373549"/>
              <a:gd name="connsiteX0" fmla="*/ 1308021 w 3201788"/>
              <a:gd name="connsiteY0" fmla="*/ 0 h 2778516"/>
              <a:gd name="connsiteX1" fmla="*/ 0 w 3201788"/>
              <a:gd name="connsiteY1" fmla="*/ 1954879 h 2778516"/>
              <a:gd name="connsiteX2" fmla="*/ 662869 w 3201788"/>
              <a:gd name="connsiteY2" fmla="*/ 2778516 h 2778516"/>
              <a:gd name="connsiteX3" fmla="*/ 3201788 w 3201788"/>
              <a:gd name="connsiteY3" fmla="*/ 1436099 h 2778516"/>
              <a:gd name="connsiteX0" fmla="*/ 1308021 w 2083020"/>
              <a:gd name="connsiteY0" fmla="*/ 0 h 2778516"/>
              <a:gd name="connsiteX1" fmla="*/ 0 w 2083020"/>
              <a:gd name="connsiteY1" fmla="*/ 1954879 h 2778516"/>
              <a:gd name="connsiteX2" fmla="*/ 662869 w 2083020"/>
              <a:gd name="connsiteY2" fmla="*/ 2778516 h 2778516"/>
              <a:gd name="connsiteX3" fmla="*/ 2083020 w 2083020"/>
              <a:gd name="connsiteY3" fmla="*/ 557867 h 2778516"/>
              <a:gd name="connsiteX0" fmla="*/ 1254335 w 2029334"/>
              <a:gd name="connsiteY0" fmla="*/ 0 h 2778516"/>
              <a:gd name="connsiteX1" fmla="*/ 0 w 2029334"/>
              <a:gd name="connsiteY1" fmla="*/ 1998302 h 2778516"/>
              <a:gd name="connsiteX2" fmla="*/ 609183 w 2029334"/>
              <a:gd name="connsiteY2" fmla="*/ 2778516 h 2778516"/>
              <a:gd name="connsiteX3" fmla="*/ 2029334 w 2029334"/>
              <a:gd name="connsiteY3" fmla="*/ 557867 h 2778516"/>
            </a:gdLst>
            <a:ahLst/>
            <a:cxnLst>
              <a:cxn ang="0">
                <a:pos x="connsiteX0" y="connsiteY0"/>
              </a:cxn>
              <a:cxn ang="0">
                <a:pos x="connsiteX1" y="connsiteY1"/>
              </a:cxn>
              <a:cxn ang="0">
                <a:pos x="connsiteX2" y="connsiteY2"/>
              </a:cxn>
              <a:cxn ang="0">
                <a:pos x="connsiteX3" y="connsiteY3"/>
              </a:cxn>
            </a:cxnLst>
            <a:rect l="l" t="t" r="r" b="b"/>
            <a:pathLst>
              <a:path w="2029334" h="2778516" extrusionOk="0">
                <a:moveTo>
                  <a:pt x="1254335" y="0"/>
                </a:moveTo>
                <a:lnTo>
                  <a:pt x="0" y="1998302"/>
                </a:lnTo>
                <a:lnTo>
                  <a:pt x="609183" y="2778516"/>
                </a:lnTo>
                <a:lnTo>
                  <a:pt x="2029334" y="557867"/>
                </a:lnTo>
              </a:path>
            </a:pathLst>
          </a:custGeom>
          <a:solidFill>
            <a:srgbClr val="2C4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8" name="Треугольник 3"/>
          <p:cNvSpPr/>
          <p:nvPr userDrawn="1"/>
        </p:nvSpPr>
        <p:spPr bwMode="auto">
          <a:xfrm rot="21212844">
            <a:off x="10400239" y="-519073"/>
            <a:ext cx="980566" cy="3161348"/>
          </a:xfrm>
          <a:custGeom>
            <a:avLst/>
            <a:gdLst>
              <a:gd name="connsiteX0" fmla="*/ 0 w 791183"/>
              <a:gd name="connsiteY0" fmla="*/ 2183392 h 2183392"/>
              <a:gd name="connsiteX1" fmla="*/ 0 w 791183"/>
              <a:gd name="connsiteY1" fmla="*/ 0 h 2183392"/>
              <a:gd name="connsiteX2" fmla="*/ 791183 w 791183"/>
              <a:gd name="connsiteY2" fmla="*/ 2183392 h 2183392"/>
              <a:gd name="connsiteX3" fmla="*/ 0 w 791183"/>
              <a:gd name="connsiteY3" fmla="*/ 2183392 h 2183392"/>
              <a:gd name="connsiteX0" fmla="*/ 0 w 795339"/>
              <a:gd name="connsiteY0" fmla="*/ 2809746 h 2809746"/>
              <a:gd name="connsiteX1" fmla="*/ 4156 w 795339"/>
              <a:gd name="connsiteY1" fmla="*/ 0 h 2809746"/>
              <a:gd name="connsiteX2" fmla="*/ 795339 w 795339"/>
              <a:gd name="connsiteY2" fmla="*/ 2183392 h 2809746"/>
              <a:gd name="connsiteX3" fmla="*/ 0 w 795339"/>
              <a:gd name="connsiteY3" fmla="*/ 2809746 h 2809746"/>
              <a:gd name="connsiteX0" fmla="*/ 0 w 739923"/>
              <a:gd name="connsiteY0" fmla="*/ 2809746 h 2809746"/>
              <a:gd name="connsiteX1" fmla="*/ 4156 w 739923"/>
              <a:gd name="connsiteY1" fmla="*/ 0 h 2809746"/>
              <a:gd name="connsiteX2" fmla="*/ 739923 w 739923"/>
              <a:gd name="connsiteY2" fmla="*/ 2083768 h 2809746"/>
              <a:gd name="connsiteX3" fmla="*/ 0 w 739923"/>
              <a:gd name="connsiteY3" fmla="*/ 2809746 h 2809746"/>
              <a:gd name="connsiteX0" fmla="*/ 0 w 624870"/>
              <a:gd name="connsiteY0" fmla="*/ 2809746 h 3018871"/>
              <a:gd name="connsiteX1" fmla="*/ 4156 w 624870"/>
              <a:gd name="connsiteY1" fmla="*/ 0 h 3018871"/>
              <a:gd name="connsiteX2" fmla="*/ 624870 w 624870"/>
              <a:gd name="connsiteY2" fmla="*/ 3018871 h 3018871"/>
              <a:gd name="connsiteX3" fmla="*/ 0 w 624870"/>
              <a:gd name="connsiteY3" fmla="*/ 2809746 h 3018871"/>
              <a:gd name="connsiteX0" fmla="*/ 0 w 980566"/>
              <a:gd name="connsiteY0" fmla="*/ 2809746 h 3161348"/>
              <a:gd name="connsiteX1" fmla="*/ 4156 w 980566"/>
              <a:gd name="connsiteY1" fmla="*/ 0 h 3161348"/>
              <a:gd name="connsiteX2" fmla="*/ 980566 w 980566"/>
              <a:gd name="connsiteY2" fmla="*/ 3161348 h 3161348"/>
              <a:gd name="connsiteX3" fmla="*/ 0 w 980566"/>
              <a:gd name="connsiteY3" fmla="*/ 2809746 h 3161348"/>
            </a:gdLst>
            <a:ahLst/>
            <a:cxnLst>
              <a:cxn ang="0">
                <a:pos x="connsiteX0" y="connsiteY0"/>
              </a:cxn>
              <a:cxn ang="0">
                <a:pos x="connsiteX1" y="connsiteY1"/>
              </a:cxn>
              <a:cxn ang="0">
                <a:pos x="connsiteX2" y="connsiteY2"/>
              </a:cxn>
              <a:cxn ang="0">
                <a:pos x="connsiteX3" y="connsiteY3"/>
              </a:cxn>
            </a:cxnLst>
            <a:rect l="l" t="t" r="r" b="b"/>
            <a:pathLst>
              <a:path w="980566" h="3161348" extrusionOk="0">
                <a:moveTo>
                  <a:pt x="0" y="2809746"/>
                </a:moveTo>
                <a:cubicBezTo>
                  <a:pt x="1385" y="1873164"/>
                  <a:pt x="2771" y="936582"/>
                  <a:pt x="4156" y="0"/>
                </a:cubicBezTo>
                <a:lnTo>
                  <a:pt x="980566" y="3161348"/>
                </a:lnTo>
                <a:lnTo>
                  <a:pt x="0" y="2809746"/>
                </a:lnTo>
                <a:close/>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9" name="Треугольник 16"/>
          <p:cNvSpPr/>
          <p:nvPr userDrawn="1"/>
        </p:nvSpPr>
        <p:spPr bwMode="auto">
          <a:xfrm rot="21228102">
            <a:off x="10487047" y="-260984"/>
            <a:ext cx="849222" cy="2973009"/>
          </a:xfrm>
          <a:custGeom>
            <a:avLst/>
            <a:gdLst>
              <a:gd name="connsiteX0" fmla="*/ 0 w 1093154"/>
              <a:gd name="connsiteY0" fmla="*/ 4970981 h 4970981"/>
              <a:gd name="connsiteX1" fmla="*/ 26881 w 1093154"/>
              <a:gd name="connsiteY1" fmla="*/ 0 h 4970981"/>
              <a:gd name="connsiteX2" fmla="*/ 1093154 w 1093154"/>
              <a:gd name="connsiteY2" fmla="*/ 4970981 h 4970981"/>
              <a:gd name="connsiteX3" fmla="*/ 0 w 1093154"/>
              <a:gd name="connsiteY3" fmla="*/ 4970981 h 4970981"/>
              <a:gd name="connsiteX0" fmla="*/ 176203 w 1066273"/>
              <a:gd name="connsiteY0" fmla="*/ 4577328 h 4970981"/>
              <a:gd name="connsiteX1" fmla="*/ 0 w 1066273"/>
              <a:gd name="connsiteY1" fmla="*/ 0 h 4970981"/>
              <a:gd name="connsiteX2" fmla="*/ 1066273 w 1066273"/>
              <a:gd name="connsiteY2" fmla="*/ 4970981 h 4970981"/>
              <a:gd name="connsiteX3" fmla="*/ 176203 w 1066273"/>
              <a:gd name="connsiteY3" fmla="*/ 4577328 h 4970981"/>
              <a:gd name="connsiteX0" fmla="*/ 176203 w 1227704"/>
              <a:gd name="connsiteY0" fmla="*/ 4577328 h 4933244"/>
              <a:gd name="connsiteX1" fmla="*/ 0 w 1227704"/>
              <a:gd name="connsiteY1" fmla="*/ 0 h 4933244"/>
              <a:gd name="connsiteX2" fmla="*/ 1227704 w 1227704"/>
              <a:gd name="connsiteY2" fmla="*/ 4933244 h 4933244"/>
              <a:gd name="connsiteX3" fmla="*/ 176203 w 1227704"/>
              <a:gd name="connsiteY3" fmla="*/ 4577328 h 4933244"/>
              <a:gd name="connsiteX0" fmla="*/ 19075 w 1227704"/>
              <a:gd name="connsiteY0" fmla="*/ 2587408 h 4933244"/>
              <a:gd name="connsiteX1" fmla="*/ 0 w 1227704"/>
              <a:gd name="connsiteY1" fmla="*/ 0 h 4933244"/>
              <a:gd name="connsiteX2" fmla="*/ 1227704 w 1227704"/>
              <a:gd name="connsiteY2" fmla="*/ 4933244 h 4933244"/>
              <a:gd name="connsiteX3" fmla="*/ 19075 w 1227704"/>
              <a:gd name="connsiteY3" fmla="*/ 2587408 h 4933244"/>
              <a:gd name="connsiteX0" fmla="*/ 19075 w 475039"/>
              <a:gd name="connsiteY0" fmla="*/ 2587408 h 2587408"/>
              <a:gd name="connsiteX1" fmla="*/ 0 w 475039"/>
              <a:gd name="connsiteY1" fmla="*/ 0 h 2587408"/>
              <a:gd name="connsiteX2" fmla="*/ 475039 w 475039"/>
              <a:gd name="connsiteY2" fmla="*/ 1798908 h 2587408"/>
              <a:gd name="connsiteX3" fmla="*/ 19075 w 475039"/>
              <a:gd name="connsiteY3" fmla="*/ 2587408 h 2587408"/>
              <a:gd name="connsiteX0" fmla="*/ 19075 w 849222"/>
              <a:gd name="connsiteY0" fmla="*/ 2587408 h 2973009"/>
              <a:gd name="connsiteX1" fmla="*/ 0 w 849222"/>
              <a:gd name="connsiteY1" fmla="*/ 0 h 2973009"/>
              <a:gd name="connsiteX2" fmla="*/ 849222 w 849222"/>
              <a:gd name="connsiteY2" fmla="*/ 2973009 h 2973009"/>
              <a:gd name="connsiteX3" fmla="*/ 19075 w 849222"/>
              <a:gd name="connsiteY3" fmla="*/ 2587408 h 2973009"/>
            </a:gdLst>
            <a:ahLst/>
            <a:cxnLst>
              <a:cxn ang="0">
                <a:pos x="connsiteX0" y="connsiteY0"/>
              </a:cxn>
              <a:cxn ang="0">
                <a:pos x="connsiteX1" y="connsiteY1"/>
              </a:cxn>
              <a:cxn ang="0">
                <a:pos x="connsiteX2" y="connsiteY2"/>
              </a:cxn>
              <a:cxn ang="0">
                <a:pos x="connsiteX3" y="connsiteY3"/>
              </a:cxn>
            </a:cxnLst>
            <a:rect l="l" t="t" r="r" b="b"/>
            <a:pathLst>
              <a:path w="849222" h="2973009" extrusionOk="0">
                <a:moveTo>
                  <a:pt x="19075" y="2587408"/>
                </a:moveTo>
                <a:lnTo>
                  <a:pt x="0" y="0"/>
                </a:lnTo>
                <a:lnTo>
                  <a:pt x="849222" y="2973009"/>
                </a:lnTo>
                <a:lnTo>
                  <a:pt x="19075" y="2587408"/>
                </a:lnTo>
                <a:close/>
              </a:path>
            </a:pathLst>
          </a:custGeom>
          <a:noFill/>
          <a:ln w="317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5" name="Прямоугольник 4"/>
          <p:cNvSpPr/>
          <p:nvPr userDrawn="1"/>
        </p:nvSpPr>
        <p:spPr bwMode="auto">
          <a:xfrm>
            <a:off x="-508894" y="0"/>
            <a:ext cx="329783" cy="1274163"/>
          </a:xfrm>
          <a:prstGeom prst="rect">
            <a:avLst/>
          </a:pr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6" name="Прямоугольник 5"/>
          <p:cNvSpPr/>
          <p:nvPr userDrawn="1"/>
        </p:nvSpPr>
        <p:spPr bwMode="auto">
          <a:xfrm>
            <a:off x="-508894" y="1294334"/>
            <a:ext cx="329783" cy="12741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ln>
                <a:solidFill>
                  <a:schemeClr val="tx1">
                    <a:lumMod val="75000"/>
                    <a:lumOff val="25000"/>
                  </a:schemeClr>
                </a:solidFill>
              </a:ln>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PhAnim="0" preserve="1" userDrawn="1">
  <p:cSld name="2">
    <p:bg>
      <p:bgRef idx="1001">
        <a:schemeClr val="bg2"/>
      </p:bgRef>
    </p:bg>
    <p:spTree>
      <p:nvGrpSpPr>
        <p:cNvPr id="1" name=""/>
        <p:cNvGrpSpPr/>
        <p:nvPr/>
      </p:nvGrpSpPr>
      <p:grpSpPr bwMode="auto">
        <a:xfrm>
          <a:off x="0" y="0"/>
          <a:ext cx="0" cy="0"/>
          <a:chOff x="0" y="0"/>
          <a:chExt cx="0" cy="0"/>
        </a:xfrm>
      </p:grpSpPr>
      <p:sp>
        <p:nvSpPr>
          <p:cNvPr id="7" name="Полилиния 6"/>
          <p:cNvSpPr/>
          <p:nvPr userDrawn="1"/>
        </p:nvSpPr>
        <p:spPr bwMode="auto">
          <a:xfrm rot="21092780">
            <a:off x="10973721" y="3212432"/>
            <a:ext cx="3030583" cy="4789714"/>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Lst>
            <a:ahLst/>
            <a:cxnLst>
              <a:cxn ang="0">
                <a:pos x="connsiteX0" y="connsiteY0"/>
              </a:cxn>
              <a:cxn ang="0">
                <a:pos x="connsiteX1" y="connsiteY1"/>
              </a:cxn>
              <a:cxn ang="0">
                <a:pos x="connsiteX2" y="connsiteY2"/>
              </a:cxn>
              <a:cxn ang="0">
                <a:pos x="connsiteX3" y="connsiteY3"/>
              </a:cxn>
            </a:cxnLst>
            <a:rect l="l" t="t" r="r" b="b"/>
            <a:pathLst>
              <a:path w="3030583" h="4789714" extrusionOk="0">
                <a:moveTo>
                  <a:pt x="3030583" y="0"/>
                </a:moveTo>
                <a:lnTo>
                  <a:pt x="0" y="3762103"/>
                </a:lnTo>
                <a:lnTo>
                  <a:pt x="548640" y="4789714"/>
                </a:lnTo>
                <a:lnTo>
                  <a:pt x="2429692" y="1332411"/>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8" name="Треугольник 16"/>
          <p:cNvSpPr/>
          <p:nvPr userDrawn="1"/>
        </p:nvSpPr>
        <p:spPr bwMode="auto">
          <a:xfrm rot="1876119">
            <a:off x="12160059" y="3165509"/>
            <a:ext cx="1227704" cy="4933244"/>
          </a:xfrm>
          <a:custGeom>
            <a:avLst/>
            <a:gdLst>
              <a:gd name="connsiteX0" fmla="*/ 0 w 1093154"/>
              <a:gd name="connsiteY0" fmla="*/ 4970981 h 4970981"/>
              <a:gd name="connsiteX1" fmla="*/ 26881 w 1093154"/>
              <a:gd name="connsiteY1" fmla="*/ 0 h 4970981"/>
              <a:gd name="connsiteX2" fmla="*/ 1093154 w 1093154"/>
              <a:gd name="connsiteY2" fmla="*/ 4970981 h 4970981"/>
              <a:gd name="connsiteX3" fmla="*/ 0 w 1093154"/>
              <a:gd name="connsiteY3" fmla="*/ 4970981 h 4970981"/>
              <a:gd name="connsiteX0" fmla="*/ 176203 w 1066273"/>
              <a:gd name="connsiteY0" fmla="*/ 4577328 h 4970981"/>
              <a:gd name="connsiteX1" fmla="*/ 0 w 1066273"/>
              <a:gd name="connsiteY1" fmla="*/ 0 h 4970981"/>
              <a:gd name="connsiteX2" fmla="*/ 1066273 w 1066273"/>
              <a:gd name="connsiteY2" fmla="*/ 4970981 h 4970981"/>
              <a:gd name="connsiteX3" fmla="*/ 176203 w 1066273"/>
              <a:gd name="connsiteY3" fmla="*/ 4577328 h 4970981"/>
              <a:gd name="connsiteX0" fmla="*/ 176203 w 1227704"/>
              <a:gd name="connsiteY0" fmla="*/ 4577328 h 4933244"/>
              <a:gd name="connsiteX1" fmla="*/ 0 w 1227704"/>
              <a:gd name="connsiteY1" fmla="*/ 0 h 4933244"/>
              <a:gd name="connsiteX2" fmla="*/ 1227704 w 1227704"/>
              <a:gd name="connsiteY2" fmla="*/ 4933244 h 4933244"/>
              <a:gd name="connsiteX3" fmla="*/ 176203 w 1227704"/>
              <a:gd name="connsiteY3" fmla="*/ 4577328 h 4933244"/>
            </a:gdLst>
            <a:ahLst/>
            <a:cxnLst>
              <a:cxn ang="0">
                <a:pos x="connsiteX0" y="connsiteY0"/>
              </a:cxn>
              <a:cxn ang="0">
                <a:pos x="connsiteX1" y="connsiteY1"/>
              </a:cxn>
              <a:cxn ang="0">
                <a:pos x="connsiteX2" y="connsiteY2"/>
              </a:cxn>
              <a:cxn ang="0">
                <a:pos x="connsiteX3" y="connsiteY3"/>
              </a:cxn>
            </a:cxnLst>
            <a:rect l="l" t="t" r="r" b="b"/>
            <a:pathLst>
              <a:path w="1227704" h="4933244" extrusionOk="0">
                <a:moveTo>
                  <a:pt x="176203" y="4577328"/>
                </a:moveTo>
                <a:lnTo>
                  <a:pt x="0" y="0"/>
                </a:lnTo>
                <a:lnTo>
                  <a:pt x="1227704" y="4933244"/>
                </a:lnTo>
                <a:lnTo>
                  <a:pt x="176203" y="4577328"/>
                </a:lnTo>
                <a:close/>
              </a:path>
            </a:pathLst>
          </a:cu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4" name="Прямоугольник 3"/>
          <p:cNvSpPr/>
          <p:nvPr userDrawn="1"/>
        </p:nvSpPr>
        <p:spPr bwMode="auto">
          <a:xfrm>
            <a:off x="-508894" y="0"/>
            <a:ext cx="329783" cy="1274163"/>
          </a:xfrm>
          <a:prstGeom prst="rect">
            <a:avLst/>
          </a:pr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5" name="Прямоугольник 4"/>
          <p:cNvSpPr/>
          <p:nvPr userDrawn="1"/>
        </p:nvSpPr>
        <p:spPr bwMode="auto">
          <a:xfrm>
            <a:off x="-508894" y="1294334"/>
            <a:ext cx="329783" cy="12741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ln>
                <a:solidFill>
                  <a:schemeClr val="tx1">
                    <a:lumMod val="75000"/>
                    <a:lumOff val="25000"/>
                  </a:schemeClr>
                </a:solidFill>
              </a:ln>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preserve="1" userDrawn="1">
  <p:cSld name="3">
    <p:bg>
      <p:bgRef idx="1001">
        <a:schemeClr val="bg2"/>
      </p:bgRef>
    </p:bg>
    <p:spTree>
      <p:nvGrpSpPr>
        <p:cNvPr id="1" name=""/>
        <p:cNvGrpSpPr/>
        <p:nvPr/>
      </p:nvGrpSpPr>
      <p:grpSpPr bwMode="auto">
        <a:xfrm>
          <a:off x="0" y="0"/>
          <a:ext cx="0" cy="0"/>
          <a:chOff x="0" y="0"/>
          <a:chExt cx="0" cy="0"/>
        </a:xfrm>
      </p:grpSpPr>
      <p:sp>
        <p:nvSpPr>
          <p:cNvPr id="8" name="Полилиния 7"/>
          <p:cNvSpPr/>
          <p:nvPr userDrawn="1"/>
        </p:nvSpPr>
        <p:spPr bwMode="auto">
          <a:xfrm rot="7800869">
            <a:off x="9745572" y="912737"/>
            <a:ext cx="2315711" cy="3145127"/>
          </a:xfrm>
          <a:custGeom>
            <a:avLst/>
            <a:gdLst>
              <a:gd name="connsiteX0" fmla="*/ 2568102 w 2568102"/>
              <a:gd name="connsiteY0" fmla="*/ 0 h 2373549"/>
              <a:gd name="connsiteX1" fmla="*/ 612842 w 2568102"/>
              <a:gd name="connsiteY1" fmla="*/ 1040860 h 2373549"/>
              <a:gd name="connsiteX2" fmla="*/ 0 w 2568102"/>
              <a:gd name="connsiteY2" fmla="*/ 2373549 h 2373549"/>
              <a:gd name="connsiteX3" fmla="*/ 2538919 w 2568102"/>
              <a:gd name="connsiteY3" fmla="*/ 1031132 h 2373549"/>
              <a:gd name="connsiteX0" fmla="*/ 3108642 w 3108642"/>
              <a:gd name="connsiteY0" fmla="*/ 0 h 2373549"/>
              <a:gd name="connsiteX1" fmla="*/ 0 w 3108642"/>
              <a:gd name="connsiteY1" fmla="*/ 1490205 h 2373549"/>
              <a:gd name="connsiteX2" fmla="*/ 540540 w 3108642"/>
              <a:gd name="connsiteY2" fmla="*/ 2373549 h 2373549"/>
              <a:gd name="connsiteX3" fmla="*/ 3079459 w 3108642"/>
              <a:gd name="connsiteY3" fmla="*/ 1031132 h 2373549"/>
              <a:gd name="connsiteX0" fmla="*/ 3206260 w 3206260"/>
              <a:gd name="connsiteY0" fmla="*/ 0 h 2373549"/>
              <a:gd name="connsiteX1" fmla="*/ 0 w 3206260"/>
              <a:gd name="connsiteY1" fmla="*/ 1552051 h 2373549"/>
              <a:gd name="connsiteX2" fmla="*/ 638158 w 3206260"/>
              <a:gd name="connsiteY2" fmla="*/ 2373549 h 2373549"/>
              <a:gd name="connsiteX3" fmla="*/ 3177077 w 3206260"/>
              <a:gd name="connsiteY3" fmla="*/ 1031132 h 2373549"/>
              <a:gd name="connsiteX0" fmla="*/ 3230971 w 3230971"/>
              <a:gd name="connsiteY0" fmla="*/ 0 h 2373549"/>
              <a:gd name="connsiteX1" fmla="*/ 0 w 3230971"/>
              <a:gd name="connsiteY1" fmla="*/ 1549912 h 2373549"/>
              <a:gd name="connsiteX2" fmla="*/ 662869 w 3230971"/>
              <a:gd name="connsiteY2" fmla="*/ 2373549 h 2373549"/>
              <a:gd name="connsiteX3" fmla="*/ 3201788 w 3230971"/>
              <a:gd name="connsiteY3" fmla="*/ 1031132 h 2373549"/>
              <a:gd name="connsiteX0" fmla="*/ 1308021 w 3201788"/>
              <a:gd name="connsiteY0" fmla="*/ 0 h 2778516"/>
              <a:gd name="connsiteX1" fmla="*/ 0 w 3201788"/>
              <a:gd name="connsiteY1" fmla="*/ 1954879 h 2778516"/>
              <a:gd name="connsiteX2" fmla="*/ 662869 w 3201788"/>
              <a:gd name="connsiteY2" fmla="*/ 2778516 h 2778516"/>
              <a:gd name="connsiteX3" fmla="*/ 3201788 w 3201788"/>
              <a:gd name="connsiteY3" fmla="*/ 1436099 h 2778516"/>
              <a:gd name="connsiteX0" fmla="*/ 1308021 w 2083020"/>
              <a:gd name="connsiteY0" fmla="*/ 0 h 2778516"/>
              <a:gd name="connsiteX1" fmla="*/ 0 w 2083020"/>
              <a:gd name="connsiteY1" fmla="*/ 1954879 h 2778516"/>
              <a:gd name="connsiteX2" fmla="*/ 662869 w 2083020"/>
              <a:gd name="connsiteY2" fmla="*/ 2778516 h 2778516"/>
              <a:gd name="connsiteX3" fmla="*/ 2083020 w 2083020"/>
              <a:gd name="connsiteY3" fmla="*/ 557867 h 2778516"/>
              <a:gd name="connsiteX0" fmla="*/ 1254335 w 2029334"/>
              <a:gd name="connsiteY0" fmla="*/ 0 h 2778516"/>
              <a:gd name="connsiteX1" fmla="*/ 0 w 2029334"/>
              <a:gd name="connsiteY1" fmla="*/ 1998302 h 2778516"/>
              <a:gd name="connsiteX2" fmla="*/ 609183 w 2029334"/>
              <a:gd name="connsiteY2" fmla="*/ 2778516 h 2778516"/>
              <a:gd name="connsiteX3" fmla="*/ 2029334 w 2029334"/>
              <a:gd name="connsiteY3" fmla="*/ 557867 h 2778516"/>
              <a:gd name="connsiteX0" fmla="*/ 1527674 w 2302673"/>
              <a:gd name="connsiteY0" fmla="*/ 0 h 3115028"/>
              <a:gd name="connsiteX1" fmla="*/ 273339 w 2302673"/>
              <a:gd name="connsiteY1" fmla="*/ 1998302 h 3115028"/>
              <a:gd name="connsiteX2" fmla="*/ 0 w 2302673"/>
              <a:gd name="connsiteY2" fmla="*/ 3115028 h 3115028"/>
              <a:gd name="connsiteX3" fmla="*/ 2302673 w 2302673"/>
              <a:gd name="connsiteY3" fmla="*/ 557867 h 3115028"/>
              <a:gd name="connsiteX0" fmla="*/ 1666702 w 2441701"/>
              <a:gd name="connsiteY0" fmla="*/ 0 h 3276438"/>
              <a:gd name="connsiteX1" fmla="*/ 412367 w 2441701"/>
              <a:gd name="connsiteY1" fmla="*/ 1998302 h 3276438"/>
              <a:gd name="connsiteX2" fmla="*/ 0 w 2441701"/>
              <a:gd name="connsiteY2" fmla="*/ 3276438 h 3276438"/>
              <a:gd name="connsiteX3" fmla="*/ 2441701 w 2441701"/>
              <a:gd name="connsiteY3" fmla="*/ 557867 h 3276438"/>
              <a:gd name="connsiteX0" fmla="*/ 1540712 w 2315711"/>
              <a:gd name="connsiteY0" fmla="*/ 0 h 3145127"/>
              <a:gd name="connsiteX1" fmla="*/ 286377 w 2315711"/>
              <a:gd name="connsiteY1" fmla="*/ 1998302 h 3145127"/>
              <a:gd name="connsiteX2" fmla="*/ 0 w 2315711"/>
              <a:gd name="connsiteY2" fmla="*/ 3145127 h 3145127"/>
              <a:gd name="connsiteX3" fmla="*/ 2315711 w 2315711"/>
              <a:gd name="connsiteY3" fmla="*/ 557867 h 3145127"/>
              <a:gd name="connsiteX0" fmla="*/ 1540712 w 2315711"/>
              <a:gd name="connsiteY0" fmla="*/ 0 h 3145127"/>
              <a:gd name="connsiteX1" fmla="*/ 251469 w 2315711"/>
              <a:gd name="connsiteY1" fmla="*/ 2040377 h 3145127"/>
              <a:gd name="connsiteX2" fmla="*/ 0 w 2315711"/>
              <a:gd name="connsiteY2" fmla="*/ 3145127 h 3145127"/>
              <a:gd name="connsiteX3" fmla="*/ 2315711 w 2315711"/>
              <a:gd name="connsiteY3" fmla="*/ 557867 h 3145127"/>
            </a:gdLst>
            <a:ahLst/>
            <a:cxnLst>
              <a:cxn ang="0">
                <a:pos x="connsiteX0" y="connsiteY0"/>
              </a:cxn>
              <a:cxn ang="0">
                <a:pos x="connsiteX1" y="connsiteY1"/>
              </a:cxn>
              <a:cxn ang="0">
                <a:pos x="connsiteX2" y="connsiteY2"/>
              </a:cxn>
              <a:cxn ang="0">
                <a:pos x="connsiteX3" y="connsiteY3"/>
              </a:cxn>
            </a:cxnLst>
            <a:rect l="l" t="t" r="r" b="b"/>
            <a:pathLst>
              <a:path w="2315711" h="3145127" extrusionOk="0">
                <a:moveTo>
                  <a:pt x="1540712" y="0"/>
                </a:moveTo>
                <a:lnTo>
                  <a:pt x="251469" y="2040377"/>
                </a:lnTo>
                <a:lnTo>
                  <a:pt x="0" y="3145127"/>
                </a:lnTo>
                <a:lnTo>
                  <a:pt x="2315711" y="557867"/>
                </a:lnTo>
              </a:path>
            </a:pathLst>
          </a:custGeom>
          <a:solidFill>
            <a:srgbClr val="2C4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9" name="Полилиния 8"/>
          <p:cNvSpPr/>
          <p:nvPr userDrawn="1"/>
        </p:nvSpPr>
        <p:spPr bwMode="auto">
          <a:xfrm rot="20312285">
            <a:off x="9810721" y="2112700"/>
            <a:ext cx="2535935" cy="5577945"/>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2485764 w 2485764"/>
              <a:gd name="connsiteY0" fmla="*/ 0 h 5313658"/>
              <a:gd name="connsiteX1" fmla="*/ 0 w 2485764"/>
              <a:gd name="connsiteY1" fmla="*/ 4223273 h 5313658"/>
              <a:gd name="connsiteX2" fmla="*/ 1015223 w 2485764"/>
              <a:gd name="connsiteY2" fmla="*/ 5313658 h 5313658"/>
              <a:gd name="connsiteX3" fmla="*/ 2388996 w 2485764"/>
              <a:gd name="connsiteY3" fmla="*/ 1781250 h 5313658"/>
              <a:gd name="connsiteX0" fmla="*/ 2535935 w 2535935"/>
              <a:gd name="connsiteY0" fmla="*/ 0 h 5577945"/>
              <a:gd name="connsiteX1" fmla="*/ 0 w 2535935"/>
              <a:gd name="connsiteY1" fmla="*/ 4487560 h 5577945"/>
              <a:gd name="connsiteX2" fmla="*/ 1015223 w 2535935"/>
              <a:gd name="connsiteY2" fmla="*/ 5577945 h 5577945"/>
              <a:gd name="connsiteX3" fmla="*/ 2388996 w 2535935"/>
              <a:gd name="connsiteY3" fmla="*/ 2045537 h 5577945"/>
              <a:gd name="connsiteX0" fmla="*/ 2535935 w 2535935"/>
              <a:gd name="connsiteY0" fmla="*/ 0 h 5577945"/>
              <a:gd name="connsiteX1" fmla="*/ 0 w 2535935"/>
              <a:gd name="connsiteY1" fmla="*/ 4487560 h 5577945"/>
              <a:gd name="connsiteX2" fmla="*/ 1015223 w 2535935"/>
              <a:gd name="connsiteY2" fmla="*/ 5577945 h 5577945"/>
              <a:gd name="connsiteX3" fmla="*/ 2432693 w 2535935"/>
              <a:gd name="connsiteY3" fmla="*/ 2032012 h 5577945"/>
            </a:gdLst>
            <a:ahLst/>
            <a:cxnLst>
              <a:cxn ang="0">
                <a:pos x="connsiteX0" y="connsiteY0"/>
              </a:cxn>
              <a:cxn ang="0">
                <a:pos x="connsiteX1" y="connsiteY1"/>
              </a:cxn>
              <a:cxn ang="0">
                <a:pos x="connsiteX2" y="connsiteY2"/>
              </a:cxn>
              <a:cxn ang="0">
                <a:pos x="connsiteX3" y="connsiteY3"/>
              </a:cxn>
            </a:cxnLst>
            <a:rect l="l" t="t" r="r" b="b"/>
            <a:pathLst>
              <a:path w="2535935" h="5577945" extrusionOk="0">
                <a:moveTo>
                  <a:pt x="2535935" y="0"/>
                </a:moveTo>
                <a:lnTo>
                  <a:pt x="0" y="4487560"/>
                </a:lnTo>
                <a:lnTo>
                  <a:pt x="1015223" y="5577945"/>
                </a:lnTo>
                <a:lnTo>
                  <a:pt x="2432693" y="2032012"/>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0" name="Полилиния 9"/>
          <p:cNvSpPr/>
          <p:nvPr userDrawn="1"/>
        </p:nvSpPr>
        <p:spPr bwMode="auto">
          <a:xfrm rot="21092780">
            <a:off x="10291780" y="-3385605"/>
            <a:ext cx="3040515" cy="5795052"/>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030583"/>
              <a:gd name="connsiteY0" fmla="*/ 0 h 5753706"/>
              <a:gd name="connsiteX1" fmla="*/ 0 w 3030583"/>
              <a:gd name="connsiteY1" fmla="*/ 3762103 h 5753706"/>
              <a:gd name="connsiteX2" fmla="*/ 3435 w 3030583"/>
              <a:gd name="connsiteY2" fmla="*/ 5753706 h 5753706"/>
              <a:gd name="connsiteX3" fmla="*/ 2429692 w 3030583"/>
              <a:gd name="connsiteY3" fmla="*/ 1332411 h 5753706"/>
              <a:gd name="connsiteX0" fmla="*/ 3040515 w 3040515"/>
              <a:gd name="connsiteY0" fmla="*/ 0 h 5795052"/>
              <a:gd name="connsiteX1" fmla="*/ 9932 w 3040515"/>
              <a:gd name="connsiteY1" fmla="*/ 3762103 h 5795052"/>
              <a:gd name="connsiteX2" fmla="*/ 0 w 3040515"/>
              <a:gd name="connsiteY2" fmla="*/ 5795052 h 5795052"/>
              <a:gd name="connsiteX3" fmla="*/ 2439624 w 3040515"/>
              <a:gd name="connsiteY3" fmla="*/ 1332411 h 5795052"/>
            </a:gdLst>
            <a:ahLst/>
            <a:cxnLst>
              <a:cxn ang="0">
                <a:pos x="connsiteX0" y="connsiteY0"/>
              </a:cxn>
              <a:cxn ang="0">
                <a:pos x="connsiteX1" y="connsiteY1"/>
              </a:cxn>
              <a:cxn ang="0">
                <a:pos x="connsiteX2" y="connsiteY2"/>
              </a:cxn>
              <a:cxn ang="0">
                <a:pos x="connsiteX3" y="connsiteY3"/>
              </a:cxn>
            </a:cxnLst>
            <a:rect l="l" t="t" r="r" b="b"/>
            <a:pathLst>
              <a:path w="3040515" h="5795052" extrusionOk="0">
                <a:moveTo>
                  <a:pt x="3040515" y="0"/>
                </a:moveTo>
                <a:lnTo>
                  <a:pt x="9932" y="3762103"/>
                </a:lnTo>
                <a:cubicBezTo>
                  <a:pt x="6621" y="4439753"/>
                  <a:pt x="3311" y="5117402"/>
                  <a:pt x="0" y="5795052"/>
                </a:cubicBezTo>
                <a:lnTo>
                  <a:pt x="2439624" y="1332411"/>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1" name="Треугольник 16"/>
          <p:cNvSpPr/>
          <p:nvPr userDrawn="1"/>
        </p:nvSpPr>
        <p:spPr bwMode="auto">
          <a:xfrm rot="1876119">
            <a:off x="11157156" y="-3495834"/>
            <a:ext cx="1241528" cy="5919423"/>
          </a:xfrm>
          <a:custGeom>
            <a:avLst/>
            <a:gdLst>
              <a:gd name="connsiteX0" fmla="*/ 0 w 1093154"/>
              <a:gd name="connsiteY0" fmla="*/ 4970981 h 4970981"/>
              <a:gd name="connsiteX1" fmla="*/ 26881 w 1093154"/>
              <a:gd name="connsiteY1" fmla="*/ 0 h 4970981"/>
              <a:gd name="connsiteX2" fmla="*/ 1093154 w 1093154"/>
              <a:gd name="connsiteY2" fmla="*/ 4970981 h 4970981"/>
              <a:gd name="connsiteX3" fmla="*/ 0 w 1093154"/>
              <a:gd name="connsiteY3" fmla="*/ 4970981 h 4970981"/>
              <a:gd name="connsiteX0" fmla="*/ 176203 w 1066273"/>
              <a:gd name="connsiteY0" fmla="*/ 4577328 h 4970981"/>
              <a:gd name="connsiteX1" fmla="*/ 0 w 1066273"/>
              <a:gd name="connsiteY1" fmla="*/ 0 h 4970981"/>
              <a:gd name="connsiteX2" fmla="*/ 1066273 w 1066273"/>
              <a:gd name="connsiteY2" fmla="*/ 4970981 h 4970981"/>
              <a:gd name="connsiteX3" fmla="*/ 176203 w 1066273"/>
              <a:gd name="connsiteY3" fmla="*/ 4577328 h 4970981"/>
              <a:gd name="connsiteX0" fmla="*/ 176203 w 1227704"/>
              <a:gd name="connsiteY0" fmla="*/ 4577328 h 4933244"/>
              <a:gd name="connsiteX1" fmla="*/ 0 w 1227704"/>
              <a:gd name="connsiteY1" fmla="*/ 0 h 4933244"/>
              <a:gd name="connsiteX2" fmla="*/ 1227704 w 1227704"/>
              <a:gd name="connsiteY2" fmla="*/ 4933244 h 4933244"/>
              <a:gd name="connsiteX3" fmla="*/ 176203 w 1227704"/>
              <a:gd name="connsiteY3" fmla="*/ 4577328 h 4933244"/>
              <a:gd name="connsiteX0" fmla="*/ 176203 w 1241528"/>
              <a:gd name="connsiteY0" fmla="*/ 4577328 h 5919423"/>
              <a:gd name="connsiteX1" fmla="*/ 0 w 1241528"/>
              <a:gd name="connsiteY1" fmla="*/ 0 h 5919423"/>
              <a:gd name="connsiteX2" fmla="*/ 1241528 w 1241528"/>
              <a:gd name="connsiteY2" fmla="*/ 5919423 h 5919423"/>
              <a:gd name="connsiteX3" fmla="*/ 176203 w 1241528"/>
              <a:gd name="connsiteY3" fmla="*/ 4577328 h 5919423"/>
            </a:gdLst>
            <a:ahLst/>
            <a:cxnLst>
              <a:cxn ang="0">
                <a:pos x="connsiteX0" y="connsiteY0"/>
              </a:cxn>
              <a:cxn ang="0">
                <a:pos x="connsiteX1" y="connsiteY1"/>
              </a:cxn>
              <a:cxn ang="0">
                <a:pos x="connsiteX2" y="connsiteY2"/>
              </a:cxn>
              <a:cxn ang="0">
                <a:pos x="connsiteX3" y="connsiteY3"/>
              </a:cxn>
            </a:cxnLst>
            <a:rect l="l" t="t" r="r" b="b"/>
            <a:pathLst>
              <a:path w="1241528" h="5919423" extrusionOk="0">
                <a:moveTo>
                  <a:pt x="176203" y="4577328"/>
                </a:moveTo>
                <a:lnTo>
                  <a:pt x="0" y="0"/>
                </a:lnTo>
                <a:lnTo>
                  <a:pt x="1241528" y="5919423"/>
                </a:lnTo>
                <a:lnTo>
                  <a:pt x="176203" y="4577328"/>
                </a:lnTo>
                <a:close/>
              </a:path>
            </a:pathLst>
          </a:cu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2" name="Полилиния 11"/>
          <p:cNvSpPr/>
          <p:nvPr userDrawn="1"/>
        </p:nvSpPr>
        <p:spPr bwMode="auto">
          <a:xfrm rot="9441623">
            <a:off x="9782286" y="2391034"/>
            <a:ext cx="2593779" cy="5195740"/>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513197 w 2388996"/>
              <a:gd name="connsiteY0" fmla="*/ 0 h 3495691"/>
              <a:gd name="connsiteX1" fmla="*/ 0 w 2388996"/>
              <a:gd name="connsiteY1" fmla="*/ 2686632 h 3495691"/>
              <a:gd name="connsiteX2" fmla="*/ 1095519 w 2388996"/>
              <a:gd name="connsiteY2" fmla="*/ 3495691 h 3495691"/>
              <a:gd name="connsiteX3" fmla="*/ 2388996 w 2388996"/>
              <a:gd name="connsiteY3" fmla="*/ 244609 h 3495691"/>
              <a:gd name="connsiteX0" fmla="*/ 1516044 w 2391843"/>
              <a:gd name="connsiteY0" fmla="*/ 0 h 3495691"/>
              <a:gd name="connsiteX1" fmla="*/ 0 w 2391843"/>
              <a:gd name="connsiteY1" fmla="*/ 3315076 h 3495691"/>
              <a:gd name="connsiteX2" fmla="*/ 1098366 w 2391843"/>
              <a:gd name="connsiteY2" fmla="*/ 3495691 h 3495691"/>
              <a:gd name="connsiteX3" fmla="*/ 2391843 w 2391843"/>
              <a:gd name="connsiteY3" fmla="*/ 244609 h 3495691"/>
              <a:gd name="connsiteX0" fmla="*/ 1516044 w 2619152"/>
              <a:gd name="connsiteY0" fmla="*/ 0 h 3495691"/>
              <a:gd name="connsiteX1" fmla="*/ 0 w 2619152"/>
              <a:gd name="connsiteY1" fmla="*/ 3315076 h 3495691"/>
              <a:gd name="connsiteX2" fmla="*/ 1098366 w 2619152"/>
              <a:gd name="connsiteY2" fmla="*/ 3495691 h 3495691"/>
              <a:gd name="connsiteX3" fmla="*/ 2619152 w 2619152"/>
              <a:gd name="connsiteY3" fmla="*/ 654229 h 3495691"/>
              <a:gd name="connsiteX0" fmla="*/ 1516044 w 2619152"/>
              <a:gd name="connsiteY0" fmla="*/ 0 h 3478570"/>
              <a:gd name="connsiteX1" fmla="*/ 0 w 2619152"/>
              <a:gd name="connsiteY1" fmla="*/ 3315076 h 3478570"/>
              <a:gd name="connsiteX2" fmla="*/ 1012913 w 2619152"/>
              <a:gd name="connsiteY2" fmla="*/ 3478570 h 3478570"/>
              <a:gd name="connsiteX3" fmla="*/ 2619152 w 2619152"/>
              <a:gd name="connsiteY3" fmla="*/ 654229 h 3478570"/>
              <a:gd name="connsiteX0" fmla="*/ 1740852 w 2619152"/>
              <a:gd name="connsiteY0" fmla="*/ 0 h 3440366"/>
              <a:gd name="connsiteX1" fmla="*/ 0 w 2619152"/>
              <a:gd name="connsiteY1" fmla="*/ 3276872 h 3440366"/>
              <a:gd name="connsiteX2" fmla="*/ 1012913 w 2619152"/>
              <a:gd name="connsiteY2" fmla="*/ 3440366 h 3440366"/>
              <a:gd name="connsiteX3" fmla="*/ 2619152 w 2619152"/>
              <a:gd name="connsiteY3" fmla="*/ 616025 h 3440366"/>
              <a:gd name="connsiteX0" fmla="*/ 1740852 w 2619152"/>
              <a:gd name="connsiteY0" fmla="*/ 0 h 5195740"/>
              <a:gd name="connsiteX1" fmla="*/ 0 w 2619152"/>
              <a:gd name="connsiteY1" fmla="*/ 3276872 h 5195740"/>
              <a:gd name="connsiteX2" fmla="*/ 25373 w 2619152"/>
              <a:gd name="connsiteY2" fmla="*/ 5195740 h 5195740"/>
              <a:gd name="connsiteX3" fmla="*/ 2619152 w 2619152"/>
              <a:gd name="connsiteY3" fmla="*/ 616025 h 5195740"/>
              <a:gd name="connsiteX0" fmla="*/ 1715479 w 2593779"/>
              <a:gd name="connsiteY0" fmla="*/ 0 h 5195740"/>
              <a:gd name="connsiteX1" fmla="*/ 172489 w 2593779"/>
              <a:gd name="connsiteY1" fmla="*/ 3173630 h 5195740"/>
              <a:gd name="connsiteX2" fmla="*/ 0 w 2593779"/>
              <a:gd name="connsiteY2" fmla="*/ 5195740 h 5195740"/>
              <a:gd name="connsiteX3" fmla="*/ 2593779 w 2593779"/>
              <a:gd name="connsiteY3" fmla="*/ 616025 h 5195740"/>
            </a:gdLst>
            <a:ahLst/>
            <a:cxnLst>
              <a:cxn ang="0">
                <a:pos x="connsiteX0" y="connsiteY0"/>
              </a:cxn>
              <a:cxn ang="0">
                <a:pos x="connsiteX1" y="connsiteY1"/>
              </a:cxn>
              <a:cxn ang="0">
                <a:pos x="connsiteX2" y="connsiteY2"/>
              </a:cxn>
              <a:cxn ang="0">
                <a:pos x="connsiteX3" y="connsiteY3"/>
              </a:cxn>
            </a:cxnLst>
            <a:rect l="l" t="t" r="r" b="b"/>
            <a:pathLst>
              <a:path w="2593779" h="5195740" extrusionOk="0">
                <a:moveTo>
                  <a:pt x="1715479" y="0"/>
                </a:moveTo>
                <a:lnTo>
                  <a:pt x="172489" y="3173630"/>
                </a:lnTo>
                <a:lnTo>
                  <a:pt x="0" y="5195740"/>
                </a:lnTo>
                <a:lnTo>
                  <a:pt x="2593779" y="616025"/>
                </a:lnTo>
              </a:path>
            </a:pathLst>
          </a:custGeom>
          <a:noFill/>
          <a:ln w="317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3" name="Полилиния 12"/>
          <p:cNvSpPr/>
          <p:nvPr userDrawn="1"/>
        </p:nvSpPr>
        <p:spPr bwMode="auto">
          <a:xfrm rot="20312285">
            <a:off x="436515" y="5292936"/>
            <a:ext cx="5229333" cy="3807290"/>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513197 w 2551022"/>
              <a:gd name="connsiteY0" fmla="*/ 0 h 3598113"/>
              <a:gd name="connsiteX1" fmla="*/ 0 w 2551022"/>
              <a:gd name="connsiteY1" fmla="*/ 2686632 h 3598113"/>
              <a:gd name="connsiteX2" fmla="*/ 2551022 w 2551022"/>
              <a:gd name="connsiteY2" fmla="*/ 3598113 h 3598113"/>
              <a:gd name="connsiteX3" fmla="*/ 2388996 w 2551022"/>
              <a:gd name="connsiteY3" fmla="*/ 244609 h 3598113"/>
              <a:gd name="connsiteX0" fmla="*/ 157108 w 1194933"/>
              <a:gd name="connsiteY0" fmla="*/ 0 h 4235603"/>
              <a:gd name="connsiteX1" fmla="*/ 0 w 1194933"/>
              <a:gd name="connsiteY1" fmla="*/ 4235603 h 4235603"/>
              <a:gd name="connsiteX2" fmla="*/ 1194933 w 1194933"/>
              <a:gd name="connsiteY2" fmla="*/ 3598113 h 4235603"/>
              <a:gd name="connsiteX3" fmla="*/ 1032907 w 1194933"/>
              <a:gd name="connsiteY3" fmla="*/ 244609 h 4235603"/>
              <a:gd name="connsiteX0" fmla="*/ 48814 w 1086639"/>
              <a:gd name="connsiteY0" fmla="*/ 0 h 3811893"/>
              <a:gd name="connsiteX1" fmla="*/ 0 w 1086639"/>
              <a:gd name="connsiteY1" fmla="*/ 3811893 h 3811893"/>
              <a:gd name="connsiteX2" fmla="*/ 1086639 w 1086639"/>
              <a:gd name="connsiteY2" fmla="*/ 3598113 h 3811893"/>
              <a:gd name="connsiteX3" fmla="*/ 924613 w 1086639"/>
              <a:gd name="connsiteY3" fmla="*/ 244609 h 3811893"/>
              <a:gd name="connsiteX0" fmla="*/ 138496 w 1176321"/>
              <a:gd name="connsiteY0" fmla="*/ 0 h 3976471"/>
              <a:gd name="connsiteX1" fmla="*/ 0 w 1176321"/>
              <a:gd name="connsiteY1" fmla="*/ 3976471 h 3976471"/>
              <a:gd name="connsiteX2" fmla="*/ 1176321 w 1176321"/>
              <a:gd name="connsiteY2" fmla="*/ 3598113 h 3976471"/>
              <a:gd name="connsiteX3" fmla="*/ 1014295 w 1176321"/>
              <a:gd name="connsiteY3" fmla="*/ 244609 h 3976471"/>
              <a:gd name="connsiteX0" fmla="*/ 477585 w 1176321"/>
              <a:gd name="connsiteY0" fmla="*/ 396618 h 3731862"/>
              <a:gd name="connsiteX1" fmla="*/ 0 w 1176321"/>
              <a:gd name="connsiteY1" fmla="*/ 3731862 h 3731862"/>
              <a:gd name="connsiteX2" fmla="*/ 1176321 w 1176321"/>
              <a:gd name="connsiteY2" fmla="*/ 3353504 h 3731862"/>
              <a:gd name="connsiteX3" fmla="*/ 1014295 w 1176321"/>
              <a:gd name="connsiteY3" fmla="*/ 0 h 3731862"/>
              <a:gd name="connsiteX0" fmla="*/ 477585 w 1403735"/>
              <a:gd name="connsiteY0" fmla="*/ 243513 h 3578757"/>
              <a:gd name="connsiteX1" fmla="*/ 0 w 1403735"/>
              <a:gd name="connsiteY1" fmla="*/ 3578757 h 3578757"/>
              <a:gd name="connsiteX2" fmla="*/ 1176321 w 1403735"/>
              <a:gd name="connsiteY2" fmla="*/ 3200399 h 3578757"/>
              <a:gd name="connsiteX3" fmla="*/ 1403735 w 1403735"/>
              <a:gd name="connsiteY3" fmla="*/ 0 h 3578757"/>
              <a:gd name="connsiteX0" fmla="*/ 477585 w 1403735"/>
              <a:gd name="connsiteY0" fmla="*/ 243513 h 3578757"/>
              <a:gd name="connsiteX1" fmla="*/ 0 w 1403735"/>
              <a:gd name="connsiteY1" fmla="*/ 3578757 h 3578757"/>
              <a:gd name="connsiteX2" fmla="*/ 1142051 w 1403735"/>
              <a:gd name="connsiteY2" fmla="*/ 3245211 h 3578757"/>
              <a:gd name="connsiteX3" fmla="*/ 1403735 w 1403735"/>
              <a:gd name="connsiteY3" fmla="*/ 0 h 3578757"/>
              <a:gd name="connsiteX0" fmla="*/ 477585 w 1403735"/>
              <a:gd name="connsiteY0" fmla="*/ 243513 h 3578757"/>
              <a:gd name="connsiteX1" fmla="*/ 0 w 1403735"/>
              <a:gd name="connsiteY1" fmla="*/ 3578757 h 3578757"/>
              <a:gd name="connsiteX2" fmla="*/ 1151052 w 1403735"/>
              <a:gd name="connsiteY2" fmla="*/ 3307035 h 3578757"/>
              <a:gd name="connsiteX3" fmla="*/ 1403735 w 1403735"/>
              <a:gd name="connsiteY3" fmla="*/ 0 h 3578757"/>
              <a:gd name="connsiteX0" fmla="*/ 0 w 5299938"/>
              <a:gd name="connsiteY0" fmla="*/ 0 h 3807290"/>
              <a:gd name="connsiteX1" fmla="*/ 3896203 w 5299938"/>
              <a:gd name="connsiteY1" fmla="*/ 3807290 h 3807290"/>
              <a:gd name="connsiteX2" fmla="*/ 5047255 w 5299938"/>
              <a:gd name="connsiteY2" fmla="*/ 3535568 h 3807290"/>
              <a:gd name="connsiteX3" fmla="*/ 5299938 w 5299938"/>
              <a:gd name="connsiteY3" fmla="*/ 228533 h 3807290"/>
              <a:gd name="connsiteX0" fmla="*/ 0 w 5047255"/>
              <a:gd name="connsiteY0" fmla="*/ 0 h 3807290"/>
              <a:gd name="connsiteX1" fmla="*/ 3896203 w 5047255"/>
              <a:gd name="connsiteY1" fmla="*/ 3807290 h 3807290"/>
              <a:gd name="connsiteX2" fmla="*/ 5047255 w 5047255"/>
              <a:gd name="connsiteY2" fmla="*/ 3535568 h 3807290"/>
              <a:gd name="connsiteX3" fmla="*/ 427071 w 5047255"/>
              <a:gd name="connsiteY3" fmla="*/ 211618 h 3807290"/>
              <a:gd name="connsiteX0" fmla="*/ 0 w 5229333"/>
              <a:gd name="connsiteY0" fmla="*/ 0 h 3807290"/>
              <a:gd name="connsiteX1" fmla="*/ 3896203 w 5229333"/>
              <a:gd name="connsiteY1" fmla="*/ 3807290 h 3807290"/>
              <a:gd name="connsiteX2" fmla="*/ 5229333 w 5229333"/>
              <a:gd name="connsiteY2" fmla="*/ 3353238 h 3807290"/>
              <a:gd name="connsiteX3" fmla="*/ 427071 w 5229333"/>
              <a:gd name="connsiteY3" fmla="*/ 211618 h 3807290"/>
            </a:gdLst>
            <a:ahLst/>
            <a:cxnLst>
              <a:cxn ang="0">
                <a:pos x="connsiteX0" y="connsiteY0"/>
              </a:cxn>
              <a:cxn ang="0">
                <a:pos x="connsiteX1" y="connsiteY1"/>
              </a:cxn>
              <a:cxn ang="0">
                <a:pos x="connsiteX2" y="connsiteY2"/>
              </a:cxn>
              <a:cxn ang="0">
                <a:pos x="connsiteX3" y="connsiteY3"/>
              </a:cxn>
            </a:cxnLst>
            <a:rect l="l" t="t" r="r" b="b"/>
            <a:pathLst>
              <a:path w="5229333" h="3807290" extrusionOk="0">
                <a:moveTo>
                  <a:pt x="0" y="0"/>
                </a:moveTo>
                <a:lnTo>
                  <a:pt x="3896203" y="3807290"/>
                </a:lnTo>
                <a:lnTo>
                  <a:pt x="5229333" y="3353238"/>
                </a:lnTo>
                <a:lnTo>
                  <a:pt x="427071" y="211618"/>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4" name="Полилиния 13"/>
          <p:cNvSpPr/>
          <p:nvPr userDrawn="1"/>
        </p:nvSpPr>
        <p:spPr bwMode="auto">
          <a:xfrm rot="7800869">
            <a:off x="-724768" y="5986164"/>
            <a:ext cx="1150123" cy="1452818"/>
          </a:xfrm>
          <a:custGeom>
            <a:avLst/>
            <a:gdLst>
              <a:gd name="connsiteX0" fmla="*/ 2568102 w 2568102"/>
              <a:gd name="connsiteY0" fmla="*/ 0 h 2373549"/>
              <a:gd name="connsiteX1" fmla="*/ 612842 w 2568102"/>
              <a:gd name="connsiteY1" fmla="*/ 1040860 h 2373549"/>
              <a:gd name="connsiteX2" fmla="*/ 0 w 2568102"/>
              <a:gd name="connsiteY2" fmla="*/ 2373549 h 2373549"/>
              <a:gd name="connsiteX3" fmla="*/ 2538919 w 2568102"/>
              <a:gd name="connsiteY3" fmla="*/ 1031132 h 2373549"/>
              <a:gd name="connsiteX0" fmla="*/ 3108642 w 3108642"/>
              <a:gd name="connsiteY0" fmla="*/ 0 h 2373549"/>
              <a:gd name="connsiteX1" fmla="*/ 0 w 3108642"/>
              <a:gd name="connsiteY1" fmla="*/ 1490205 h 2373549"/>
              <a:gd name="connsiteX2" fmla="*/ 540540 w 3108642"/>
              <a:gd name="connsiteY2" fmla="*/ 2373549 h 2373549"/>
              <a:gd name="connsiteX3" fmla="*/ 3079459 w 3108642"/>
              <a:gd name="connsiteY3" fmla="*/ 1031132 h 2373549"/>
              <a:gd name="connsiteX0" fmla="*/ 3206260 w 3206260"/>
              <a:gd name="connsiteY0" fmla="*/ 0 h 2373549"/>
              <a:gd name="connsiteX1" fmla="*/ 0 w 3206260"/>
              <a:gd name="connsiteY1" fmla="*/ 1552051 h 2373549"/>
              <a:gd name="connsiteX2" fmla="*/ 638158 w 3206260"/>
              <a:gd name="connsiteY2" fmla="*/ 2373549 h 2373549"/>
              <a:gd name="connsiteX3" fmla="*/ 3177077 w 3206260"/>
              <a:gd name="connsiteY3" fmla="*/ 1031132 h 2373549"/>
              <a:gd name="connsiteX0" fmla="*/ 3230971 w 3230971"/>
              <a:gd name="connsiteY0" fmla="*/ 0 h 2373549"/>
              <a:gd name="connsiteX1" fmla="*/ 0 w 3230971"/>
              <a:gd name="connsiteY1" fmla="*/ 1549912 h 2373549"/>
              <a:gd name="connsiteX2" fmla="*/ 662869 w 3230971"/>
              <a:gd name="connsiteY2" fmla="*/ 2373549 h 2373549"/>
              <a:gd name="connsiteX3" fmla="*/ 3201788 w 3230971"/>
              <a:gd name="connsiteY3" fmla="*/ 1031132 h 2373549"/>
              <a:gd name="connsiteX0" fmla="*/ 1308021 w 3201788"/>
              <a:gd name="connsiteY0" fmla="*/ 0 h 2778516"/>
              <a:gd name="connsiteX1" fmla="*/ 0 w 3201788"/>
              <a:gd name="connsiteY1" fmla="*/ 1954879 h 2778516"/>
              <a:gd name="connsiteX2" fmla="*/ 662869 w 3201788"/>
              <a:gd name="connsiteY2" fmla="*/ 2778516 h 2778516"/>
              <a:gd name="connsiteX3" fmla="*/ 3201788 w 3201788"/>
              <a:gd name="connsiteY3" fmla="*/ 1436099 h 2778516"/>
              <a:gd name="connsiteX0" fmla="*/ 1308021 w 2083020"/>
              <a:gd name="connsiteY0" fmla="*/ 0 h 2778516"/>
              <a:gd name="connsiteX1" fmla="*/ 0 w 2083020"/>
              <a:gd name="connsiteY1" fmla="*/ 1954879 h 2778516"/>
              <a:gd name="connsiteX2" fmla="*/ 662869 w 2083020"/>
              <a:gd name="connsiteY2" fmla="*/ 2778516 h 2778516"/>
              <a:gd name="connsiteX3" fmla="*/ 2083020 w 2083020"/>
              <a:gd name="connsiteY3" fmla="*/ 557867 h 2778516"/>
              <a:gd name="connsiteX0" fmla="*/ 1254335 w 2029334"/>
              <a:gd name="connsiteY0" fmla="*/ 0 h 2778516"/>
              <a:gd name="connsiteX1" fmla="*/ 0 w 2029334"/>
              <a:gd name="connsiteY1" fmla="*/ 1998302 h 2778516"/>
              <a:gd name="connsiteX2" fmla="*/ 609183 w 2029334"/>
              <a:gd name="connsiteY2" fmla="*/ 2778516 h 2778516"/>
              <a:gd name="connsiteX3" fmla="*/ 2029334 w 2029334"/>
              <a:gd name="connsiteY3" fmla="*/ 557867 h 2778516"/>
              <a:gd name="connsiteX0" fmla="*/ 1527674 w 2302673"/>
              <a:gd name="connsiteY0" fmla="*/ 0 h 3115028"/>
              <a:gd name="connsiteX1" fmla="*/ 273339 w 2302673"/>
              <a:gd name="connsiteY1" fmla="*/ 1998302 h 3115028"/>
              <a:gd name="connsiteX2" fmla="*/ 0 w 2302673"/>
              <a:gd name="connsiteY2" fmla="*/ 3115028 h 3115028"/>
              <a:gd name="connsiteX3" fmla="*/ 2302673 w 2302673"/>
              <a:gd name="connsiteY3" fmla="*/ 557867 h 3115028"/>
              <a:gd name="connsiteX0" fmla="*/ 1666702 w 2441701"/>
              <a:gd name="connsiteY0" fmla="*/ 0 h 3276438"/>
              <a:gd name="connsiteX1" fmla="*/ 412367 w 2441701"/>
              <a:gd name="connsiteY1" fmla="*/ 1998302 h 3276438"/>
              <a:gd name="connsiteX2" fmla="*/ 0 w 2441701"/>
              <a:gd name="connsiteY2" fmla="*/ 3276438 h 3276438"/>
              <a:gd name="connsiteX3" fmla="*/ 2441701 w 2441701"/>
              <a:gd name="connsiteY3" fmla="*/ 557867 h 3276438"/>
              <a:gd name="connsiteX0" fmla="*/ 1540712 w 2315711"/>
              <a:gd name="connsiteY0" fmla="*/ 0 h 3145127"/>
              <a:gd name="connsiteX1" fmla="*/ 286377 w 2315711"/>
              <a:gd name="connsiteY1" fmla="*/ 1998302 h 3145127"/>
              <a:gd name="connsiteX2" fmla="*/ 0 w 2315711"/>
              <a:gd name="connsiteY2" fmla="*/ 3145127 h 3145127"/>
              <a:gd name="connsiteX3" fmla="*/ 2315711 w 2315711"/>
              <a:gd name="connsiteY3" fmla="*/ 557867 h 3145127"/>
              <a:gd name="connsiteX0" fmla="*/ 1540712 w 2315711"/>
              <a:gd name="connsiteY0" fmla="*/ 0 h 3145127"/>
              <a:gd name="connsiteX1" fmla="*/ 251469 w 2315711"/>
              <a:gd name="connsiteY1" fmla="*/ 2040377 h 3145127"/>
              <a:gd name="connsiteX2" fmla="*/ 0 w 2315711"/>
              <a:gd name="connsiteY2" fmla="*/ 3145127 h 3145127"/>
              <a:gd name="connsiteX3" fmla="*/ 2315711 w 2315711"/>
              <a:gd name="connsiteY3" fmla="*/ 557867 h 3145127"/>
              <a:gd name="connsiteX0" fmla="*/ 1540712 w 2565826"/>
              <a:gd name="connsiteY0" fmla="*/ 0 h 3145127"/>
              <a:gd name="connsiteX1" fmla="*/ 251469 w 2565826"/>
              <a:gd name="connsiteY1" fmla="*/ 2040377 h 3145127"/>
              <a:gd name="connsiteX2" fmla="*/ 0 w 2565826"/>
              <a:gd name="connsiteY2" fmla="*/ 3145127 h 3145127"/>
              <a:gd name="connsiteX3" fmla="*/ 2565826 w 2565826"/>
              <a:gd name="connsiteY3" fmla="*/ 1255762 h 3145127"/>
              <a:gd name="connsiteX0" fmla="*/ 1289243 w 3348791"/>
              <a:gd name="connsiteY0" fmla="*/ 0 h 2174645"/>
              <a:gd name="connsiteX1" fmla="*/ 0 w 3348791"/>
              <a:gd name="connsiteY1" fmla="*/ 2040377 h 2174645"/>
              <a:gd name="connsiteX2" fmla="*/ 3348791 w 3348791"/>
              <a:gd name="connsiteY2" fmla="*/ 2174645 h 2174645"/>
              <a:gd name="connsiteX3" fmla="*/ 2314357 w 3348791"/>
              <a:gd name="connsiteY3" fmla="*/ 1255762 h 2174645"/>
              <a:gd name="connsiteX0" fmla="*/ 0 w 2059548"/>
              <a:gd name="connsiteY0" fmla="*/ 0 h 2563519"/>
              <a:gd name="connsiteX1" fmla="*/ 1065195 w 2059548"/>
              <a:gd name="connsiteY1" fmla="*/ 2563519 h 2563519"/>
              <a:gd name="connsiteX2" fmla="*/ 2059548 w 2059548"/>
              <a:gd name="connsiteY2" fmla="*/ 2174645 h 2563519"/>
              <a:gd name="connsiteX3" fmla="*/ 1025114 w 2059548"/>
              <a:gd name="connsiteY3" fmla="*/ 1255762 h 2563519"/>
              <a:gd name="connsiteX0" fmla="*/ 0 w 1264904"/>
              <a:gd name="connsiteY0" fmla="*/ 0 h 1365151"/>
              <a:gd name="connsiteX1" fmla="*/ 270551 w 1264904"/>
              <a:gd name="connsiteY1" fmla="*/ 1365151 h 1365151"/>
              <a:gd name="connsiteX2" fmla="*/ 1264904 w 1264904"/>
              <a:gd name="connsiteY2" fmla="*/ 976277 h 1365151"/>
              <a:gd name="connsiteX3" fmla="*/ 230470 w 1264904"/>
              <a:gd name="connsiteY3" fmla="*/ 57394 h 1365151"/>
              <a:gd name="connsiteX0" fmla="*/ 0 w 1264904"/>
              <a:gd name="connsiteY0" fmla="*/ 0 h 976277"/>
              <a:gd name="connsiteX1" fmla="*/ 973878 w 1264904"/>
              <a:gd name="connsiteY1" fmla="*/ 935526 h 976277"/>
              <a:gd name="connsiteX2" fmla="*/ 1264904 w 1264904"/>
              <a:gd name="connsiteY2" fmla="*/ 976277 h 976277"/>
              <a:gd name="connsiteX3" fmla="*/ 230470 w 1264904"/>
              <a:gd name="connsiteY3" fmla="*/ 57394 h 976277"/>
              <a:gd name="connsiteX0" fmla="*/ 0 w 1285461"/>
              <a:gd name="connsiteY0" fmla="*/ 0 h 935526"/>
              <a:gd name="connsiteX1" fmla="*/ 973878 w 1285461"/>
              <a:gd name="connsiteY1" fmla="*/ 935526 h 935526"/>
              <a:gd name="connsiteX2" fmla="*/ 1285461 w 1285461"/>
              <a:gd name="connsiteY2" fmla="*/ 624969 h 935526"/>
              <a:gd name="connsiteX3" fmla="*/ 230470 w 1285461"/>
              <a:gd name="connsiteY3" fmla="*/ 57394 h 935526"/>
              <a:gd name="connsiteX0" fmla="*/ 0 w 1285461"/>
              <a:gd name="connsiteY0" fmla="*/ 0 h 1150381"/>
              <a:gd name="connsiteX1" fmla="*/ 776904 w 1285461"/>
              <a:gd name="connsiteY1" fmla="*/ 1150381 h 1150381"/>
              <a:gd name="connsiteX2" fmla="*/ 1285461 w 1285461"/>
              <a:gd name="connsiteY2" fmla="*/ 624969 h 1150381"/>
              <a:gd name="connsiteX3" fmla="*/ 230470 w 1285461"/>
              <a:gd name="connsiteY3" fmla="*/ 57394 h 1150381"/>
              <a:gd name="connsiteX0" fmla="*/ 0 w 1226551"/>
              <a:gd name="connsiteY0" fmla="*/ 0 h 1131791"/>
              <a:gd name="connsiteX1" fmla="*/ 717994 w 1226551"/>
              <a:gd name="connsiteY1" fmla="*/ 1131791 h 1131791"/>
              <a:gd name="connsiteX2" fmla="*/ 1226551 w 1226551"/>
              <a:gd name="connsiteY2" fmla="*/ 606379 h 1131791"/>
              <a:gd name="connsiteX3" fmla="*/ 171560 w 1226551"/>
              <a:gd name="connsiteY3" fmla="*/ 38804 h 1131791"/>
              <a:gd name="connsiteX0" fmla="*/ 0 w 1288061"/>
              <a:gd name="connsiteY0" fmla="*/ 0 h 1197687"/>
              <a:gd name="connsiteX1" fmla="*/ 779504 w 1288061"/>
              <a:gd name="connsiteY1" fmla="*/ 1197687 h 1197687"/>
              <a:gd name="connsiteX2" fmla="*/ 1288061 w 1288061"/>
              <a:gd name="connsiteY2" fmla="*/ 672275 h 1197687"/>
              <a:gd name="connsiteX3" fmla="*/ 233070 w 1288061"/>
              <a:gd name="connsiteY3" fmla="*/ 104700 h 1197687"/>
              <a:gd name="connsiteX0" fmla="*/ 0 w 1150123"/>
              <a:gd name="connsiteY0" fmla="*/ 125919 h 1092987"/>
              <a:gd name="connsiteX1" fmla="*/ 641566 w 1150123"/>
              <a:gd name="connsiteY1" fmla="*/ 1092987 h 1092987"/>
              <a:gd name="connsiteX2" fmla="*/ 1150123 w 1150123"/>
              <a:gd name="connsiteY2" fmla="*/ 567575 h 1092987"/>
              <a:gd name="connsiteX3" fmla="*/ 95132 w 1150123"/>
              <a:gd name="connsiteY3" fmla="*/ 0 h 1092987"/>
              <a:gd name="connsiteX0" fmla="*/ 0 w 1150123"/>
              <a:gd name="connsiteY0" fmla="*/ 485750 h 1452818"/>
              <a:gd name="connsiteX1" fmla="*/ 641566 w 1150123"/>
              <a:gd name="connsiteY1" fmla="*/ 1452818 h 1452818"/>
              <a:gd name="connsiteX2" fmla="*/ 1150123 w 1150123"/>
              <a:gd name="connsiteY2" fmla="*/ 927406 h 1452818"/>
              <a:gd name="connsiteX3" fmla="*/ 320 w 1150123"/>
              <a:gd name="connsiteY3" fmla="*/ 0 h 1452818"/>
            </a:gdLst>
            <a:ahLst/>
            <a:cxnLst>
              <a:cxn ang="0">
                <a:pos x="connsiteX0" y="connsiteY0"/>
              </a:cxn>
              <a:cxn ang="0">
                <a:pos x="connsiteX1" y="connsiteY1"/>
              </a:cxn>
              <a:cxn ang="0">
                <a:pos x="connsiteX2" y="connsiteY2"/>
              </a:cxn>
              <a:cxn ang="0">
                <a:pos x="connsiteX3" y="connsiteY3"/>
              </a:cxn>
            </a:cxnLst>
            <a:rect l="l" t="t" r="r" b="b"/>
            <a:pathLst>
              <a:path w="1150123" h="1452818" extrusionOk="0">
                <a:moveTo>
                  <a:pt x="0" y="485750"/>
                </a:moveTo>
                <a:lnTo>
                  <a:pt x="641566" y="1452818"/>
                </a:lnTo>
                <a:lnTo>
                  <a:pt x="1150123" y="927406"/>
                </a:lnTo>
                <a:lnTo>
                  <a:pt x="320" y="0"/>
                </a:lnTo>
              </a:path>
            </a:pathLst>
          </a:custGeom>
          <a:solidFill>
            <a:srgbClr val="2C4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5" name="Прямоугольник 14"/>
          <p:cNvSpPr/>
          <p:nvPr userDrawn="1"/>
        </p:nvSpPr>
        <p:spPr bwMode="auto">
          <a:xfrm>
            <a:off x="-508894" y="0"/>
            <a:ext cx="329783" cy="1274163"/>
          </a:xfrm>
          <a:prstGeom prst="rect">
            <a:avLst/>
          </a:pr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6" name="Прямоугольник 15"/>
          <p:cNvSpPr/>
          <p:nvPr userDrawn="1"/>
        </p:nvSpPr>
        <p:spPr bwMode="auto">
          <a:xfrm>
            <a:off x="-508894" y="1294334"/>
            <a:ext cx="329783" cy="12741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ln>
                <a:solidFill>
                  <a:schemeClr val="tx1">
                    <a:lumMod val="75000"/>
                    <a:lumOff val="25000"/>
                  </a:schemeClr>
                </a:solidFill>
              </a:ln>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PhAnim="0" preserve="1" userDrawn="1">
  <p:cSld name="4">
    <p:bg>
      <p:bgRef idx="1001">
        <a:schemeClr val="bg2"/>
      </p:bgRef>
    </p:bg>
    <p:spTree>
      <p:nvGrpSpPr>
        <p:cNvPr id="1" name=""/>
        <p:cNvGrpSpPr/>
        <p:nvPr/>
      </p:nvGrpSpPr>
      <p:grpSpPr bwMode="auto">
        <a:xfrm>
          <a:off x="0" y="0"/>
          <a:ext cx="0" cy="0"/>
          <a:chOff x="0" y="0"/>
          <a:chExt cx="0" cy="0"/>
        </a:xfrm>
      </p:grpSpPr>
      <p:sp>
        <p:nvSpPr>
          <p:cNvPr id="10" name="Полилиния 9"/>
          <p:cNvSpPr/>
          <p:nvPr userDrawn="1"/>
        </p:nvSpPr>
        <p:spPr bwMode="auto">
          <a:xfrm>
            <a:off x="6585570" y="332761"/>
            <a:ext cx="5153640" cy="1251283"/>
          </a:xfrm>
          <a:custGeom>
            <a:avLst/>
            <a:gdLst>
              <a:gd name="connsiteX0" fmla="*/ 5032637 w 6393924"/>
              <a:gd name="connsiteY0" fmla="*/ 0 h 962526"/>
              <a:gd name="connsiteX1" fmla="*/ 1161906 w 6393924"/>
              <a:gd name="connsiteY1" fmla="*/ 247507 h 962526"/>
              <a:gd name="connsiteX2" fmla="*/ 0 w 6393924"/>
              <a:gd name="connsiteY2" fmla="*/ 962526 h 962526"/>
              <a:gd name="connsiteX3" fmla="*/ 6393924 w 6393924"/>
              <a:gd name="connsiteY3" fmla="*/ 646268 h 962526"/>
              <a:gd name="connsiteX4" fmla="*/ 5032637 w 6393924"/>
              <a:gd name="connsiteY4" fmla="*/ 0 h 962526"/>
              <a:gd name="connsiteX0" fmla="*/ 4699639 w 6393924"/>
              <a:gd name="connsiteY0" fmla="*/ 0 h 952900"/>
              <a:gd name="connsiteX1" fmla="*/ 1161906 w 6393924"/>
              <a:gd name="connsiteY1" fmla="*/ 237881 h 952900"/>
              <a:gd name="connsiteX2" fmla="*/ 0 w 6393924"/>
              <a:gd name="connsiteY2" fmla="*/ 952900 h 952900"/>
              <a:gd name="connsiteX3" fmla="*/ 6393924 w 6393924"/>
              <a:gd name="connsiteY3" fmla="*/ 636642 h 952900"/>
              <a:gd name="connsiteX4" fmla="*/ 4699639 w 6393924"/>
              <a:gd name="connsiteY4" fmla="*/ 0 h 952900"/>
              <a:gd name="connsiteX0" fmla="*/ 4699639 w 6393924"/>
              <a:gd name="connsiteY0" fmla="*/ 2750 h 955650"/>
              <a:gd name="connsiteX1" fmla="*/ 1100238 w 6393924"/>
              <a:gd name="connsiteY1" fmla="*/ 0 h 955650"/>
              <a:gd name="connsiteX2" fmla="*/ 0 w 6393924"/>
              <a:gd name="connsiteY2" fmla="*/ 955650 h 955650"/>
              <a:gd name="connsiteX3" fmla="*/ 6393924 w 6393924"/>
              <a:gd name="connsiteY3" fmla="*/ 639392 h 955650"/>
              <a:gd name="connsiteX4" fmla="*/ 4699639 w 6393924"/>
              <a:gd name="connsiteY4" fmla="*/ 2750 h 955650"/>
              <a:gd name="connsiteX0" fmla="*/ 4243307 w 5937592"/>
              <a:gd name="connsiteY0" fmla="*/ 2750 h 647642"/>
              <a:gd name="connsiteX1" fmla="*/ 643906 w 5937592"/>
              <a:gd name="connsiteY1" fmla="*/ 0 h 647642"/>
              <a:gd name="connsiteX2" fmla="*/ 0 w 5937592"/>
              <a:gd name="connsiteY2" fmla="*/ 647642 h 647642"/>
              <a:gd name="connsiteX3" fmla="*/ 5937592 w 5937592"/>
              <a:gd name="connsiteY3" fmla="*/ 639392 h 647642"/>
              <a:gd name="connsiteX4" fmla="*/ 4243307 w 5937592"/>
              <a:gd name="connsiteY4" fmla="*/ 2750 h 647642"/>
              <a:gd name="connsiteX0" fmla="*/ 4243307 w 5937592"/>
              <a:gd name="connsiteY0" fmla="*/ 2750 h 1128905"/>
              <a:gd name="connsiteX1" fmla="*/ 643906 w 5937592"/>
              <a:gd name="connsiteY1" fmla="*/ 0 h 1128905"/>
              <a:gd name="connsiteX2" fmla="*/ 0 w 5937592"/>
              <a:gd name="connsiteY2" fmla="*/ 1128905 h 1128905"/>
              <a:gd name="connsiteX3" fmla="*/ 5937592 w 5937592"/>
              <a:gd name="connsiteY3" fmla="*/ 639392 h 1128905"/>
              <a:gd name="connsiteX4" fmla="*/ 4243307 w 5937592"/>
              <a:gd name="connsiteY4" fmla="*/ 2750 h 1128905"/>
              <a:gd name="connsiteX0" fmla="*/ 4243307 w 5937592"/>
              <a:gd name="connsiteY0" fmla="*/ 0 h 1126155"/>
              <a:gd name="connsiteX1" fmla="*/ 483574 w 5937592"/>
              <a:gd name="connsiteY1" fmla="*/ 305258 h 1126155"/>
              <a:gd name="connsiteX2" fmla="*/ 0 w 5937592"/>
              <a:gd name="connsiteY2" fmla="*/ 1126155 h 1126155"/>
              <a:gd name="connsiteX3" fmla="*/ 5937592 w 5937592"/>
              <a:gd name="connsiteY3" fmla="*/ 636642 h 1126155"/>
              <a:gd name="connsiteX4" fmla="*/ 4243307 w 5937592"/>
              <a:gd name="connsiteY4" fmla="*/ 0 h 1126155"/>
              <a:gd name="connsiteX0" fmla="*/ 4095308 w 5789593"/>
              <a:gd name="connsiteY0" fmla="*/ 0 h 1251284"/>
              <a:gd name="connsiteX1" fmla="*/ 335575 w 5789593"/>
              <a:gd name="connsiteY1" fmla="*/ 305258 h 1251284"/>
              <a:gd name="connsiteX2" fmla="*/ 0 w 5789593"/>
              <a:gd name="connsiteY2" fmla="*/ 1251284 h 1251284"/>
              <a:gd name="connsiteX3" fmla="*/ 5789593 w 5789593"/>
              <a:gd name="connsiteY3" fmla="*/ 636642 h 1251284"/>
              <a:gd name="connsiteX4" fmla="*/ 4095308 w 5789593"/>
              <a:gd name="connsiteY4" fmla="*/ 0 h 1251284"/>
              <a:gd name="connsiteX0" fmla="*/ 4909304 w 6603589"/>
              <a:gd name="connsiteY0" fmla="*/ 0 h 1251284"/>
              <a:gd name="connsiteX1" fmla="*/ 1149571 w 6603589"/>
              <a:gd name="connsiteY1" fmla="*/ 305258 h 1251284"/>
              <a:gd name="connsiteX2" fmla="*/ 0 w 6603589"/>
              <a:gd name="connsiteY2" fmla="*/ 1251284 h 1251284"/>
              <a:gd name="connsiteX3" fmla="*/ 6603589 w 6603589"/>
              <a:gd name="connsiteY3" fmla="*/ 636642 h 1251284"/>
              <a:gd name="connsiteX4" fmla="*/ 4909304 w 6603589"/>
              <a:gd name="connsiteY4" fmla="*/ 0 h 12512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3589" h="1251284" extrusionOk="0">
                <a:moveTo>
                  <a:pt x="4909304" y="0"/>
                </a:moveTo>
                <a:lnTo>
                  <a:pt x="1149571" y="305258"/>
                </a:lnTo>
                <a:lnTo>
                  <a:pt x="0" y="1251284"/>
                </a:lnTo>
                <a:lnTo>
                  <a:pt x="6603589" y="636642"/>
                </a:lnTo>
                <a:lnTo>
                  <a:pt x="4909304" y="0"/>
                </a:lnTo>
                <a:close/>
              </a:path>
            </a:pathLst>
          </a:custGeom>
          <a:solidFill>
            <a:srgbClr val="2C4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1" name="Полилиния 10"/>
          <p:cNvSpPr/>
          <p:nvPr userDrawn="1"/>
        </p:nvSpPr>
        <p:spPr bwMode="auto">
          <a:xfrm rot="20312285">
            <a:off x="2157286" y="-1812048"/>
            <a:ext cx="6128726" cy="4379645"/>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513197 w 2551022"/>
              <a:gd name="connsiteY0" fmla="*/ 0 h 3598113"/>
              <a:gd name="connsiteX1" fmla="*/ 0 w 2551022"/>
              <a:gd name="connsiteY1" fmla="*/ 2686632 h 3598113"/>
              <a:gd name="connsiteX2" fmla="*/ 2551022 w 2551022"/>
              <a:gd name="connsiteY2" fmla="*/ 3598113 h 3598113"/>
              <a:gd name="connsiteX3" fmla="*/ 2388996 w 2551022"/>
              <a:gd name="connsiteY3" fmla="*/ 244609 h 3598113"/>
              <a:gd name="connsiteX0" fmla="*/ 157108 w 1194933"/>
              <a:gd name="connsiteY0" fmla="*/ 0 h 4235603"/>
              <a:gd name="connsiteX1" fmla="*/ 0 w 1194933"/>
              <a:gd name="connsiteY1" fmla="*/ 4235603 h 4235603"/>
              <a:gd name="connsiteX2" fmla="*/ 1194933 w 1194933"/>
              <a:gd name="connsiteY2" fmla="*/ 3598113 h 4235603"/>
              <a:gd name="connsiteX3" fmla="*/ 1032907 w 1194933"/>
              <a:gd name="connsiteY3" fmla="*/ 244609 h 4235603"/>
              <a:gd name="connsiteX0" fmla="*/ 48814 w 1086639"/>
              <a:gd name="connsiteY0" fmla="*/ 0 h 3811893"/>
              <a:gd name="connsiteX1" fmla="*/ 0 w 1086639"/>
              <a:gd name="connsiteY1" fmla="*/ 3811893 h 3811893"/>
              <a:gd name="connsiteX2" fmla="*/ 1086639 w 1086639"/>
              <a:gd name="connsiteY2" fmla="*/ 3598113 h 3811893"/>
              <a:gd name="connsiteX3" fmla="*/ 924613 w 1086639"/>
              <a:gd name="connsiteY3" fmla="*/ 244609 h 3811893"/>
              <a:gd name="connsiteX0" fmla="*/ 138496 w 1176321"/>
              <a:gd name="connsiteY0" fmla="*/ 0 h 3976471"/>
              <a:gd name="connsiteX1" fmla="*/ 0 w 1176321"/>
              <a:gd name="connsiteY1" fmla="*/ 3976471 h 3976471"/>
              <a:gd name="connsiteX2" fmla="*/ 1176321 w 1176321"/>
              <a:gd name="connsiteY2" fmla="*/ 3598113 h 3976471"/>
              <a:gd name="connsiteX3" fmla="*/ 1014295 w 1176321"/>
              <a:gd name="connsiteY3" fmla="*/ 244609 h 3976471"/>
              <a:gd name="connsiteX0" fmla="*/ 477585 w 1176321"/>
              <a:gd name="connsiteY0" fmla="*/ 396618 h 3731862"/>
              <a:gd name="connsiteX1" fmla="*/ 0 w 1176321"/>
              <a:gd name="connsiteY1" fmla="*/ 3731862 h 3731862"/>
              <a:gd name="connsiteX2" fmla="*/ 1176321 w 1176321"/>
              <a:gd name="connsiteY2" fmla="*/ 3353504 h 3731862"/>
              <a:gd name="connsiteX3" fmla="*/ 1014295 w 1176321"/>
              <a:gd name="connsiteY3" fmla="*/ 0 h 3731862"/>
              <a:gd name="connsiteX0" fmla="*/ 477585 w 1403735"/>
              <a:gd name="connsiteY0" fmla="*/ 243513 h 3578757"/>
              <a:gd name="connsiteX1" fmla="*/ 0 w 1403735"/>
              <a:gd name="connsiteY1" fmla="*/ 3578757 h 3578757"/>
              <a:gd name="connsiteX2" fmla="*/ 1176321 w 1403735"/>
              <a:gd name="connsiteY2" fmla="*/ 3200399 h 3578757"/>
              <a:gd name="connsiteX3" fmla="*/ 1403735 w 1403735"/>
              <a:gd name="connsiteY3" fmla="*/ 0 h 3578757"/>
              <a:gd name="connsiteX0" fmla="*/ 477585 w 1403735"/>
              <a:gd name="connsiteY0" fmla="*/ 243513 h 3578757"/>
              <a:gd name="connsiteX1" fmla="*/ 0 w 1403735"/>
              <a:gd name="connsiteY1" fmla="*/ 3578757 h 3578757"/>
              <a:gd name="connsiteX2" fmla="*/ 1142051 w 1403735"/>
              <a:gd name="connsiteY2" fmla="*/ 3245211 h 3578757"/>
              <a:gd name="connsiteX3" fmla="*/ 1403735 w 1403735"/>
              <a:gd name="connsiteY3" fmla="*/ 0 h 3578757"/>
              <a:gd name="connsiteX0" fmla="*/ 477585 w 1403735"/>
              <a:gd name="connsiteY0" fmla="*/ 243513 h 3578757"/>
              <a:gd name="connsiteX1" fmla="*/ 0 w 1403735"/>
              <a:gd name="connsiteY1" fmla="*/ 3578757 h 3578757"/>
              <a:gd name="connsiteX2" fmla="*/ 1151052 w 1403735"/>
              <a:gd name="connsiteY2" fmla="*/ 3307035 h 3578757"/>
              <a:gd name="connsiteX3" fmla="*/ 1403735 w 1403735"/>
              <a:gd name="connsiteY3" fmla="*/ 0 h 3578757"/>
              <a:gd name="connsiteX0" fmla="*/ 0 w 5299938"/>
              <a:gd name="connsiteY0" fmla="*/ 0 h 3807290"/>
              <a:gd name="connsiteX1" fmla="*/ 3896203 w 5299938"/>
              <a:gd name="connsiteY1" fmla="*/ 3807290 h 3807290"/>
              <a:gd name="connsiteX2" fmla="*/ 5047255 w 5299938"/>
              <a:gd name="connsiteY2" fmla="*/ 3535568 h 3807290"/>
              <a:gd name="connsiteX3" fmla="*/ 5299938 w 5299938"/>
              <a:gd name="connsiteY3" fmla="*/ 228533 h 3807290"/>
              <a:gd name="connsiteX0" fmla="*/ 0 w 5047255"/>
              <a:gd name="connsiteY0" fmla="*/ 0 h 3807290"/>
              <a:gd name="connsiteX1" fmla="*/ 3896203 w 5047255"/>
              <a:gd name="connsiteY1" fmla="*/ 3807290 h 3807290"/>
              <a:gd name="connsiteX2" fmla="*/ 5047255 w 5047255"/>
              <a:gd name="connsiteY2" fmla="*/ 3535568 h 3807290"/>
              <a:gd name="connsiteX3" fmla="*/ 427071 w 5047255"/>
              <a:gd name="connsiteY3" fmla="*/ 211618 h 3807290"/>
              <a:gd name="connsiteX0" fmla="*/ 0 w 5229333"/>
              <a:gd name="connsiteY0" fmla="*/ 0 h 3807290"/>
              <a:gd name="connsiteX1" fmla="*/ 3896203 w 5229333"/>
              <a:gd name="connsiteY1" fmla="*/ 3807290 h 3807290"/>
              <a:gd name="connsiteX2" fmla="*/ 5229333 w 5229333"/>
              <a:gd name="connsiteY2" fmla="*/ 3353238 h 3807290"/>
              <a:gd name="connsiteX3" fmla="*/ 427071 w 5229333"/>
              <a:gd name="connsiteY3" fmla="*/ 211618 h 3807290"/>
              <a:gd name="connsiteX0" fmla="*/ 0 w 6128726"/>
              <a:gd name="connsiteY0" fmla="*/ 0 h 4379645"/>
              <a:gd name="connsiteX1" fmla="*/ 3896203 w 6128726"/>
              <a:gd name="connsiteY1" fmla="*/ 3807290 h 4379645"/>
              <a:gd name="connsiteX2" fmla="*/ 6128726 w 6128726"/>
              <a:gd name="connsiteY2" fmla="*/ 4379645 h 4379645"/>
              <a:gd name="connsiteX3" fmla="*/ 427071 w 6128726"/>
              <a:gd name="connsiteY3" fmla="*/ 211618 h 4379645"/>
              <a:gd name="connsiteX0" fmla="*/ 0 w 6128726"/>
              <a:gd name="connsiteY0" fmla="*/ 0 h 4379645"/>
              <a:gd name="connsiteX1" fmla="*/ 3896203 w 6128726"/>
              <a:gd name="connsiteY1" fmla="*/ 3807290 h 4379645"/>
              <a:gd name="connsiteX2" fmla="*/ 6128726 w 6128726"/>
              <a:gd name="connsiteY2" fmla="*/ 4379645 h 4379645"/>
              <a:gd name="connsiteX3" fmla="*/ 2540797 w 6128726"/>
              <a:gd name="connsiteY3" fmla="*/ 594070 h 4379645"/>
            </a:gdLst>
            <a:ahLst/>
            <a:cxnLst>
              <a:cxn ang="0">
                <a:pos x="connsiteX0" y="connsiteY0"/>
              </a:cxn>
              <a:cxn ang="0">
                <a:pos x="connsiteX1" y="connsiteY1"/>
              </a:cxn>
              <a:cxn ang="0">
                <a:pos x="connsiteX2" y="connsiteY2"/>
              </a:cxn>
              <a:cxn ang="0">
                <a:pos x="connsiteX3" y="connsiteY3"/>
              </a:cxn>
            </a:cxnLst>
            <a:rect l="l" t="t" r="r" b="b"/>
            <a:pathLst>
              <a:path w="6128726" h="4379645" extrusionOk="0">
                <a:moveTo>
                  <a:pt x="0" y="0"/>
                </a:moveTo>
                <a:lnTo>
                  <a:pt x="3896203" y="3807290"/>
                </a:lnTo>
                <a:lnTo>
                  <a:pt x="6128726" y="4379645"/>
                </a:lnTo>
                <a:lnTo>
                  <a:pt x="2540797" y="594070"/>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2" name="Полилиния 11"/>
          <p:cNvSpPr/>
          <p:nvPr userDrawn="1"/>
        </p:nvSpPr>
        <p:spPr bwMode="auto">
          <a:xfrm rot="20312285">
            <a:off x="9616068" y="-2664051"/>
            <a:ext cx="2803807" cy="3777017"/>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928008 w 2803807"/>
              <a:gd name="connsiteY0" fmla="*/ 0 h 3777017"/>
              <a:gd name="connsiteX1" fmla="*/ 0 w 2803807"/>
              <a:gd name="connsiteY1" fmla="*/ 3388604 h 3777017"/>
              <a:gd name="connsiteX2" fmla="*/ 1430034 w 2803807"/>
              <a:gd name="connsiteY2" fmla="*/ 3777017 h 3777017"/>
              <a:gd name="connsiteX3" fmla="*/ 2803807 w 2803807"/>
              <a:gd name="connsiteY3" fmla="*/ 244609 h 3777017"/>
            </a:gdLst>
            <a:ahLst/>
            <a:cxnLst>
              <a:cxn ang="0">
                <a:pos x="connsiteX0" y="connsiteY0"/>
              </a:cxn>
              <a:cxn ang="0">
                <a:pos x="connsiteX1" y="connsiteY1"/>
              </a:cxn>
              <a:cxn ang="0">
                <a:pos x="connsiteX2" y="connsiteY2"/>
              </a:cxn>
              <a:cxn ang="0">
                <a:pos x="connsiteX3" y="connsiteY3"/>
              </a:cxn>
            </a:cxnLst>
            <a:rect l="l" t="t" r="r" b="b"/>
            <a:pathLst>
              <a:path w="2803807" h="3777017" extrusionOk="0">
                <a:moveTo>
                  <a:pt x="1928008" y="0"/>
                </a:moveTo>
                <a:lnTo>
                  <a:pt x="0" y="3388604"/>
                </a:lnTo>
                <a:lnTo>
                  <a:pt x="1430034" y="3777017"/>
                </a:lnTo>
                <a:lnTo>
                  <a:pt x="2803807" y="244609"/>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3" name="Полилиния 12"/>
          <p:cNvSpPr/>
          <p:nvPr userDrawn="1"/>
        </p:nvSpPr>
        <p:spPr bwMode="auto">
          <a:xfrm rot="20700000">
            <a:off x="9840479" y="-2980628"/>
            <a:ext cx="2385451" cy="3937730"/>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513197 w 2388996"/>
              <a:gd name="connsiteY0" fmla="*/ 0 h 3495691"/>
              <a:gd name="connsiteX1" fmla="*/ 0 w 2388996"/>
              <a:gd name="connsiteY1" fmla="*/ 2686632 h 3495691"/>
              <a:gd name="connsiteX2" fmla="*/ 1095519 w 2388996"/>
              <a:gd name="connsiteY2" fmla="*/ 3495691 h 3495691"/>
              <a:gd name="connsiteX3" fmla="*/ 2388996 w 2388996"/>
              <a:gd name="connsiteY3" fmla="*/ 244609 h 3495691"/>
              <a:gd name="connsiteX0" fmla="*/ 1516044 w 2391843"/>
              <a:gd name="connsiteY0" fmla="*/ 0 h 3495691"/>
              <a:gd name="connsiteX1" fmla="*/ 0 w 2391843"/>
              <a:gd name="connsiteY1" fmla="*/ 3315076 h 3495691"/>
              <a:gd name="connsiteX2" fmla="*/ 1098366 w 2391843"/>
              <a:gd name="connsiteY2" fmla="*/ 3495691 h 3495691"/>
              <a:gd name="connsiteX3" fmla="*/ 2391843 w 2391843"/>
              <a:gd name="connsiteY3" fmla="*/ 244609 h 3495691"/>
              <a:gd name="connsiteX0" fmla="*/ 1516044 w 2619152"/>
              <a:gd name="connsiteY0" fmla="*/ 0 h 3495691"/>
              <a:gd name="connsiteX1" fmla="*/ 0 w 2619152"/>
              <a:gd name="connsiteY1" fmla="*/ 3315076 h 3495691"/>
              <a:gd name="connsiteX2" fmla="*/ 1098366 w 2619152"/>
              <a:gd name="connsiteY2" fmla="*/ 3495691 h 3495691"/>
              <a:gd name="connsiteX3" fmla="*/ 2619152 w 2619152"/>
              <a:gd name="connsiteY3" fmla="*/ 654229 h 3495691"/>
              <a:gd name="connsiteX0" fmla="*/ 1516044 w 2619152"/>
              <a:gd name="connsiteY0" fmla="*/ 0 h 3478570"/>
              <a:gd name="connsiteX1" fmla="*/ 0 w 2619152"/>
              <a:gd name="connsiteY1" fmla="*/ 3315076 h 3478570"/>
              <a:gd name="connsiteX2" fmla="*/ 1012913 w 2619152"/>
              <a:gd name="connsiteY2" fmla="*/ 3478570 h 3478570"/>
              <a:gd name="connsiteX3" fmla="*/ 2619152 w 2619152"/>
              <a:gd name="connsiteY3" fmla="*/ 654229 h 3478570"/>
              <a:gd name="connsiteX0" fmla="*/ 1740852 w 2619152"/>
              <a:gd name="connsiteY0" fmla="*/ 0 h 3440366"/>
              <a:gd name="connsiteX1" fmla="*/ 0 w 2619152"/>
              <a:gd name="connsiteY1" fmla="*/ 3276872 h 3440366"/>
              <a:gd name="connsiteX2" fmla="*/ 1012913 w 2619152"/>
              <a:gd name="connsiteY2" fmla="*/ 3440366 h 3440366"/>
              <a:gd name="connsiteX3" fmla="*/ 2619152 w 2619152"/>
              <a:gd name="connsiteY3" fmla="*/ 616025 h 3440366"/>
              <a:gd name="connsiteX0" fmla="*/ 1375528 w 2619152"/>
              <a:gd name="connsiteY0" fmla="*/ 0 h 3461499"/>
              <a:gd name="connsiteX1" fmla="*/ 0 w 2619152"/>
              <a:gd name="connsiteY1" fmla="*/ 3298005 h 3461499"/>
              <a:gd name="connsiteX2" fmla="*/ 1012913 w 2619152"/>
              <a:gd name="connsiteY2" fmla="*/ 3461499 h 3461499"/>
              <a:gd name="connsiteX3" fmla="*/ 2619152 w 2619152"/>
              <a:gd name="connsiteY3" fmla="*/ 637158 h 3461499"/>
              <a:gd name="connsiteX0" fmla="*/ 1375528 w 2619152"/>
              <a:gd name="connsiteY0" fmla="*/ 0 h 3680857"/>
              <a:gd name="connsiteX1" fmla="*/ 0 w 2619152"/>
              <a:gd name="connsiteY1" fmla="*/ 3298005 h 3680857"/>
              <a:gd name="connsiteX2" fmla="*/ 1401880 w 2619152"/>
              <a:gd name="connsiteY2" fmla="*/ 3680857 h 3680857"/>
              <a:gd name="connsiteX3" fmla="*/ 2619152 w 2619152"/>
              <a:gd name="connsiteY3" fmla="*/ 637158 h 3680857"/>
              <a:gd name="connsiteX0" fmla="*/ 1375528 w 2199918"/>
              <a:gd name="connsiteY0" fmla="*/ 0 h 3680857"/>
              <a:gd name="connsiteX1" fmla="*/ 0 w 2199918"/>
              <a:gd name="connsiteY1" fmla="*/ 3298005 h 3680857"/>
              <a:gd name="connsiteX2" fmla="*/ 1401880 w 2199918"/>
              <a:gd name="connsiteY2" fmla="*/ 3680857 h 3680857"/>
              <a:gd name="connsiteX3" fmla="*/ 2199918 w 2199918"/>
              <a:gd name="connsiteY3" fmla="*/ 435277 h 3680857"/>
              <a:gd name="connsiteX0" fmla="*/ 1375528 w 2199918"/>
              <a:gd name="connsiteY0" fmla="*/ 0 h 3846870"/>
              <a:gd name="connsiteX1" fmla="*/ 0 w 2199918"/>
              <a:gd name="connsiteY1" fmla="*/ 3298005 h 3846870"/>
              <a:gd name="connsiteX2" fmla="*/ 1114337 w 2199918"/>
              <a:gd name="connsiteY2" fmla="*/ 3846870 h 3846870"/>
              <a:gd name="connsiteX3" fmla="*/ 2199918 w 2199918"/>
              <a:gd name="connsiteY3" fmla="*/ 435277 h 3846870"/>
              <a:gd name="connsiteX0" fmla="*/ 1234411 w 2058801"/>
              <a:gd name="connsiteY0" fmla="*/ 0 h 3846870"/>
              <a:gd name="connsiteX1" fmla="*/ 0 w 2058801"/>
              <a:gd name="connsiteY1" fmla="*/ 3105549 h 3846870"/>
              <a:gd name="connsiteX2" fmla="*/ 973220 w 2058801"/>
              <a:gd name="connsiteY2" fmla="*/ 3846870 h 3846870"/>
              <a:gd name="connsiteX3" fmla="*/ 2058801 w 2058801"/>
              <a:gd name="connsiteY3" fmla="*/ 435277 h 3846870"/>
              <a:gd name="connsiteX0" fmla="*/ 1561061 w 2385451"/>
              <a:gd name="connsiteY0" fmla="*/ 0 h 3846870"/>
              <a:gd name="connsiteX1" fmla="*/ 0 w 2385451"/>
              <a:gd name="connsiteY1" fmla="*/ 3748595 h 3846870"/>
              <a:gd name="connsiteX2" fmla="*/ 1299870 w 2385451"/>
              <a:gd name="connsiteY2" fmla="*/ 3846870 h 3846870"/>
              <a:gd name="connsiteX3" fmla="*/ 2385451 w 2385451"/>
              <a:gd name="connsiteY3" fmla="*/ 435277 h 3846870"/>
              <a:gd name="connsiteX0" fmla="*/ 1561061 w 2385451"/>
              <a:gd name="connsiteY0" fmla="*/ 0 h 3937730"/>
              <a:gd name="connsiteX1" fmla="*/ 0 w 2385451"/>
              <a:gd name="connsiteY1" fmla="*/ 3748595 h 3937730"/>
              <a:gd name="connsiteX2" fmla="*/ 1254945 w 2385451"/>
              <a:gd name="connsiteY2" fmla="*/ 3937730 h 3937730"/>
              <a:gd name="connsiteX3" fmla="*/ 2385451 w 2385451"/>
              <a:gd name="connsiteY3" fmla="*/ 435277 h 3937730"/>
            </a:gdLst>
            <a:ahLst/>
            <a:cxnLst>
              <a:cxn ang="0">
                <a:pos x="connsiteX0" y="connsiteY0"/>
              </a:cxn>
              <a:cxn ang="0">
                <a:pos x="connsiteX1" y="connsiteY1"/>
              </a:cxn>
              <a:cxn ang="0">
                <a:pos x="connsiteX2" y="connsiteY2"/>
              </a:cxn>
              <a:cxn ang="0">
                <a:pos x="connsiteX3" y="connsiteY3"/>
              </a:cxn>
            </a:cxnLst>
            <a:rect l="l" t="t" r="r" b="b"/>
            <a:pathLst>
              <a:path w="2385451" h="3937730" extrusionOk="0">
                <a:moveTo>
                  <a:pt x="1561061" y="0"/>
                </a:moveTo>
                <a:lnTo>
                  <a:pt x="0" y="3748595"/>
                </a:lnTo>
                <a:lnTo>
                  <a:pt x="1254945" y="3937730"/>
                </a:lnTo>
                <a:lnTo>
                  <a:pt x="2385451" y="435277"/>
                </a:lnTo>
              </a:path>
            </a:pathLst>
          </a:custGeom>
          <a:noFill/>
          <a:ln w="317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6" name="Прямоугольник 5"/>
          <p:cNvSpPr/>
          <p:nvPr userDrawn="1"/>
        </p:nvSpPr>
        <p:spPr bwMode="auto">
          <a:xfrm>
            <a:off x="-508894" y="0"/>
            <a:ext cx="329783" cy="1274163"/>
          </a:xfrm>
          <a:prstGeom prst="rect">
            <a:avLst/>
          </a:pr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7" name="Прямоугольник 6"/>
          <p:cNvSpPr/>
          <p:nvPr userDrawn="1"/>
        </p:nvSpPr>
        <p:spPr bwMode="auto">
          <a:xfrm>
            <a:off x="-508894" y="1294334"/>
            <a:ext cx="329783" cy="12741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ln>
                <a:solidFill>
                  <a:schemeClr val="tx1">
                    <a:lumMod val="75000"/>
                    <a:lumOff val="25000"/>
                  </a:schemeClr>
                </a:solidFill>
              </a:ln>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PhAnim="0" preserve="1" userDrawn="1">
  <p:cSld name="5">
    <p:bg>
      <p:bgRef idx="1001">
        <a:schemeClr val="bg2"/>
      </p:bgRef>
    </p:bg>
    <p:spTree>
      <p:nvGrpSpPr>
        <p:cNvPr id="1" name=""/>
        <p:cNvGrpSpPr/>
        <p:nvPr/>
      </p:nvGrpSpPr>
      <p:grpSpPr bwMode="auto">
        <a:xfrm>
          <a:off x="0" y="0"/>
          <a:ext cx="0" cy="0"/>
          <a:chOff x="0" y="0"/>
          <a:chExt cx="0" cy="0"/>
        </a:xfrm>
      </p:grpSpPr>
      <p:sp>
        <p:nvSpPr>
          <p:cNvPr id="6" name="Полилиния 5"/>
          <p:cNvSpPr/>
          <p:nvPr userDrawn="1"/>
        </p:nvSpPr>
        <p:spPr bwMode="auto">
          <a:xfrm rot="13274802">
            <a:off x="-504089" y="3413271"/>
            <a:ext cx="2448455" cy="1044334"/>
          </a:xfrm>
          <a:custGeom>
            <a:avLst/>
            <a:gdLst>
              <a:gd name="connsiteX0" fmla="*/ 5032637 w 6393924"/>
              <a:gd name="connsiteY0" fmla="*/ 0 h 962526"/>
              <a:gd name="connsiteX1" fmla="*/ 1161906 w 6393924"/>
              <a:gd name="connsiteY1" fmla="*/ 247507 h 962526"/>
              <a:gd name="connsiteX2" fmla="*/ 0 w 6393924"/>
              <a:gd name="connsiteY2" fmla="*/ 962526 h 962526"/>
              <a:gd name="connsiteX3" fmla="*/ 6393924 w 6393924"/>
              <a:gd name="connsiteY3" fmla="*/ 646268 h 962526"/>
              <a:gd name="connsiteX4" fmla="*/ 5032637 w 6393924"/>
              <a:gd name="connsiteY4" fmla="*/ 0 h 962526"/>
              <a:gd name="connsiteX0" fmla="*/ 4699639 w 6393924"/>
              <a:gd name="connsiteY0" fmla="*/ 0 h 952900"/>
              <a:gd name="connsiteX1" fmla="*/ 1161906 w 6393924"/>
              <a:gd name="connsiteY1" fmla="*/ 237881 h 952900"/>
              <a:gd name="connsiteX2" fmla="*/ 0 w 6393924"/>
              <a:gd name="connsiteY2" fmla="*/ 952900 h 952900"/>
              <a:gd name="connsiteX3" fmla="*/ 6393924 w 6393924"/>
              <a:gd name="connsiteY3" fmla="*/ 636642 h 952900"/>
              <a:gd name="connsiteX4" fmla="*/ 4699639 w 6393924"/>
              <a:gd name="connsiteY4" fmla="*/ 0 h 952900"/>
              <a:gd name="connsiteX0" fmla="*/ 4699639 w 6393924"/>
              <a:gd name="connsiteY0" fmla="*/ 2750 h 955650"/>
              <a:gd name="connsiteX1" fmla="*/ 1100238 w 6393924"/>
              <a:gd name="connsiteY1" fmla="*/ 0 h 955650"/>
              <a:gd name="connsiteX2" fmla="*/ 0 w 6393924"/>
              <a:gd name="connsiteY2" fmla="*/ 955650 h 955650"/>
              <a:gd name="connsiteX3" fmla="*/ 6393924 w 6393924"/>
              <a:gd name="connsiteY3" fmla="*/ 639392 h 955650"/>
              <a:gd name="connsiteX4" fmla="*/ 4699639 w 6393924"/>
              <a:gd name="connsiteY4" fmla="*/ 2750 h 955650"/>
              <a:gd name="connsiteX0" fmla="*/ 4243307 w 5937592"/>
              <a:gd name="connsiteY0" fmla="*/ 2750 h 647642"/>
              <a:gd name="connsiteX1" fmla="*/ 643906 w 5937592"/>
              <a:gd name="connsiteY1" fmla="*/ 0 h 647642"/>
              <a:gd name="connsiteX2" fmla="*/ 0 w 5937592"/>
              <a:gd name="connsiteY2" fmla="*/ 647642 h 647642"/>
              <a:gd name="connsiteX3" fmla="*/ 5937592 w 5937592"/>
              <a:gd name="connsiteY3" fmla="*/ 639392 h 647642"/>
              <a:gd name="connsiteX4" fmla="*/ 4243307 w 5937592"/>
              <a:gd name="connsiteY4" fmla="*/ 2750 h 647642"/>
              <a:gd name="connsiteX0" fmla="*/ 4243307 w 5937592"/>
              <a:gd name="connsiteY0" fmla="*/ 2750 h 1128905"/>
              <a:gd name="connsiteX1" fmla="*/ 643906 w 5937592"/>
              <a:gd name="connsiteY1" fmla="*/ 0 h 1128905"/>
              <a:gd name="connsiteX2" fmla="*/ 0 w 5937592"/>
              <a:gd name="connsiteY2" fmla="*/ 1128905 h 1128905"/>
              <a:gd name="connsiteX3" fmla="*/ 5937592 w 5937592"/>
              <a:gd name="connsiteY3" fmla="*/ 639392 h 1128905"/>
              <a:gd name="connsiteX4" fmla="*/ 4243307 w 5937592"/>
              <a:gd name="connsiteY4" fmla="*/ 2750 h 1128905"/>
              <a:gd name="connsiteX0" fmla="*/ 4243307 w 5937592"/>
              <a:gd name="connsiteY0" fmla="*/ 0 h 1126155"/>
              <a:gd name="connsiteX1" fmla="*/ 483574 w 5937592"/>
              <a:gd name="connsiteY1" fmla="*/ 305258 h 1126155"/>
              <a:gd name="connsiteX2" fmla="*/ 0 w 5937592"/>
              <a:gd name="connsiteY2" fmla="*/ 1126155 h 1126155"/>
              <a:gd name="connsiteX3" fmla="*/ 5937592 w 5937592"/>
              <a:gd name="connsiteY3" fmla="*/ 636642 h 1126155"/>
              <a:gd name="connsiteX4" fmla="*/ 4243307 w 5937592"/>
              <a:gd name="connsiteY4" fmla="*/ 0 h 1126155"/>
              <a:gd name="connsiteX0" fmla="*/ 4095308 w 5789593"/>
              <a:gd name="connsiteY0" fmla="*/ 0 h 1251284"/>
              <a:gd name="connsiteX1" fmla="*/ 335575 w 5789593"/>
              <a:gd name="connsiteY1" fmla="*/ 305258 h 1251284"/>
              <a:gd name="connsiteX2" fmla="*/ 0 w 5789593"/>
              <a:gd name="connsiteY2" fmla="*/ 1251284 h 1251284"/>
              <a:gd name="connsiteX3" fmla="*/ 5789593 w 5789593"/>
              <a:gd name="connsiteY3" fmla="*/ 636642 h 1251284"/>
              <a:gd name="connsiteX4" fmla="*/ 4095308 w 5789593"/>
              <a:gd name="connsiteY4" fmla="*/ 0 h 1251284"/>
              <a:gd name="connsiteX0" fmla="*/ 4909304 w 6603589"/>
              <a:gd name="connsiteY0" fmla="*/ 0 h 1251284"/>
              <a:gd name="connsiteX1" fmla="*/ 1149571 w 6603589"/>
              <a:gd name="connsiteY1" fmla="*/ 305258 h 1251284"/>
              <a:gd name="connsiteX2" fmla="*/ 0 w 6603589"/>
              <a:gd name="connsiteY2" fmla="*/ 1251284 h 1251284"/>
              <a:gd name="connsiteX3" fmla="*/ 6603589 w 6603589"/>
              <a:gd name="connsiteY3" fmla="*/ 636642 h 1251284"/>
              <a:gd name="connsiteX4" fmla="*/ 4909304 w 6603589"/>
              <a:gd name="connsiteY4" fmla="*/ 0 h 1251284"/>
              <a:gd name="connsiteX0" fmla="*/ 4909304 w 4909304"/>
              <a:gd name="connsiteY0" fmla="*/ 0 h 1251284"/>
              <a:gd name="connsiteX1" fmla="*/ 1149571 w 4909304"/>
              <a:gd name="connsiteY1" fmla="*/ 305258 h 1251284"/>
              <a:gd name="connsiteX2" fmla="*/ 0 w 4909304"/>
              <a:gd name="connsiteY2" fmla="*/ 1251284 h 1251284"/>
              <a:gd name="connsiteX3" fmla="*/ 3137315 w 4909304"/>
              <a:gd name="connsiteY3" fmla="*/ 952868 h 1251284"/>
              <a:gd name="connsiteX4" fmla="*/ 4909304 w 4909304"/>
              <a:gd name="connsiteY4" fmla="*/ 0 h 1251284"/>
              <a:gd name="connsiteX0" fmla="*/ 2322023 w 3137315"/>
              <a:gd name="connsiteY0" fmla="*/ 0 h 1044334"/>
              <a:gd name="connsiteX1" fmla="*/ 1149571 w 3137315"/>
              <a:gd name="connsiteY1" fmla="*/ 98308 h 1044334"/>
              <a:gd name="connsiteX2" fmla="*/ 0 w 3137315"/>
              <a:gd name="connsiteY2" fmla="*/ 1044334 h 1044334"/>
              <a:gd name="connsiteX3" fmla="*/ 3137315 w 3137315"/>
              <a:gd name="connsiteY3" fmla="*/ 745918 h 1044334"/>
              <a:gd name="connsiteX4" fmla="*/ 2322023 w 3137315"/>
              <a:gd name="connsiteY4" fmla="*/ 0 h 1044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7315" h="1044334" extrusionOk="0">
                <a:moveTo>
                  <a:pt x="2322023" y="0"/>
                </a:moveTo>
                <a:lnTo>
                  <a:pt x="1149571" y="98308"/>
                </a:lnTo>
                <a:lnTo>
                  <a:pt x="0" y="1044334"/>
                </a:lnTo>
                <a:lnTo>
                  <a:pt x="3137315" y="745918"/>
                </a:lnTo>
                <a:lnTo>
                  <a:pt x="2322023" y="0"/>
                </a:lnTo>
                <a:close/>
              </a:path>
            </a:pathLst>
          </a:custGeom>
          <a:solidFill>
            <a:srgbClr val="2C4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7" name="Полилиния 6"/>
          <p:cNvSpPr/>
          <p:nvPr userDrawn="1"/>
        </p:nvSpPr>
        <p:spPr bwMode="auto">
          <a:xfrm rot="13829135">
            <a:off x="-1864139" y="4634737"/>
            <a:ext cx="6089357" cy="4416379"/>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513197 w 2551022"/>
              <a:gd name="connsiteY0" fmla="*/ 0 h 3598113"/>
              <a:gd name="connsiteX1" fmla="*/ 0 w 2551022"/>
              <a:gd name="connsiteY1" fmla="*/ 2686632 h 3598113"/>
              <a:gd name="connsiteX2" fmla="*/ 2551022 w 2551022"/>
              <a:gd name="connsiteY2" fmla="*/ 3598113 h 3598113"/>
              <a:gd name="connsiteX3" fmla="*/ 2388996 w 2551022"/>
              <a:gd name="connsiteY3" fmla="*/ 244609 h 3598113"/>
              <a:gd name="connsiteX0" fmla="*/ 157108 w 1194933"/>
              <a:gd name="connsiteY0" fmla="*/ 0 h 4235603"/>
              <a:gd name="connsiteX1" fmla="*/ 0 w 1194933"/>
              <a:gd name="connsiteY1" fmla="*/ 4235603 h 4235603"/>
              <a:gd name="connsiteX2" fmla="*/ 1194933 w 1194933"/>
              <a:gd name="connsiteY2" fmla="*/ 3598113 h 4235603"/>
              <a:gd name="connsiteX3" fmla="*/ 1032907 w 1194933"/>
              <a:gd name="connsiteY3" fmla="*/ 244609 h 4235603"/>
              <a:gd name="connsiteX0" fmla="*/ 48814 w 1086639"/>
              <a:gd name="connsiteY0" fmla="*/ 0 h 3811893"/>
              <a:gd name="connsiteX1" fmla="*/ 0 w 1086639"/>
              <a:gd name="connsiteY1" fmla="*/ 3811893 h 3811893"/>
              <a:gd name="connsiteX2" fmla="*/ 1086639 w 1086639"/>
              <a:gd name="connsiteY2" fmla="*/ 3598113 h 3811893"/>
              <a:gd name="connsiteX3" fmla="*/ 924613 w 1086639"/>
              <a:gd name="connsiteY3" fmla="*/ 244609 h 3811893"/>
              <a:gd name="connsiteX0" fmla="*/ 138496 w 1176321"/>
              <a:gd name="connsiteY0" fmla="*/ 0 h 3976471"/>
              <a:gd name="connsiteX1" fmla="*/ 0 w 1176321"/>
              <a:gd name="connsiteY1" fmla="*/ 3976471 h 3976471"/>
              <a:gd name="connsiteX2" fmla="*/ 1176321 w 1176321"/>
              <a:gd name="connsiteY2" fmla="*/ 3598113 h 3976471"/>
              <a:gd name="connsiteX3" fmla="*/ 1014295 w 1176321"/>
              <a:gd name="connsiteY3" fmla="*/ 244609 h 3976471"/>
              <a:gd name="connsiteX0" fmla="*/ 477585 w 1176321"/>
              <a:gd name="connsiteY0" fmla="*/ 396618 h 3731862"/>
              <a:gd name="connsiteX1" fmla="*/ 0 w 1176321"/>
              <a:gd name="connsiteY1" fmla="*/ 3731862 h 3731862"/>
              <a:gd name="connsiteX2" fmla="*/ 1176321 w 1176321"/>
              <a:gd name="connsiteY2" fmla="*/ 3353504 h 3731862"/>
              <a:gd name="connsiteX3" fmla="*/ 1014295 w 1176321"/>
              <a:gd name="connsiteY3" fmla="*/ 0 h 3731862"/>
              <a:gd name="connsiteX0" fmla="*/ 477585 w 1403735"/>
              <a:gd name="connsiteY0" fmla="*/ 243513 h 3578757"/>
              <a:gd name="connsiteX1" fmla="*/ 0 w 1403735"/>
              <a:gd name="connsiteY1" fmla="*/ 3578757 h 3578757"/>
              <a:gd name="connsiteX2" fmla="*/ 1176321 w 1403735"/>
              <a:gd name="connsiteY2" fmla="*/ 3200399 h 3578757"/>
              <a:gd name="connsiteX3" fmla="*/ 1403735 w 1403735"/>
              <a:gd name="connsiteY3" fmla="*/ 0 h 3578757"/>
              <a:gd name="connsiteX0" fmla="*/ 477585 w 1403735"/>
              <a:gd name="connsiteY0" fmla="*/ 243513 h 3578757"/>
              <a:gd name="connsiteX1" fmla="*/ 0 w 1403735"/>
              <a:gd name="connsiteY1" fmla="*/ 3578757 h 3578757"/>
              <a:gd name="connsiteX2" fmla="*/ 1142051 w 1403735"/>
              <a:gd name="connsiteY2" fmla="*/ 3245211 h 3578757"/>
              <a:gd name="connsiteX3" fmla="*/ 1403735 w 1403735"/>
              <a:gd name="connsiteY3" fmla="*/ 0 h 3578757"/>
              <a:gd name="connsiteX0" fmla="*/ 477585 w 1403735"/>
              <a:gd name="connsiteY0" fmla="*/ 243513 h 3578757"/>
              <a:gd name="connsiteX1" fmla="*/ 0 w 1403735"/>
              <a:gd name="connsiteY1" fmla="*/ 3578757 h 3578757"/>
              <a:gd name="connsiteX2" fmla="*/ 1151052 w 1403735"/>
              <a:gd name="connsiteY2" fmla="*/ 3307035 h 3578757"/>
              <a:gd name="connsiteX3" fmla="*/ 1403735 w 1403735"/>
              <a:gd name="connsiteY3" fmla="*/ 0 h 3578757"/>
              <a:gd name="connsiteX0" fmla="*/ 0 w 5299938"/>
              <a:gd name="connsiteY0" fmla="*/ 0 h 3807290"/>
              <a:gd name="connsiteX1" fmla="*/ 3896203 w 5299938"/>
              <a:gd name="connsiteY1" fmla="*/ 3807290 h 3807290"/>
              <a:gd name="connsiteX2" fmla="*/ 5047255 w 5299938"/>
              <a:gd name="connsiteY2" fmla="*/ 3535568 h 3807290"/>
              <a:gd name="connsiteX3" fmla="*/ 5299938 w 5299938"/>
              <a:gd name="connsiteY3" fmla="*/ 228533 h 3807290"/>
              <a:gd name="connsiteX0" fmla="*/ 0 w 5047255"/>
              <a:gd name="connsiteY0" fmla="*/ 0 h 3807290"/>
              <a:gd name="connsiteX1" fmla="*/ 3896203 w 5047255"/>
              <a:gd name="connsiteY1" fmla="*/ 3807290 h 3807290"/>
              <a:gd name="connsiteX2" fmla="*/ 5047255 w 5047255"/>
              <a:gd name="connsiteY2" fmla="*/ 3535568 h 3807290"/>
              <a:gd name="connsiteX3" fmla="*/ 427071 w 5047255"/>
              <a:gd name="connsiteY3" fmla="*/ 211618 h 3807290"/>
              <a:gd name="connsiteX0" fmla="*/ 0 w 5229333"/>
              <a:gd name="connsiteY0" fmla="*/ 0 h 3807290"/>
              <a:gd name="connsiteX1" fmla="*/ 3896203 w 5229333"/>
              <a:gd name="connsiteY1" fmla="*/ 3807290 h 3807290"/>
              <a:gd name="connsiteX2" fmla="*/ 5229333 w 5229333"/>
              <a:gd name="connsiteY2" fmla="*/ 3353238 h 3807290"/>
              <a:gd name="connsiteX3" fmla="*/ 427071 w 5229333"/>
              <a:gd name="connsiteY3" fmla="*/ 211618 h 3807290"/>
              <a:gd name="connsiteX0" fmla="*/ 0 w 5229333"/>
              <a:gd name="connsiteY0" fmla="*/ 0 h 4402462"/>
              <a:gd name="connsiteX1" fmla="*/ 4462470 w 5229333"/>
              <a:gd name="connsiteY1" fmla="*/ 4402462 h 4402462"/>
              <a:gd name="connsiteX2" fmla="*/ 5229333 w 5229333"/>
              <a:gd name="connsiteY2" fmla="*/ 3353238 h 4402462"/>
              <a:gd name="connsiteX3" fmla="*/ 427071 w 5229333"/>
              <a:gd name="connsiteY3" fmla="*/ 211618 h 4402462"/>
              <a:gd name="connsiteX0" fmla="*/ 0 w 5261487"/>
              <a:gd name="connsiteY0" fmla="*/ 0 h 4402462"/>
              <a:gd name="connsiteX1" fmla="*/ 4462470 w 5261487"/>
              <a:gd name="connsiteY1" fmla="*/ 4402462 h 4402462"/>
              <a:gd name="connsiteX2" fmla="*/ 5261487 w 5261487"/>
              <a:gd name="connsiteY2" fmla="*/ 3578371 h 4402462"/>
              <a:gd name="connsiteX3" fmla="*/ 427071 w 5261487"/>
              <a:gd name="connsiteY3" fmla="*/ 211618 h 4402462"/>
              <a:gd name="connsiteX0" fmla="*/ 0 w 5350016"/>
              <a:gd name="connsiteY0" fmla="*/ 0 h 4402462"/>
              <a:gd name="connsiteX1" fmla="*/ 4462470 w 5350016"/>
              <a:gd name="connsiteY1" fmla="*/ 4402462 h 4402462"/>
              <a:gd name="connsiteX2" fmla="*/ 5350016 w 5350016"/>
              <a:gd name="connsiteY2" fmla="*/ 3439959 h 4402462"/>
              <a:gd name="connsiteX3" fmla="*/ 427071 w 5350016"/>
              <a:gd name="connsiteY3" fmla="*/ 211618 h 4402462"/>
              <a:gd name="connsiteX0" fmla="*/ 0 w 5350016"/>
              <a:gd name="connsiteY0" fmla="*/ 0 h 4416379"/>
              <a:gd name="connsiteX1" fmla="*/ 4463807 w 5350016"/>
              <a:gd name="connsiteY1" fmla="*/ 4416379 h 4416379"/>
              <a:gd name="connsiteX2" fmla="*/ 5350016 w 5350016"/>
              <a:gd name="connsiteY2" fmla="*/ 3439959 h 4416379"/>
              <a:gd name="connsiteX3" fmla="*/ 427071 w 5350016"/>
              <a:gd name="connsiteY3" fmla="*/ 211618 h 4416379"/>
              <a:gd name="connsiteX0" fmla="*/ 0 w 6089357"/>
              <a:gd name="connsiteY0" fmla="*/ 0 h 4416379"/>
              <a:gd name="connsiteX1" fmla="*/ 4463807 w 6089357"/>
              <a:gd name="connsiteY1" fmla="*/ 4416379 h 4416379"/>
              <a:gd name="connsiteX2" fmla="*/ 6089357 w 6089357"/>
              <a:gd name="connsiteY2" fmla="*/ 3933785 h 4416379"/>
              <a:gd name="connsiteX3" fmla="*/ 427071 w 6089357"/>
              <a:gd name="connsiteY3" fmla="*/ 211618 h 4416379"/>
            </a:gdLst>
            <a:ahLst/>
            <a:cxnLst>
              <a:cxn ang="0">
                <a:pos x="connsiteX0" y="connsiteY0"/>
              </a:cxn>
              <a:cxn ang="0">
                <a:pos x="connsiteX1" y="connsiteY1"/>
              </a:cxn>
              <a:cxn ang="0">
                <a:pos x="connsiteX2" y="connsiteY2"/>
              </a:cxn>
              <a:cxn ang="0">
                <a:pos x="connsiteX3" y="connsiteY3"/>
              </a:cxn>
            </a:cxnLst>
            <a:rect l="l" t="t" r="r" b="b"/>
            <a:pathLst>
              <a:path w="6089357" h="4416379" extrusionOk="0">
                <a:moveTo>
                  <a:pt x="0" y="0"/>
                </a:moveTo>
                <a:lnTo>
                  <a:pt x="4463807" y="4416379"/>
                </a:lnTo>
                <a:lnTo>
                  <a:pt x="6089357" y="3933785"/>
                </a:lnTo>
                <a:lnTo>
                  <a:pt x="427071" y="211618"/>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8" name="Треугольник 16"/>
          <p:cNvSpPr/>
          <p:nvPr userDrawn="1"/>
        </p:nvSpPr>
        <p:spPr bwMode="auto">
          <a:xfrm rot="10800000" flipH="1">
            <a:off x="746555" y="3641122"/>
            <a:ext cx="1123131" cy="7130772"/>
          </a:xfrm>
          <a:custGeom>
            <a:avLst/>
            <a:gdLst>
              <a:gd name="connsiteX0" fmla="*/ 0 w 1093154"/>
              <a:gd name="connsiteY0" fmla="*/ 4970981 h 4970981"/>
              <a:gd name="connsiteX1" fmla="*/ 26881 w 1093154"/>
              <a:gd name="connsiteY1" fmla="*/ 0 h 4970981"/>
              <a:gd name="connsiteX2" fmla="*/ 1093154 w 1093154"/>
              <a:gd name="connsiteY2" fmla="*/ 4970981 h 4970981"/>
              <a:gd name="connsiteX3" fmla="*/ 0 w 1093154"/>
              <a:gd name="connsiteY3" fmla="*/ 4970981 h 4970981"/>
              <a:gd name="connsiteX0" fmla="*/ 176203 w 1066273"/>
              <a:gd name="connsiteY0" fmla="*/ 4577328 h 4970981"/>
              <a:gd name="connsiteX1" fmla="*/ 0 w 1066273"/>
              <a:gd name="connsiteY1" fmla="*/ 0 h 4970981"/>
              <a:gd name="connsiteX2" fmla="*/ 1066273 w 1066273"/>
              <a:gd name="connsiteY2" fmla="*/ 4970981 h 4970981"/>
              <a:gd name="connsiteX3" fmla="*/ 176203 w 1066273"/>
              <a:gd name="connsiteY3" fmla="*/ 4577328 h 4970981"/>
              <a:gd name="connsiteX0" fmla="*/ 176203 w 1227704"/>
              <a:gd name="connsiteY0" fmla="*/ 4577328 h 4933244"/>
              <a:gd name="connsiteX1" fmla="*/ 0 w 1227704"/>
              <a:gd name="connsiteY1" fmla="*/ 0 h 4933244"/>
              <a:gd name="connsiteX2" fmla="*/ 1227704 w 1227704"/>
              <a:gd name="connsiteY2" fmla="*/ 4933244 h 4933244"/>
              <a:gd name="connsiteX3" fmla="*/ 176203 w 1227704"/>
              <a:gd name="connsiteY3" fmla="*/ 4577328 h 4933244"/>
              <a:gd name="connsiteX0" fmla="*/ 0 w 1387832"/>
              <a:gd name="connsiteY0" fmla="*/ 5029273 h 5029273"/>
              <a:gd name="connsiteX1" fmla="*/ 160128 w 1387832"/>
              <a:gd name="connsiteY1" fmla="*/ 0 h 5029273"/>
              <a:gd name="connsiteX2" fmla="*/ 1387832 w 1387832"/>
              <a:gd name="connsiteY2" fmla="*/ 4933244 h 5029273"/>
              <a:gd name="connsiteX3" fmla="*/ 0 w 1387832"/>
              <a:gd name="connsiteY3" fmla="*/ 5029273 h 5029273"/>
              <a:gd name="connsiteX0" fmla="*/ 0 w 1272218"/>
              <a:gd name="connsiteY0" fmla="*/ 5029273 h 5174982"/>
              <a:gd name="connsiteX1" fmla="*/ 160128 w 1272218"/>
              <a:gd name="connsiteY1" fmla="*/ 0 h 5174982"/>
              <a:gd name="connsiteX2" fmla="*/ 1272218 w 1272218"/>
              <a:gd name="connsiteY2" fmla="*/ 5174982 h 5174982"/>
              <a:gd name="connsiteX3" fmla="*/ 0 w 1272218"/>
              <a:gd name="connsiteY3" fmla="*/ 5029273 h 5174982"/>
              <a:gd name="connsiteX0" fmla="*/ 0 w 1272218"/>
              <a:gd name="connsiteY0" fmla="*/ 6206432 h 6352141"/>
              <a:gd name="connsiteX1" fmla="*/ 633094 w 1272218"/>
              <a:gd name="connsiteY1" fmla="*/ 0 h 6352141"/>
              <a:gd name="connsiteX2" fmla="*/ 1272218 w 1272218"/>
              <a:gd name="connsiteY2" fmla="*/ 6352141 h 6352141"/>
              <a:gd name="connsiteX3" fmla="*/ 0 w 1272218"/>
              <a:gd name="connsiteY3" fmla="*/ 6206432 h 6352141"/>
              <a:gd name="connsiteX0" fmla="*/ 0 w 1371609"/>
              <a:gd name="connsiteY0" fmla="*/ 7130772 h 7130772"/>
              <a:gd name="connsiteX1" fmla="*/ 732485 w 1371609"/>
              <a:gd name="connsiteY1" fmla="*/ 0 h 7130772"/>
              <a:gd name="connsiteX2" fmla="*/ 1371609 w 1371609"/>
              <a:gd name="connsiteY2" fmla="*/ 6352141 h 7130772"/>
              <a:gd name="connsiteX3" fmla="*/ 0 w 1371609"/>
              <a:gd name="connsiteY3" fmla="*/ 7130772 h 7130772"/>
              <a:gd name="connsiteX0" fmla="*/ 0 w 1123131"/>
              <a:gd name="connsiteY0" fmla="*/ 7130772 h 7130772"/>
              <a:gd name="connsiteX1" fmla="*/ 732485 w 1123131"/>
              <a:gd name="connsiteY1" fmla="*/ 0 h 7130772"/>
              <a:gd name="connsiteX2" fmla="*/ 1123131 w 1123131"/>
              <a:gd name="connsiteY2" fmla="*/ 6322324 h 7130772"/>
              <a:gd name="connsiteX3" fmla="*/ 0 w 1123131"/>
              <a:gd name="connsiteY3" fmla="*/ 7130772 h 7130772"/>
            </a:gdLst>
            <a:ahLst/>
            <a:cxnLst>
              <a:cxn ang="0">
                <a:pos x="connsiteX0" y="connsiteY0"/>
              </a:cxn>
              <a:cxn ang="0">
                <a:pos x="connsiteX1" y="connsiteY1"/>
              </a:cxn>
              <a:cxn ang="0">
                <a:pos x="connsiteX2" y="connsiteY2"/>
              </a:cxn>
              <a:cxn ang="0">
                <a:pos x="connsiteX3" y="connsiteY3"/>
              </a:cxn>
            </a:cxnLst>
            <a:rect l="l" t="t" r="r" b="b"/>
            <a:pathLst>
              <a:path w="1123131" h="7130772" extrusionOk="0">
                <a:moveTo>
                  <a:pt x="0" y="7130772"/>
                </a:moveTo>
                <a:lnTo>
                  <a:pt x="732485" y="0"/>
                </a:lnTo>
                <a:lnTo>
                  <a:pt x="1123131" y="6322324"/>
                </a:lnTo>
                <a:lnTo>
                  <a:pt x="0" y="7130772"/>
                </a:lnTo>
                <a:close/>
              </a:path>
            </a:pathLst>
          </a:cu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5" name="Прямоугольник 4"/>
          <p:cNvSpPr/>
          <p:nvPr userDrawn="1"/>
        </p:nvSpPr>
        <p:spPr bwMode="auto">
          <a:xfrm>
            <a:off x="-508894" y="0"/>
            <a:ext cx="329783" cy="1274163"/>
          </a:xfrm>
          <a:prstGeom prst="rect">
            <a:avLst/>
          </a:pr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9" name="Прямоугольник 8"/>
          <p:cNvSpPr/>
          <p:nvPr userDrawn="1"/>
        </p:nvSpPr>
        <p:spPr bwMode="auto">
          <a:xfrm>
            <a:off x="-508894" y="1294334"/>
            <a:ext cx="329783" cy="12741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ln>
                <a:solidFill>
                  <a:schemeClr val="tx1">
                    <a:lumMod val="75000"/>
                    <a:lumOff val="25000"/>
                  </a:schemeClr>
                </a:solidFill>
              </a:ln>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PhAnim="0" type="blank" preserve="1" userDrawn="1">
  <p:cSld name="6">
    <p:bg>
      <p:bgRef idx="1001">
        <a:schemeClr val="bg2"/>
      </p:bgRef>
    </p:bg>
    <p:spTree>
      <p:nvGrpSpPr>
        <p:cNvPr id="1" name=""/>
        <p:cNvGrpSpPr/>
        <p:nvPr/>
      </p:nvGrpSpPr>
      <p:grpSpPr bwMode="auto">
        <a:xfrm>
          <a:off x="0" y="0"/>
          <a:ext cx="0" cy="0"/>
          <a:chOff x="0" y="0"/>
          <a:chExt cx="0" cy="0"/>
        </a:xfrm>
      </p:grpSpPr>
      <p:sp>
        <p:nvSpPr>
          <p:cNvPr id="5" name="Полилиния 4"/>
          <p:cNvSpPr/>
          <p:nvPr userDrawn="1"/>
        </p:nvSpPr>
        <p:spPr bwMode="auto">
          <a:xfrm rot="20431300">
            <a:off x="-264194" y="780380"/>
            <a:ext cx="1683055" cy="1076451"/>
          </a:xfrm>
          <a:custGeom>
            <a:avLst/>
            <a:gdLst>
              <a:gd name="connsiteX0" fmla="*/ 5032637 w 6393924"/>
              <a:gd name="connsiteY0" fmla="*/ 0 h 962526"/>
              <a:gd name="connsiteX1" fmla="*/ 1161906 w 6393924"/>
              <a:gd name="connsiteY1" fmla="*/ 247507 h 962526"/>
              <a:gd name="connsiteX2" fmla="*/ 0 w 6393924"/>
              <a:gd name="connsiteY2" fmla="*/ 962526 h 962526"/>
              <a:gd name="connsiteX3" fmla="*/ 6393924 w 6393924"/>
              <a:gd name="connsiteY3" fmla="*/ 646268 h 962526"/>
              <a:gd name="connsiteX4" fmla="*/ 5032637 w 6393924"/>
              <a:gd name="connsiteY4" fmla="*/ 0 h 962526"/>
              <a:gd name="connsiteX0" fmla="*/ 4699639 w 6393924"/>
              <a:gd name="connsiteY0" fmla="*/ 0 h 952900"/>
              <a:gd name="connsiteX1" fmla="*/ 1161906 w 6393924"/>
              <a:gd name="connsiteY1" fmla="*/ 237881 h 952900"/>
              <a:gd name="connsiteX2" fmla="*/ 0 w 6393924"/>
              <a:gd name="connsiteY2" fmla="*/ 952900 h 952900"/>
              <a:gd name="connsiteX3" fmla="*/ 6393924 w 6393924"/>
              <a:gd name="connsiteY3" fmla="*/ 636642 h 952900"/>
              <a:gd name="connsiteX4" fmla="*/ 4699639 w 6393924"/>
              <a:gd name="connsiteY4" fmla="*/ 0 h 952900"/>
              <a:gd name="connsiteX0" fmla="*/ 4699639 w 6393924"/>
              <a:gd name="connsiteY0" fmla="*/ 2750 h 955650"/>
              <a:gd name="connsiteX1" fmla="*/ 1100238 w 6393924"/>
              <a:gd name="connsiteY1" fmla="*/ 0 h 955650"/>
              <a:gd name="connsiteX2" fmla="*/ 0 w 6393924"/>
              <a:gd name="connsiteY2" fmla="*/ 955650 h 955650"/>
              <a:gd name="connsiteX3" fmla="*/ 6393924 w 6393924"/>
              <a:gd name="connsiteY3" fmla="*/ 639392 h 955650"/>
              <a:gd name="connsiteX4" fmla="*/ 4699639 w 6393924"/>
              <a:gd name="connsiteY4" fmla="*/ 2750 h 955650"/>
              <a:gd name="connsiteX0" fmla="*/ 4243307 w 5937592"/>
              <a:gd name="connsiteY0" fmla="*/ 2750 h 647642"/>
              <a:gd name="connsiteX1" fmla="*/ 643906 w 5937592"/>
              <a:gd name="connsiteY1" fmla="*/ 0 h 647642"/>
              <a:gd name="connsiteX2" fmla="*/ 0 w 5937592"/>
              <a:gd name="connsiteY2" fmla="*/ 647642 h 647642"/>
              <a:gd name="connsiteX3" fmla="*/ 5937592 w 5937592"/>
              <a:gd name="connsiteY3" fmla="*/ 639392 h 647642"/>
              <a:gd name="connsiteX4" fmla="*/ 4243307 w 5937592"/>
              <a:gd name="connsiteY4" fmla="*/ 2750 h 647642"/>
              <a:gd name="connsiteX0" fmla="*/ 4243307 w 5937592"/>
              <a:gd name="connsiteY0" fmla="*/ 2750 h 1128905"/>
              <a:gd name="connsiteX1" fmla="*/ 643906 w 5937592"/>
              <a:gd name="connsiteY1" fmla="*/ 0 h 1128905"/>
              <a:gd name="connsiteX2" fmla="*/ 0 w 5937592"/>
              <a:gd name="connsiteY2" fmla="*/ 1128905 h 1128905"/>
              <a:gd name="connsiteX3" fmla="*/ 5937592 w 5937592"/>
              <a:gd name="connsiteY3" fmla="*/ 639392 h 1128905"/>
              <a:gd name="connsiteX4" fmla="*/ 4243307 w 5937592"/>
              <a:gd name="connsiteY4" fmla="*/ 2750 h 1128905"/>
              <a:gd name="connsiteX0" fmla="*/ 4243307 w 5937592"/>
              <a:gd name="connsiteY0" fmla="*/ 0 h 1126155"/>
              <a:gd name="connsiteX1" fmla="*/ 483574 w 5937592"/>
              <a:gd name="connsiteY1" fmla="*/ 305258 h 1126155"/>
              <a:gd name="connsiteX2" fmla="*/ 0 w 5937592"/>
              <a:gd name="connsiteY2" fmla="*/ 1126155 h 1126155"/>
              <a:gd name="connsiteX3" fmla="*/ 5937592 w 5937592"/>
              <a:gd name="connsiteY3" fmla="*/ 636642 h 1126155"/>
              <a:gd name="connsiteX4" fmla="*/ 4243307 w 5937592"/>
              <a:gd name="connsiteY4" fmla="*/ 0 h 1126155"/>
              <a:gd name="connsiteX0" fmla="*/ 4095308 w 5789593"/>
              <a:gd name="connsiteY0" fmla="*/ 0 h 1251284"/>
              <a:gd name="connsiteX1" fmla="*/ 335575 w 5789593"/>
              <a:gd name="connsiteY1" fmla="*/ 305258 h 1251284"/>
              <a:gd name="connsiteX2" fmla="*/ 0 w 5789593"/>
              <a:gd name="connsiteY2" fmla="*/ 1251284 h 1251284"/>
              <a:gd name="connsiteX3" fmla="*/ 5789593 w 5789593"/>
              <a:gd name="connsiteY3" fmla="*/ 636642 h 1251284"/>
              <a:gd name="connsiteX4" fmla="*/ 4095308 w 5789593"/>
              <a:gd name="connsiteY4" fmla="*/ 0 h 1251284"/>
              <a:gd name="connsiteX0" fmla="*/ 4909304 w 6603589"/>
              <a:gd name="connsiteY0" fmla="*/ 0 h 1251284"/>
              <a:gd name="connsiteX1" fmla="*/ 1149571 w 6603589"/>
              <a:gd name="connsiteY1" fmla="*/ 305258 h 1251284"/>
              <a:gd name="connsiteX2" fmla="*/ 0 w 6603589"/>
              <a:gd name="connsiteY2" fmla="*/ 1251284 h 1251284"/>
              <a:gd name="connsiteX3" fmla="*/ 6603589 w 6603589"/>
              <a:gd name="connsiteY3" fmla="*/ 636642 h 1251284"/>
              <a:gd name="connsiteX4" fmla="*/ 4909304 w 6603589"/>
              <a:gd name="connsiteY4" fmla="*/ 0 h 1251284"/>
              <a:gd name="connsiteX0" fmla="*/ 6530805 w 6603589"/>
              <a:gd name="connsiteY0" fmla="*/ 0 h 1520587"/>
              <a:gd name="connsiteX1" fmla="*/ 1149571 w 6603589"/>
              <a:gd name="connsiteY1" fmla="*/ 574561 h 1520587"/>
              <a:gd name="connsiteX2" fmla="*/ 0 w 6603589"/>
              <a:gd name="connsiteY2" fmla="*/ 1520587 h 1520587"/>
              <a:gd name="connsiteX3" fmla="*/ 6603589 w 6603589"/>
              <a:gd name="connsiteY3" fmla="*/ 905945 h 1520587"/>
              <a:gd name="connsiteX4" fmla="*/ 6530805 w 6603589"/>
              <a:gd name="connsiteY4" fmla="*/ 0 h 1520587"/>
              <a:gd name="connsiteX0" fmla="*/ 6573954 w 6603589"/>
              <a:gd name="connsiteY0" fmla="*/ 0 h 1508676"/>
              <a:gd name="connsiteX1" fmla="*/ 1149571 w 6603589"/>
              <a:gd name="connsiteY1" fmla="*/ 562650 h 1508676"/>
              <a:gd name="connsiteX2" fmla="*/ 0 w 6603589"/>
              <a:gd name="connsiteY2" fmla="*/ 1508676 h 1508676"/>
              <a:gd name="connsiteX3" fmla="*/ 6603589 w 6603589"/>
              <a:gd name="connsiteY3" fmla="*/ 894034 h 1508676"/>
              <a:gd name="connsiteX4" fmla="*/ 6573954 w 6603589"/>
              <a:gd name="connsiteY4" fmla="*/ 0 h 1508676"/>
              <a:gd name="connsiteX0" fmla="*/ 6577008 w 6603589"/>
              <a:gd name="connsiteY0" fmla="*/ 0 h 1515411"/>
              <a:gd name="connsiteX1" fmla="*/ 1149571 w 6603589"/>
              <a:gd name="connsiteY1" fmla="*/ 569385 h 1515411"/>
              <a:gd name="connsiteX2" fmla="*/ 0 w 6603589"/>
              <a:gd name="connsiteY2" fmla="*/ 1515411 h 1515411"/>
              <a:gd name="connsiteX3" fmla="*/ 6603589 w 6603589"/>
              <a:gd name="connsiteY3" fmla="*/ 900769 h 1515411"/>
              <a:gd name="connsiteX4" fmla="*/ 6577008 w 6603589"/>
              <a:gd name="connsiteY4" fmla="*/ 0 h 1515411"/>
              <a:gd name="connsiteX0" fmla="*/ 6577008 w 6603589"/>
              <a:gd name="connsiteY0" fmla="*/ 0 h 1515411"/>
              <a:gd name="connsiteX1" fmla="*/ 4854461 w 6603589"/>
              <a:gd name="connsiteY1" fmla="*/ 172460 h 1515411"/>
              <a:gd name="connsiteX2" fmla="*/ 0 w 6603589"/>
              <a:gd name="connsiteY2" fmla="*/ 1515411 h 1515411"/>
              <a:gd name="connsiteX3" fmla="*/ 6603589 w 6603589"/>
              <a:gd name="connsiteY3" fmla="*/ 900769 h 1515411"/>
              <a:gd name="connsiteX4" fmla="*/ 6577008 w 6603589"/>
              <a:gd name="connsiteY4" fmla="*/ 0 h 1515411"/>
              <a:gd name="connsiteX0" fmla="*/ 2129993 w 2156574"/>
              <a:gd name="connsiteY0" fmla="*/ 0 h 1076451"/>
              <a:gd name="connsiteX1" fmla="*/ 407446 w 2156574"/>
              <a:gd name="connsiteY1" fmla="*/ 172460 h 1076451"/>
              <a:gd name="connsiteX2" fmla="*/ 1 w 2156574"/>
              <a:gd name="connsiteY2" fmla="*/ 1076451 h 1076451"/>
              <a:gd name="connsiteX3" fmla="*/ 2156574 w 2156574"/>
              <a:gd name="connsiteY3" fmla="*/ 900769 h 1076451"/>
              <a:gd name="connsiteX4" fmla="*/ 2129993 w 2156574"/>
              <a:gd name="connsiteY4" fmla="*/ 0 h 1076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574" h="1076451" extrusionOk="0">
                <a:moveTo>
                  <a:pt x="2129993" y="0"/>
                </a:moveTo>
                <a:lnTo>
                  <a:pt x="407446" y="172460"/>
                </a:lnTo>
                <a:lnTo>
                  <a:pt x="1" y="1076451"/>
                </a:lnTo>
                <a:lnTo>
                  <a:pt x="2156574" y="900769"/>
                </a:lnTo>
                <a:lnTo>
                  <a:pt x="2129993" y="0"/>
                </a:lnTo>
                <a:close/>
              </a:path>
            </a:pathLst>
          </a:custGeom>
          <a:solidFill>
            <a:srgbClr val="2C4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6" name="Полилиния 5"/>
          <p:cNvSpPr/>
          <p:nvPr userDrawn="1"/>
        </p:nvSpPr>
        <p:spPr bwMode="auto">
          <a:xfrm rot="13829135">
            <a:off x="-397518" y="-2467524"/>
            <a:ext cx="3706049" cy="2957435"/>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513197 w 2551022"/>
              <a:gd name="connsiteY0" fmla="*/ 0 h 3598113"/>
              <a:gd name="connsiteX1" fmla="*/ 0 w 2551022"/>
              <a:gd name="connsiteY1" fmla="*/ 2686632 h 3598113"/>
              <a:gd name="connsiteX2" fmla="*/ 2551022 w 2551022"/>
              <a:gd name="connsiteY2" fmla="*/ 3598113 h 3598113"/>
              <a:gd name="connsiteX3" fmla="*/ 2388996 w 2551022"/>
              <a:gd name="connsiteY3" fmla="*/ 244609 h 3598113"/>
              <a:gd name="connsiteX0" fmla="*/ 157108 w 1194933"/>
              <a:gd name="connsiteY0" fmla="*/ 0 h 4235603"/>
              <a:gd name="connsiteX1" fmla="*/ 0 w 1194933"/>
              <a:gd name="connsiteY1" fmla="*/ 4235603 h 4235603"/>
              <a:gd name="connsiteX2" fmla="*/ 1194933 w 1194933"/>
              <a:gd name="connsiteY2" fmla="*/ 3598113 h 4235603"/>
              <a:gd name="connsiteX3" fmla="*/ 1032907 w 1194933"/>
              <a:gd name="connsiteY3" fmla="*/ 244609 h 4235603"/>
              <a:gd name="connsiteX0" fmla="*/ 48814 w 1086639"/>
              <a:gd name="connsiteY0" fmla="*/ 0 h 3811893"/>
              <a:gd name="connsiteX1" fmla="*/ 0 w 1086639"/>
              <a:gd name="connsiteY1" fmla="*/ 3811893 h 3811893"/>
              <a:gd name="connsiteX2" fmla="*/ 1086639 w 1086639"/>
              <a:gd name="connsiteY2" fmla="*/ 3598113 h 3811893"/>
              <a:gd name="connsiteX3" fmla="*/ 924613 w 1086639"/>
              <a:gd name="connsiteY3" fmla="*/ 244609 h 3811893"/>
              <a:gd name="connsiteX0" fmla="*/ 138496 w 1176321"/>
              <a:gd name="connsiteY0" fmla="*/ 0 h 3976471"/>
              <a:gd name="connsiteX1" fmla="*/ 0 w 1176321"/>
              <a:gd name="connsiteY1" fmla="*/ 3976471 h 3976471"/>
              <a:gd name="connsiteX2" fmla="*/ 1176321 w 1176321"/>
              <a:gd name="connsiteY2" fmla="*/ 3598113 h 3976471"/>
              <a:gd name="connsiteX3" fmla="*/ 1014295 w 1176321"/>
              <a:gd name="connsiteY3" fmla="*/ 244609 h 3976471"/>
              <a:gd name="connsiteX0" fmla="*/ 477585 w 1176321"/>
              <a:gd name="connsiteY0" fmla="*/ 396618 h 3731862"/>
              <a:gd name="connsiteX1" fmla="*/ 0 w 1176321"/>
              <a:gd name="connsiteY1" fmla="*/ 3731862 h 3731862"/>
              <a:gd name="connsiteX2" fmla="*/ 1176321 w 1176321"/>
              <a:gd name="connsiteY2" fmla="*/ 3353504 h 3731862"/>
              <a:gd name="connsiteX3" fmla="*/ 1014295 w 1176321"/>
              <a:gd name="connsiteY3" fmla="*/ 0 h 3731862"/>
              <a:gd name="connsiteX0" fmla="*/ 477585 w 1403735"/>
              <a:gd name="connsiteY0" fmla="*/ 243513 h 3578757"/>
              <a:gd name="connsiteX1" fmla="*/ 0 w 1403735"/>
              <a:gd name="connsiteY1" fmla="*/ 3578757 h 3578757"/>
              <a:gd name="connsiteX2" fmla="*/ 1176321 w 1403735"/>
              <a:gd name="connsiteY2" fmla="*/ 3200399 h 3578757"/>
              <a:gd name="connsiteX3" fmla="*/ 1403735 w 1403735"/>
              <a:gd name="connsiteY3" fmla="*/ 0 h 3578757"/>
              <a:gd name="connsiteX0" fmla="*/ 477585 w 1403735"/>
              <a:gd name="connsiteY0" fmla="*/ 243513 h 3578757"/>
              <a:gd name="connsiteX1" fmla="*/ 0 w 1403735"/>
              <a:gd name="connsiteY1" fmla="*/ 3578757 h 3578757"/>
              <a:gd name="connsiteX2" fmla="*/ 1142051 w 1403735"/>
              <a:gd name="connsiteY2" fmla="*/ 3245211 h 3578757"/>
              <a:gd name="connsiteX3" fmla="*/ 1403735 w 1403735"/>
              <a:gd name="connsiteY3" fmla="*/ 0 h 3578757"/>
              <a:gd name="connsiteX0" fmla="*/ 477585 w 1403735"/>
              <a:gd name="connsiteY0" fmla="*/ 243513 h 3578757"/>
              <a:gd name="connsiteX1" fmla="*/ 0 w 1403735"/>
              <a:gd name="connsiteY1" fmla="*/ 3578757 h 3578757"/>
              <a:gd name="connsiteX2" fmla="*/ 1151052 w 1403735"/>
              <a:gd name="connsiteY2" fmla="*/ 3307035 h 3578757"/>
              <a:gd name="connsiteX3" fmla="*/ 1403735 w 1403735"/>
              <a:gd name="connsiteY3" fmla="*/ 0 h 3578757"/>
              <a:gd name="connsiteX0" fmla="*/ 0 w 5299938"/>
              <a:gd name="connsiteY0" fmla="*/ 0 h 3807290"/>
              <a:gd name="connsiteX1" fmla="*/ 3896203 w 5299938"/>
              <a:gd name="connsiteY1" fmla="*/ 3807290 h 3807290"/>
              <a:gd name="connsiteX2" fmla="*/ 5047255 w 5299938"/>
              <a:gd name="connsiteY2" fmla="*/ 3535568 h 3807290"/>
              <a:gd name="connsiteX3" fmla="*/ 5299938 w 5299938"/>
              <a:gd name="connsiteY3" fmla="*/ 228533 h 3807290"/>
              <a:gd name="connsiteX0" fmla="*/ 0 w 5047255"/>
              <a:gd name="connsiteY0" fmla="*/ 0 h 3807290"/>
              <a:gd name="connsiteX1" fmla="*/ 3896203 w 5047255"/>
              <a:gd name="connsiteY1" fmla="*/ 3807290 h 3807290"/>
              <a:gd name="connsiteX2" fmla="*/ 5047255 w 5047255"/>
              <a:gd name="connsiteY2" fmla="*/ 3535568 h 3807290"/>
              <a:gd name="connsiteX3" fmla="*/ 427071 w 5047255"/>
              <a:gd name="connsiteY3" fmla="*/ 211618 h 3807290"/>
              <a:gd name="connsiteX0" fmla="*/ 0 w 5229333"/>
              <a:gd name="connsiteY0" fmla="*/ 0 h 3807290"/>
              <a:gd name="connsiteX1" fmla="*/ 3896203 w 5229333"/>
              <a:gd name="connsiteY1" fmla="*/ 3807290 h 3807290"/>
              <a:gd name="connsiteX2" fmla="*/ 5229333 w 5229333"/>
              <a:gd name="connsiteY2" fmla="*/ 3353238 h 3807290"/>
              <a:gd name="connsiteX3" fmla="*/ 427071 w 5229333"/>
              <a:gd name="connsiteY3" fmla="*/ 211618 h 3807290"/>
              <a:gd name="connsiteX0" fmla="*/ 0 w 5229333"/>
              <a:gd name="connsiteY0" fmla="*/ 0 h 4402462"/>
              <a:gd name="connsiteX1" fmla="*/ 4462470 w 5229333"/>
              <a:gd name="connsiteY1" fmla="*/ 4402462 h 4402462"/>
              <a:gd name="connsiteX2" fmla="*/ 5229333 w 5229333"/>
              <a:gd name="connsiteY2" fmla="*/ 3353238 h 4402462"/>
              <a:gd name="connsiteX3" fmla="*/ 427071 w 5229333"/>
              <a:gd name="connsiteY3" fmla="*/ 211618 h 4402462"/>
              <a:gd name="connsiteX0" fmla="*/ 0 w 5261487"/>
              <a:gd name="connsiteY0" fmla="*/ 0 h 4402462"/>
              <a:gd name="connsiteX1" fmla="*/ 4462470 w 5261487"/>
              <a:gd name="connsiteY1" fmla="*/ 4402462 h 4402462"/>
              <a:gd name="connsiteX2" fmla="*/ 5261487 w 5261487"/>
              <a:gd name="connsiteY2" fmla="*/ 3578371 h 4402462"/>
              <a:gd name="connsiteX3" fmla="*/ 427071 w 5261487"/>
              <a:gd name="connsiteY3" fmla="*/ 211618 h 4402462"/>
              <a:gd name="connsiteX0" fmla="*/ 0 w 5350016"/>
              <a:gd name="connsiteY0" fmla="*/ 0 h 4402462"/>
              <a:gd name="connsiteX1" fmla="*/ 4462470 w 5350016"/>
              <a:gd name="connsiteY1" fmla="*/ 4402462 h 4402462"/>
              <a:gd name="connsiteX2" fmla="*/ 5350016 w 5350016"/>
              <a:gd name="connsiteY2" fmla="*/ 3439959 h 4402462"/>
              <a:gd name="connsiteX3" fmla="*/ 427071 w 5350016"/>
              <a:gd name="connsiteY3" fmla="*/ 211618 h 4402462"/>
              <a:gd name="connsiteX0" fmla="*/ 0 w 5350016"/>
              <a:gd name="connsiteY0" fmla="*/ 0 h 4416379"/>
              <a:gd name="connsiteX1" fmla="*/ 4463807 w 5350016"/>
              <a:gd name="connsiteY1" fmla="*/ 4416379 h 4416379"/>
              <a:gd name="connsiteX2" fmla="*/ 5350016 w 5350016"/>
              <a:gd name="connsiteY2" fmla="*/ 3439959 h 4416379"/>
              <a:gd name="connsiteX3" fmla="*/ 427071 w 5350016"/>
              <a:gd name="connsiteY3" fmla="*/ 211618 h 4416379"/>
              <a:gd name="connsiteX0" fmla="*/ 0 w 5350016"/>
              <a:gd name="connsiteY0" fmla="*/ 0 h 4416379"/>
              <a:gd name="connsiteX1" fmla="*/ 4463807 w 5350016"/>
              <a:gd name="connsiteY1" fmla="*/ 4416379 h 4416379"/>
              <a:gd name="connsiteX2" fmla="*/ 5350016 w 5350016"/>
              <a:gd name="connsiteY2" fmla="*/ 3439959 h 4416379"/>
              <a:gd name="connsiteX3" fmla="*/ 2413717 w 5350016"/>
              <a:gd name="connsiteY3" fmla="*/ 1489386 h 4416379"/>
              <a:gd name="connsiteX0" fmla="*/ 0 w 3706049"/>
              <a:gd name="connsiteY0" fmla="*/ 0 h 2957435"/>
              <a:gd name="connsiteX1" fmla="*/ 2819840 w 3706049"/>
              <a:gd name="connsiteY1" fmla="*/ 2957435 h 2957435"/>
              <a:gd name="connsiteX2" fmla="*/ 3706049 w 3706049"/>
              <a:gd name="connsiteY2" fmla="*/ 1981015 h 2957435"/>
              <a:gd name="connsiteX3" fmla="*/ 769750 w 3706049"/>
              <a:gd name="connsiteY3" fmla="*/ 30442 h 2957435"/>
              <a:gd name="connsiteX0" fmla="*/ 0 w 3706049"/>
              <a:gd name="connsiteY0" fmla="*/ 0 h 2957435"/>
              <a:gd name="connsiteX1" fmla="*/ 2819840 w 3706049"/>
              <a:gd name="connsiteY1" fmla="*/ 2957435 h 2957435"/>
              <a:gd name="connsiteX2" fmla="*/ 3706049 w 3706049"/>
              <a:gd name="connsiteY2" fmla="*/ 1981015 h 2957435"/>
              <a:gd name="connsiteX3" fmla="*/ 887452 w 3706049"/>
              <a:gd name="connsiteY3" fmla="*/ 153286 h 2957435"/>
            </a:gdLst>
            <a:ahLst/>
            <a:cxnLst>
              <a:cxn ang="0">
                <a:pos x="connsiteX0" y="connsiteY0"/>
              </a:cxn>
              <a:cxn ang="0">
                <a:pos x="connsiteX1" y="connsiteY1"/>
              </a:cxn>
              <a:cxn ang="0">
                <a:pos x="connsiteX2" y="connsiteY2"/>
              </a:cxn>
              <a:cxn ang="0">
                <a:pos x="connsiteX3" y="connsiteY3"/>
              </a:cxn>
            </a:cxnLst>
            <a:rect l="l" t="t" r="r" b="b"/>
            <a:pathLst>
              <a:path w="3706049" h="2957435" extrusionOk="0">
                <a:moveTo>
                  <a:pt x="0" y="0"/>
                </a:moveTo>
                <a:lnTo>
                  <a:pt x="2819840" y="2957435"/>
                </a:lnTo>
                <a:lnTo>
                  <a:pt x="3706049" y="1981015"/>
                </a:lnTo>
                <a:lnTo>
                  <a:pt x="887452" y="153286"/>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7" name="Треугольник 16"/>
          <p:cNvSpPr/>
          <p:nvPr userDrawn="1"/>
        </p:nvSpPr>
        <p:spPr bwMode="auto">
          <a:xfrm rot="10800000" flipH="1">
            <a:off x="834887" y="-2623930"/>
            <a:ext cx="965226" cy="3842699"/>
          </a:xfrm>
          <a:custGeom>
            <a:avLst/>
            <a:gdLst>
              <a:gd name="connsiteX0" fmla="*/ 0 w 1093154"/>
              <a:gd name="connsiteY0" fmla="*/ 4970981 h 4970981"/>
              <a:gd name="connsiteX1" fmla="*/ 26881 w 1093154"/>
              <a:gd name="connsiteY1" fmla="*/ 0 h 4970981"/>
              <a:gd name="connsiteX2" fmla="*/ 1093154 w 1093154"/>
              <a:gd name="connsiteY2" fmla="*/ 4970981 h 4970981"/>
              <a:gd name="connsiteX3" fmla="*/ 0 w 1093154"/>
              <a:gd name="connsiteY3" fmla="*/ 4970981 h 4970981"/>
              <a:gd name="connsiteX0" fmla="*/ 176203 w 1066273"/>
              <a:gd name="connsiteY0" fmla="*/ 4577328 h 4970981"/>
              <a:gd name="connsiteX1" fmla="*/ 0 w 1066273"/>
              <a:gd name="connsiteY1" fmla="*/ 0 h 4970981"/>
              <a:gd name="connsiteX2" fmla="*/ 1066273 w 1066273"/>
              <a:gd name="connsiteY2" fmla="*/ 4970981 h 4970981"/>
              <a:gd name="connsiteX3" fmla="*/ 176203 w 1066273"/>
              <a:gd name="connsiteY3" fmla="*/ 4577328 h 4970981"/>
              <a:gd name="connsiteX0" fmla="*/ 176203 w 1227704"/>
              <a:gd name="connsiteY0" fmla="*/ 4577328 h 4933244"/>
              <a:gd name="connsiteX1" fmla="*/ 0 w 1227704"/>
              <a:gd name="connsiteY1" fmla="*/ 0 h 4933244"/>
              <a:gd name="connsiteX2" fmla="*/ 1227704 w 1227704"/>
              <a:gd name="connsiteY2" fmla="*/ 4933244 h 4933244"/>
              <a:gd name="connsiteX3" fmla="*/ 176203 w 1227704"/>
              <a:gd name="connsiteY3" fmla="*/ 4577328 h 4933244"/>
              <a:gd name="connsiteX0" fmla="*/ 0 w 1387832"/>
              <a:gd name="connsiteY0" fmla="*/ 5029273 h 5029273"/>
              <a:gd name="connsiteX1" fmla="*/ 160128 w 1387832"/>
              <a:gd name="connsiteY1" fmla="*/ 0 h 5029273"/>
              <a:gd name="connsiteX2" fmla="*/ 1387832 w 1387832"/>
              <a:gd name="connsiteY2" fmla="*/ 4933244 h 5029273"/>
              <a:gd name="connsiteX3" fmla="*/ 0 w 1387832"/>
              <a:gd name="connsiteY3" fmla="*/ 5029273 h 5029273"/>
              <a:gd name="connsiteX0" fmla="*/ 0 w 1272218"/>
              <a:gd name="connsiteY0" fmla="*/ 5029273 h 5174982"/>
              <a:gd name="connsiteX1" fmla="*/ 160128 w 1272218"/>
              <a:gd name="connsiteY1" fmla="*/ 0 h 5174982"/>
              <a:gd name="connsiteX2" fmla="*/ 1272218 w 1272218"/>
              <a:gd name="connsiteY2" fmla="*/ 5174982 h 5174982"/>
              <a:gd name="connsiteX3" fmla="*/ 0 w 1272218"/>
              <a:gd name="connsiteY3" fmla="*/ 5029273 h 5174982"/>
              <a:gd name="connsiteX0" fmla="*/ 0 w 1272218"/>
              <a:gd name="connsiteY0" fmla="*/ 6206432 h 6352141"/>
              <a:gd name="connsiteX1" fmla="*/ 633094 w 1272218"/>
              <a:gd name="connsiteY1" fmla="*/ 0 h 6352141"/>
              <a:gd name="connsiteX2" fmla="*/ 1272218 w 1272218"/>
              <a:gd name="connsiteY2" fmla="*/ 6352141 h 6352141"/>
              <a:gd name="connsiteX3" fmla="*/ 0 w 1272218"/>
              <a:gd name="connsiteY3" fmla="*/ 6206432 h 6352141"/>
              <a:gd name="connsiteX0" fmla="*/ 0 w 1272218"/>
              <a:gd name="connsiteY0" fmla="*/ 3383719 h 3529428"/>
              <a:gd name="connsiteX1" fmla="*/ 543642 w 1272218"/>
              <a:gd name="connsiteY1" fmla="*/ 0 h 3529428"/>
              <a:gd name="connsiteX2" fmla="*/ 1272218 w 1272218"/>
              <a:gd name="connsiteY2" fmla="*/ 3529428 h 3529428"/>
              <a:gd name="connsiteX3" fmla="*/ 0 w 1272218"/>
              <a:gd name="connsiteY3" fmla="*/ 3383719 h 3529428"/>
              <a:gd name="connsiteX0" fmla="*/ 0 w 1013801"/>
              <a:gd name="connsiteY0" fmla="*/ 382101 h 3529428"/>
              <a:gd name="connsiteX1" fmla="*/ 285225 w 1013801"/>
              <a:gd name="connsiteY1" fmla="*/ 0 h 3529428"/>
              <a:gd name="connsiteX2" fmla="*/ 1013801 w 1013801"/>
              <a:gd name="connsiteY2" fmla="*/ 3529428 h 3529428"/>
              <a:gd name="connsiteX3" fmla="*/ 0 w 1013801"/>
              <a:gd name="connsiteY3" fmla="*/ 382101 h 3529428"/>
              <a:gd name="connsiteX0" fmla="*/ 0 w 1013801"/>
              <a:gd name="connsiteY0" fmla="*/ 382101 h 3529428"/>
              <a:gd name="connsiteX1" fmla="*/ 285225 w 1013801"/>
              <a:gd name="connsiteY1" fmla="*/ 0 h 3529428"/>
              <a:gd name="connsiteX2" fmla="*/ 1013801 w 1013801"/>
              <a:gd name="connsiteY2" fmla="*/ 3529428 h 3529428"/>
              <a:gd name="connsiteX3" fmla="*/ 853645 w 1013801"/>
              <a:gd name="connsiteY3" fmla="*/ 3067447 h 3529428"/>
              <a:gd name="connsiteX4" fmla="*/ 0 w 1013801"/>
              <a:gd name="connsiteY4" fmla="*/ 382101 h 3529428"/>
              <a:gd name="connsiteX0" fmla="*/ 269477 w 1283278"/>
              <a:gd name="connsiteY0" fmla="*/ 382101 h 3554464"/>
              <a:gd name="connsiteX1" fmla="*/ 554702 w 1283278"/>
              <a:gd name="connsiteY1" fmla="*/ 0 h 3554464"/>
              <a:gd name="connsiteX2" fmla="*/ 1283278 w 1283278"/>
              <a:gd name="connsiteY2" fmla="*/ 3529428 h 3554464"/>
              <a:gd name="connsiteX3" fmla="*/ 0 w 1283278"/>
              <a:gd name="connsiteY3" fmla="*/ 3554464 h 3554464"/>
              <a:gd name="connsiteX4" fmla="*/ 269477 w 1283278"/>
              <a:gd name="connsiteY4" fmla="*/ 382101 h 3554464"/>
              <a:gd name="connsiteX0" fmla="*/ 269477 w 965226"/>
              <a:gd name="connsiteY0" fmla="*/ 382101 h 3554464"/>
              <a:gd name="connsiteX1" fmla="*/ 554702 w 965226"/>
              <a:gd name="connsiteY1" fmla="*/ 0 h 3554464"/>
              <a:gd name="connsiteX2" fmla="*/ 965226 w 965226"/>
              <a:gd name="connsiteY2" fmla="*/ 3519489 h 3554464"/>
              <a:gd name="connsiteX3" fmla="*/ 0 w 965226"/>
              <a:gd name="connsiteY3" fmla="*/ 3554464 h 3554464"/>
              <a:gd name="connsiteX4" fmla="*/ 269477 w 965226"/>
              <a:gd name="connsiteY4" fmla="*/ 382101 h 3554464"/>
              <a:gd name="connsiteX0" fmla="*/ 269477 w 965226"/>
              <a:gd name="connsiteY0" fmla="*/ 670336 h 3842699"/>
              <a:gd name="connsiteX1" fmla="*/ 614337 w 965226"/>
              <a:gd name="connsiteY1" fmla="*/ 0 h 3842699"/>
              <a:gd name="connsiteX2" fmla="*/ 965226 w 965226"/>
              <a:gd name="connsiteY2" fmla="*/ 3807724 h 3842699"/>
              <a:gd name="connsiteX3" fmla="*/ 0 w 965226"/>
              <a:gd name="connsiteY3" fmla="*/ 3842699 h 3842699"/>
              <a:gd name="connsiteX4" fmla="*/ 269477 w 965226"/>
              <a:gd name="connsiteY4" fmla="*/ 670336 h 3842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226" h="3842699" extrusionOk="0">
                <a:moveTo>
                  <a:pt x="269477" y="670336"/>
                </a:moveTo>
                <a:lnTo>
                  <a:pt x="614337" y="0"/>
                </a:lnTo>
                <a:lnTo>
                  <a:pt x="965226" y="3807724"/>
                </a:lnTo>
                <a:lnTo>
                  <a:pt x="0" y="3842699"/>
                </a:lnTo>
                <a:lnTo>
                  <a:pt x="269477" y="670336"/>
                </a:lnTo>
                <a:close/>
              </a:path>
            </a:pathLst>
          </a:cu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8" name="Прямоугольник 7"/>
          <p:cNvSpPr/>
          <p:nvPr userDrawn="1"/>
        </p:nvSpPr>
        <p:spPr bwMode="auto">
          <a:xfrm>
            <a:off x="-508894" y="0"/>
            <a:ext cx="329783" cy="1274163"/>
          </a:xfrm>
          <a:prstGeom prst="rect">
            <a:avLst/>
          </a:pr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9" name="Прямоугольник 8"/>
          <p:cNvSpPr/>
          <p:nvPr userDrawn="1"/>
        </p:nvSpPr>
        <p:spPr bwMode="auto">
          <a:xfrm>
            <a:off x="-508894" y="1294334"/>
            <a:ext cx="329783" cy="12741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ln>
                <a:solidFill>
                  <a:schemeClr val="tx1">
                    <a:lumMod val="75000"/>
                    <a:lumOff val="25000"/>
                  </a:schemeClr>
                </a:solidFill>
              </a:ln>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PhAnim="0" preserve="1" userDrawn="1">
  <p:cSld name="7">
    <p:bg>
      <p:bgRef idx="1001">
        <a:schemeClr val="bg2"/>
      </p:bgRef>
    </p:bg>
    <p:spTree>
      <p:nvGrpSpPr>
        <p:cNvPr id="1" name=""/>
        <p:cNvGrpSpPr/>
        <p:nvPr/>
      </p:nvGrpSpPr>
      <p:grpSpPr bwMode="auto">
        <a:xfrm>
          <a:off x="0" y="0"/>
          <a:ext cx="0" cy="0"/>
          <a:chOff x="0" y="0"/>
          <a:chExt cx="0" cy="0"/>
        </a:xfrm>
      </p:grpSpPr>
      <p:sp>
        <p:nvSpPr>
          <p:cNvPr id="8" name="Полилиния 7"/>
          <p:cNvSpPr/>
          <p:nvPr userDrawn="1"/>
        </p:nvSpPr>
        <p:spPr bwMode="auto">
          <a:xfrm rot="11148061">
            <a:off x="-1533590" y="4127240"/>
            <a:ext cx="3706049" cy="2957435"/>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513197 w 2551022"/>
              <a:gd name="connsiteY0" fmla="*/ 0 h 3598113"/>
              <a:gd name="connsiteX1" fmla="*/ 0 w 2551022"/>
              <a:gd name="connsiteY1" fmla="*/ 2686632 h 3598113"/>
              <a:gd name="connsiteX2" fmla="*/ 2551022 w 2551022"/>
              <a:gd name="connsiteY2" fmla="*/ 3598113 h 3598113"/>
              <a:gd name="connsiteX3" fmla="*/ 2388996 w 2551022"/>
              <a:gd name="connsiteY3" fmla="*/ 244609 h 3598113"/>
              <a:gd name="connsiteX0" fmla="*/ 157108 w 1194933"/>
              <a:gd name="connsiteY0" fmla="*/ 0 h 4235603"/>
              <a:gd name="connsiteX1" fmla="*/ 0 w 1194933"/>
              <a:gd name="connsiteY1" fmla="*/ 4235603 h 4235603"/>
              <a:gd name="connsiteX2" fmla="*/ 1194933 w 1194933"/>
              <a:gd name="connsiteY2" fmla="*/ 3598113 h 4235603"/>
              <a:gd name="connsiteX3" fmla="*/ 1032907 w 1194933"/>
              <a:gd name="connsiteY3" fmla="*/ 244609 h 4235603"/>
              <a:gd name="connsiteX0" fmla="*/ 48814 w 1086639"/>
              <a:gd name="connsiteY0" fmla="*/ 0 h 3811893"/>
              <a:gd name="connsiteX1" fmla="*/ 0 w 1086639"/>
              <a:gd name="connsiteY1" fmla="*/ 3811893 h 3811893"/>
              <a:gd name="connsiteX2" fmla="*/ 1086639 w 1086639"/>
              <a:gd name="connsiteY2" fmla="*/ 3598113 h 3811893"/>
              <a:gd name="connsiteX3" fmla="*/ 924613 w 1086639"/>
              <a:gd name="connsiteY3" fmla="*/ 244609 h 3811893"/>
              <a:gd name="connsiteX0" fmla="*/ 138496 w 1176321"/>
              <a:gd name="connsiteY0" fmla="*/ 0 h 3976471"/>
              <a:gd name="connsiteX1" fmla="*/ 0 w 1176321"/>
              <a:gd name="connsiteY1" fmla="*/ 3976471 h 3976471"/>
              <a:gd name="connsiteX2" fmla="*/ 1176321 w 1176321"/>
              <a:gd name="connsiteY2" fmla="*/ 3598113 h 3976471"/>
              <a:gd name="connsiteX3" fmla="*/ 1014295 w 1176321"/>
              <a:gd name="connsiteY3" fmla="*/ 244609 h 3976471"/>
              <a:gd name="connsiteX0" fmla="*/ 477585 w 1176321"/>
              <a:gd name="connsiteY0" fmla="*/ 396618 h 3731862"/>
              <a:gd name="connsiteX1" fmla="*/ 0 w 1176321"/>
              <a:gd name="connsiteY1" fmla="*/ 3731862 h 3731862"/>
              <a:gd name="connsiteX2" fmla="*/ 1176321 w 1176321"/>
              <a:gd name="connsiteY2" fmla="*/ 3353504 h 3731862"/>
              <a:gd name="connsiteX3" fmla="*/ 1014295 w 1176321"/>
              <a:gd name="connsiteY3" fmla="*/ 0 h 3731862"/>
              <a:gd name="connsiteX0" fmla="*/ 477585 w 1403735"/>
              <a:gd name="connsiteY0" fmla="*/ 243513 h 3578757"/>
              <a:gd name="connsiteX1" fmla="*/ 0 w 1403735"/>
              <a:gd name="connsiteY1" fmla="*/ 3578757 h 3578757"/>
              <a:gd name="connsiteX2" fmla="*/ 1176321 w 1403735"/>
              <a:gd name="connsiteY2" fmla="*/ 3200399 h 3578757"/>
              <a:gd name="connsiteX3" fmla="*/ 1403735 w 1403735"/>
              <a:gd name="connsiteY3" fmla="*/ 0 h 3578757"/>
              <a:gd name="connsiteX0" fmla="*/ 477585 w 1403735"/>
              <a:gd name="connsiteY0" fmla="*/ 243513 h 3578757"/>
              <a:gd name="connsiteX1" fmla="*/ 0 w 1403735"/>
              <a:gd name="connsiteY1" fmla="*/ 3578757 h 3578757"/>
              <a:gd name="connsiteX2" fmla="*/ 1142051 w 1403735"/>
              <a:gd name="connsiteY2" fmla="*/ 3245211 h 3578757"/>
              <a:gd name="connsiteX3" fmla="*/ 1403735 w 1403735"/>
              <a:gd name="connsiteY3" fmla="*/ 0 h 3578757"/>
              <a:gd name="connsiteX0" fmla="*/ 477585 w 1403735"/>
              <a:gd name="connsiteY0" fmla="*/ 243513 h 3578757"/>
              <a:gd name="connsiteX1" fmla="*/ 0 w 1403735"/>
              <a:gd name="connsiteY1" fmla="*/ 3578757 h 3578757"/>
              <a:gd name="connsiteX2" fmla="*/ 1151052 w 1403735"/>
              <a:gd name="connsiteY2" fmla="*/ 3307035 h 3578757"/>
              <a:gd name="connsiteX3" fmla="*/ 1403735 w 1403735"/>
              <a:gd name="connsiteY3" fmla="*/ 0 h 3578757"/>
              <a:gd name="connsiteX0" fmla="*/ 0 w 5299938"/>
              <a:gd name="connsiteY0" fmla="*/ 0 h 3807290"/>
              <a:gd name="connsiteX1" fmla="*/ 3896203 w 5299938"/>
              <a:gd name="connsiteY1" fmla="*/ 3807290 h 3807290"/>
              <a:gd name="connsiteX2" fmla="*/ 5047255 w 5299938"/>
              <a:gd name="connsiteY2" fmla="*/ 3535568 h 3807290"/>
              <a:gd name="connsiteX3" fmla="*/ 5299938 w 5299938"/>
              <a:gd name="connsiteY3" fmla="*/ 228533 h 3807290"/>
              <a:gd name="connsiteX0" fmla="*/ 0 w 5047255"/>
              <a:gd name="connsiteY0" fmla="*/ 0 h 3807290"/>
              <a:gd name="connsiteX1" fmla="*/ 3896203 w 5047255"/>
              <a:gd name="connsiteY1" fmla="*/ 3807290 h 3807290"/>
              <a:gd name="connsiteX2" fmla="*/ 5047255 w 5047255"/>
              <a:gd name="connsiteY2" fmla="*/ 3535568 h 3807290"/>
              <a:gd name="connsiteX3" fmla="*/ 427071 w 5047255"/>
              <a:gd name="connsiteY3" fmla="*/ 211618 h 3807290"/>
              <a:gd name="connsiteX0" fmla="*/ 0 w 5229333"/>
              <a:gd name="connsiteY0" fmla="*/ 0 h 3807290"/>
              <a:gd name="connsiteX1" fmla="*/ 3896203 w 5229333"/>
              <a:gd name="connsiteY1" fmla="*/ 3807290 h 3807290"/>
              <a:gd name="connsiteX2" fmla="*/ 5229333 w 5229333"/>
              <a:gd name="connsiteY2" fmla="*/ 3353238 h 3807290"/>
              <a:gd name="connsiteX3" fmla="*/ 427071 w 5229333"/>
              <a:gd name="connsiteY3" fmla="*/ 211618 h 3807290"/>
              <a:gd name="connsiteX0" fmla="*/ 0 w 5229333"/>
              <a:gd name="connsiteY0" fmla="*/ 0 h 4402462"/>
              <a:gd name="connsiteX1" fmla="*/ 4462470 w 5229333"/>
              <a:gd name="connsiteY1" fmla="*/ 4402462 h 4402462"/>
              <a:gd name="connsiteX2" fmla="*/ 5229333 w 5229333"/>
              <a:gd name="connsiteY2" fmla="*/ 3353238 h 4402462"/>
              <a:gd name="connsiteX3" fmla="*/ 427071 w 5229333"/>
              <a:gd name="connsiteY3" fmla="*/ 211618 h 4402462"/>
              <a:gd name="connsiteX0" fmla="*/ 0 w 5261487"/>
              <a:gd name="connsiteY0" fmla="*/ 0 h 4402462"/>
              <a:gd name="connsiteX1" fmla="*/ 4462470 w 5261487"/>
              <a:gd name="connsiteY1" fmla="*/ 4402462 h 4402462"/>
              <a:gd name="connsiteX2" fmla="*/ 5261487 w 5261487"/>
              <a:gd name="connsiteY2" fmla="*/ 3578371 h 4402462"/>
              <a:gd name="connsiteX3" fmla="*/ 427071 w 5261487"/>
              <a:gd name="connsiteY3" fmla="*/ 211618 h 4402462"/>
              <a:gd name="connsiteX0" fmla="*/ 0 w 5350016"/>
              <a:gd name="connsiteY0" fmla="*/ 0 h 4402462"/>
              <a:gd name="connsiteX1" fmla="*/ 4462470 w 5350016"/>
              <a:gd name="connsiteY1" fmla="*/ 4402462 h 4402462"/>
              <a:gd name="connsiteX2" fmla="*/ 5350016 w 5350016"/>
              <a:gd name="connsiteY2" fmla="*/ 3439959 h 4402462"/>
              <a:gd name="connsiteX3" fmla="*/ 427071 w 5350016"/>
              <a:gd name="connsiteY3" fmla="*/ 211618 h 4402462"/>
              <a:gd name="connsiteX0" fmla="*/ 0 w 5350016"/>
              <a:gd name="connsiteY0" fmla="*/ 0 h 4416379"/>
              <a:gd name="connsiteX1" fmla="*/ 4463807 w 5350016"/>
              <a:gd name="connsiteY1" fmla="*/ 4416379 h 4416379"/>
              <a:gd name="connsiteX2" fmla="*/ 5350016 w 5350016"/>
              <a:gd name="connsiteY2" fmla="*/ 3439959 h 4416379"/>
              <a:gd name="connsiteX3" fmla="*/ 427071 w 5350016"/>
              <a:gd name="connsiteY3" fmla="*/ 211618 h 4416379"/>
              <a:gd name="connsiteX0" fmla="*/ 0 w 5350016"/>
              <a:gd name="connsiteY0" fmla="*/ 0 h 4416379"/>
              <a:gd name="connsiteX1" fmla="*/ 4463807 w 5350016"/>
              <a:gd name="connsiteY1" fmla="*/ 4416379 h 4416379"/>
              <a:gd name="connsiteX2" fmla="*/ 5350016 w 5350016"/>
              <a:gd name="connsiteY2" fmla="*/ 3439959 h 4416379"/>
              <a:gd name="connsiteX3" fmla="*/ 2413717 w 5350016"/>
              <a:gd name="connsiteY3" fmla="*/ 1489386 h 4416379"/>
              <a:gd name="connsiteX0" fmla="*/ 0 w 3706049"/>
              <a:gd name="connsiteY0" fmla="*/ 0 h 2957435"/>
              <a:gd name="connsiteX1" fmla="*/ 2819840 w 3706049"/>
              <a:gd name="connsiteY1" fmla="*/ 2957435 h 2957435"/>
              <a:gd name="connsiteX2" fmla="*/ 3706049 w 3706049"/>
              <a:gd name="connsiteY2" fmla="*/ 1981015 h 2957435"/>
              <a:gd name="connsiteX3" fmla="*/ 769750 w 3706049"/>
              <a:gd name="connsiteY3" fmla="*/ 30442 h 2957435"/>
              <a:gd name="connsiteX0" fmla="*/ 0 w 3706049"/>
              <a:gd name="connsiteY0" fmla="*/ 0 h 2957435"/>
              <a:gd name="connsiteX1" fmla="*/ 2819840 w 3706049"/>
              <a:gd name="connsiteY1" fmla="*/ 2957435 h 2957435"/>
              <a:gd name="connsiteX2" fmla="*/ 3706049 w 3706049"/>
              <a:gd name="connsiteY2" fmla="*/ 1981015 h 2957435"/>
              <a:gd name="connsiteX3" fmla="*/ 887452 w 3706049"/>
              <a:gd name="connsiteY3" fmla="*/ 153286 h 2957435"/>
            </a:gdLst>
            <a:ahLst/>
            <a:cxnLst>
              <a:cxn ang="0">
                <a:pos x="connsiteX0" y="connsiteY0"/>
              </a:cxn>
              <a:cxn ang="0">
                <a:pos x="connsiteX1" y="connsiteY1"/>
              </a:cxn>
              <a:cxn ang="0">
                <a:pos x="connsiteX2" y="connsiteY2"/>
              </a:cxn>
              <a:cxn ang="0">
                <a:pos x="connsiteX3" y="connsiteY3"/>
              </a:cxn>
            </a:cxnLst>
            <a:rect l="l" t="t" r="r" b="b"/>
            <a:pathLst>
              <a:path w="3706049" h="2957435" extrusionOk="0">
                <a:moveTo>
                  <a:pt x="0" y="0"/>
                </a:moveTo>
                <a:lnTo>
                  <a:pt x="2819840" y="2957435"/>
                </a:lnTo>
                <a:lnTo>
                  <a:pt x="3706049" y="1981015"/>
                </a:lnTo>
                <a:lnTo>
                  <a:pt x="887452" y="153286"/>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3" name="Прямоугольник 2"/>
          <p:cNvSpPr/>
          <p:nvPr userDrawn="1"/>
        </p:nvSpPr>
        <p:spPr bwMode="auto">
          <a:xfrm>
            <a:off x="-508894" y="0"/>
            <a:ext cx="329783" cy="1274163"/>
          </a:xfrm>
          <a:prstGeom prst="rect">
            <a:avLst/>
          </a:pr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4" name="Прямоугольник 3"/>
          <p:cNvSpPr/>
          <p:nvPr userDrawn="1"/>
        </p:nvSpPr>
        <p:spPr bwMode="auto">
          <a:xfrm>
            <a:off x="-508894" y="1294334"/>
            <a:ext cx="329783" cy="12741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ln>
                <a:solidFill>
                  <a:schemeClr val="tx1">
                    <a:lumMod val="75000"/>
                    <a:lumOff val="25000"/>
                  </a:schemeClr>
                </a:solidFill>
              </a:ln>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PhAnim="0" preserve="1" userDrawn="1">
  <p:cSld name="8">
    <p:bg>
      <p:bgRef idx="1001">
        <a:schemeClr val="bg2"/>
      </p:bgRef>
    </p:bg>
    <p:spTree>
      <p:nvGrpSpPr>
        <p:cNvPr id="1" name=""/>
        <p:cNvGrpSpPr/>
        <p:nvPr/>
      </p:nvGrpSpPr>
      <p:grpSpPr bwMode="auto">
        <a:xfrm>
          <a:off x="0" y="0"/>
          <a:ext cx="0" cy="0"/>
          <a:chOff x="0" y="0"/>
          <a:chExt cx="0" cy="0"/>
        </a:xfrm>
      </p:grpSpPr>
      <p:sp>
        <p:nvSpPr>
          <p:cNvPr id="8" name="Полилиния 7"/>
          <p:cNvSpPr/>
          <p:nvPr userDrawn="1"/>
        </p:nvSpPr>
        <p:spPr bwMode="auto">
          <a:xfrm>
            <a:off x="4347595" y="4935125"/>
            <a:ext cx="2238219" cy="1474901"/>
          </a:xfrm>
          <a:custGeom>
            <a:avLst/>
            <a:gdLst>
              <a:gd name="connsiteX0" fmla="*/ 0 w 5364480"/>
              <a:gd name="connsiteY0" fmla="*/ 0 h 2414016"/>
              <a:gd name="connsiteX1" fmla="*/ 865632 w 5364480"/>
              <a:gd name="connsiteY1" fmla="*/ 231648 h 2414016"/>
              <a:gd name="connsiteX2" fmla="*/ 4267200 w 5364480"/>
              <a:gd name="connsiteY2" fmla="*/ 1231392 h 2414016"/>
              <a:gd name="connsiteX3" fmla="*/ 5364480 w 5364480"/>
              <a:gd name="connsiteY3" fmla="*/ 1402080 h 2414016"/>
              <a:gd name="connsiteX4" fmla="*/ 5071872 w 5364480"/>
              <a:gd name="connsiteY4" fmla="*/ 2414016 h 2414016"/>
              <a:gd name="connsiteX5" fmla="*/ 0 w 5364480"/>
              <a:gd name="connsiteY5" fmla="*/ 0 h 2414016"/>
              <a:gd name="connsiteX0" fmla="*/ 0 w 5364480"/>
              <a:gd name="connsiteY0" fmla="*/ 0 h 2414016"/>
              <a:gd name="connsiteX1" fmla="*/ 865632 w 5364480"/>
              <a:gd name="connsiteY1" fmla="*/ 231648 h 2414016"/>
              <a:gd name="connsiteX2" fmla="*/ 5364480 w 5364480"/>
              <a:gd name="connsiteY2" fmla="*/ 1402080 h 2414016"/>
              <a:gd name="connsiteX3" fmla="*/ 5071872 w 5364480"/>
              <a:gd name="connsiteY3" fmla="*/ 2414016 h 2414016"/>
              <a:gd name="connsiteX4" fmla="*/ 0 w 5364480"/>
              <a:gd name="connsiteY4" fmla="*/ 0 h 2414016"/>
              <a:gd name="connsiteX0" fmla="*/ 0 w 5364480"/>
              <a:gd name="connsiteY0" fmla="*/ 0 h 2414016"/>
              <a:gd name="connsiteX1" fmla="*/ 3633546 w 5364480"/>
              <a:gd name="connsiteY1" fmla="*/ 935983 h 2414016"/>
              <a:gd name="connsiteX2" fmla="*/ 5364480 w 5364480"/>
              <a:gd name="connsiteY2" fmla="*/ 1402080 h 2414016"/>
              <a:gd name="connsiteX3" fmla="*/ 5071872 w 5364480"/>
              <a:gd name="connsiteY3" fmla="*/ 2414016 h 2414016"/>
              <a:gd name="connsiteX4" fmla="*/ 0 w 5364480"/>
              <a:gd name="connsiteY4" fmla="*/ 0 h 2414016"/>
              <a:gd name="connsiteX0" fmla="*/ 0 w 5364480"/>
              <a:gd name="connsiteY0" fmla="*/ 0 h 2414016"/>
              <a:gd name="connsiteX1" fmla="*/ 5364480 w 5364480"/>
              <a:gd name="connsiteY1" fmla="*/ 1402080 h 2414016"/>
              <a:gd name="connsiteX2" fmla="*/ 5071872 w 5364480"/>
              <a:gd name="connsiteY2" fmla="*/ 2414016 h 2414016"/>
              <a:gd name="connsiteX3" fmla="*/ 0 w 5364480"/>
              <a:gd name="connsiteY3" fmla="*/ 0 h 2414016"/>
              <a:gd name="connsiteX0" fmla="*/ 0 w 2559496"/>
              <a:gd name="connsiteY0" fmla="*/ 896277 h 1011936"/>
              <a:gd name="connsiteX1" fmla="*/ 2559496 w 2559496"/>
              <a:gd name="connsiteY1" fmla="*/ 0 h 1011936"/>
              <a:gd name="connsiteX2" fmla="*/ 2266888 w 2559496"/>
              <a:gd name="connsiteY2" fmla="*/ 1011936 h 1011936"/>
              <a:gd name="connsiteX3" fmla="*/ 0 w 2559496"/>
              <a:gd name="connsiteY3" fmla="*/ 896277 h 1011936"/>
              <a:gd name="connsiteX0" fmla="*/ 0 w 2720134"/>
              <a:gd name="connsiteY0" fmla="*/ 896277 h 1011936"/>
              <a:gd name="connsiteX1" fmla="*/ 2720134 w 2720134"/>
              <a:gd name="connsiteY1" fmla="*/ 0 h 1011936"/>
              <a:gd name="connsiteX2" fmla="*/ 2266888 w 2720134"/>
              <a:gd name="connsiteY2" fmla="*/ 1011936 h 1011936"/>
              <a:gd name="connsiteX3" fmla="*/ 0 w 2720134"/>
              <a:gd name="connsiteY3" fmla="*/ 896277 h 1011936"/>
              <a:gd name="connsiteX0" fmla="*/ 0 w 2497712"/>
              <a:gd name="connsiteY0" fmla="*/ 0 h 1116556"/>
              <a:gd name="connsiteX1" fmla="*/ 2497712 w 2497712"/>
              <a:gd name="connsiteY1" fmla="*/ 104620 h 1116556"/>
              <a:gd name="connsiteX2" fmla="*/ 2044466 w 2497712"/>
              <a:gd name="connsiteY2" fmla="*/ 1116556 h 1116556"/>
              <a:gd name="connsiteX3" fmla="*/ 0 w 2497712"/>
              <a:gd name="connsiteY3" fmla="*/ 0 h 1116556"/>
              <a:gd name="connsiteX0" fmla="*/ 0 w 2411214"/>
              <a:gd name="connsiteY0" fmla="*/ 0 h 1116556"/>
              <a:gd name="connsiteX1" fmla="*/ 2411214 w 2411214"/>
              <a:gd name="connsiteY1" fmla="*/ 178760 h 1116556"/>
              <a:gd name="connsiteX2" fmla="*/ 2044466 w 2411214"/>
              <a:gd name="connsiteY2" fmla="*/ 1116556 h 1116556"/>
              <a:gd name="connsiteX3" fmla="*/ 0 w 2411214"/>
              <a:gd name="connsiteY3" fmla="*/ 0 h 1116556"/>
              <a:gd name="connsiteX0" fmla="*/ 0 w 2238219"/>
              <a:gd name="connsiteY0" fmla="*/ 0 h 1474902"/>
              <a:gd name="connsiteX1" fmla="*/ 2238219 w 2238219"/>
              <a:gd name="connsiteY1" fmla="*/ 537106 h 1474902"/>
              <a:gd name="connsiteX2" fmla="*/ 1871471 w 2238219"/>
              <a:gd name="connsiteY2" fmla="*/ 1474902 h 1474902"/>
              <a:gd name="connsiteX3" fmla="*/ 0 w 2238219"/>
              <a:gd name="connsiteY3" fmla="*/ 0 h 1474902"/>
            </a:gdLst>
            <a:ahLst/>
            <a:cxnLst>
              <a:cxn ang="0">
                <a:pos x="connsiteX0" y="connsiteY0"/>
              </a:cxn>
              <a:cxn ang="0">
                <a:pos x="connsiteX1" y="connsiteY1"/>
              </a:cxn>
              <a:cxn ang="0">
                <a:pos x="connsiteX2" y="connsiteY2"/>
              </a:cxn>
              <a:cxn ang="0">
                <a:pos x="connsiteX3" y="connsiteY3"/>
              </a:cxn>
            </a:cxnLst>
            <a:rect l="l" t="t" r="r" b="b"/>
            <a:pathLst>
              <a:path w="2238219" h="1474902" extrusionOk="0">
                <a:moveTo>
                  <a:pt x="0" y="0"/>
                </a:moveTo>
                <a:lnTo>
                  <a:pt x="2238219" y="537106"/>
                </a:lnTo>
                <a:lnTo>
                  <a:pt x="1871471" y="1474902"/>
                </a:lnTo>
                <a:lnTo>
                  <a:pt x="0" y="0"/>
                </a:lnTo>
                <a:close/>
              </a:path>
            </a:pathLst>
          </a:custGeom>
          <a:solidFill>
            <a:srgbClr val="2C4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9" name="Полилиния 8"/>
          <p:cNvSpPr/>
          <p:nvPr userDrawn="1"/>
        </p:nvSpPr>
        <p:spPr bwMode="auto">
          <a:xfrm rot="11148061">
            <a:off x="2127862" y="4890620"/>
            <a:ext cx="3516792" cy="2435007"/>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513197 w 2551022"/>
              <a:gd name="connsiteY0" fmla="*/ 0 h 3598113"/>
              <a:gd name="connsiteX1" fmla="*/ 0 w 2551022"/>
              <a:gd name="connsiteY1" fmla="*/ 2686632 h 3598113"/>
              <a:gd name="connsiteX2" fmla="*/ 2551022 w 2551022"/>
              <a:gd name="connsiteY2" fmla="*/ 3598113 h 3598113"/>
              <a:gd name="connsiteX3" fmla="*/ 2388996 w 2551022"/>
              <a:gd name="connsiteY3" fmla="*/ 244609 h 3598113"/>
              <a:gd name="connsiteX0" fmla="*/ 157108 w 1194933"/>
              <a:gd name="connsiteY0" fmla="*/ 0 h 4235603"/>
              <a:gd name="connsiteX1" fmla="*/ 0 w 1194933"/>
              <a:gd name="connsiteY1" fmla="*/ 4235603 h 4235603"/>
              <a:gd name="connsiteX2" fmla="*/ 1194933 w 1194933"/>
              <a:gd name="connsiteY2" fmla="*/ 3598113 h 4235603"/>
              <a:gd name="connsiteX3" fmla="*/ 1032907 w 1194933"/>
              <a:gd name="connsiteY3" fmla="*/ 244609 h 4235603"/>
              <a:gd name="connsiteX0" fmla="*/ 48814 w 1086639"/>
              <a:gd name="connsiteY0" fmla="*/ 0 h 3811893"/>
              <a:gd name="connsiteX1" fmla="*/ 0 w 1086639"/>
              <a:gd name="connsiteY1" fmla="*/ 3811893 h 3811893"/>
              <a:gd name="connsiteX2" fmla="*/ 1086639 w 1086639"/>
              <a:gd name="connsiteY2" fmla="*/ 3598113 h 3811893"/>
              <a:gd name="connsiteX3" fmla="*/ 924613 w 1086639"/>
              <a:gd name="connsiteY3" fmla="*/ 244609 h 3811893"/>
              <a:gd name="connsiteX0" fmla="*/ 138496 w 1176321"/>
              <a:gd name="connsiteY0" fmla="*/ 0 h 3976471"/>
              <a:gd name="connsiteX1" fmla="*/ 0 w 1176321"/>
              <a:gd name="connsiteY1" fmla="*/ 3976471 h 3976471"/>
              <a:gd name="connsiteX2" fmla="*/ 1176321 w 1176321"/>
              <a:gd name="connsiteY2" fmla="*/ 3598113 h 3976471"/>
              <a:gd name="connsiteX3" fmla="*/ 1014295 w 1176321"/>
              <a:gd name="connsiteY3" fmla="*/ 244609 h 3976471"/>
              <a:gd name="connsiteX0" fmla="*/ 477585 w 1176321"/>
              <a:gd name="connsiteY0" fmla="*/ 396618 h 3731862"/>
              <a:gd name="connsiteX1" fmla="*/ 0 w 1176321"/>
              <a:gd name="connsiteY1" fmla="*/ 3731862 h 3731862"/>
              <a:gd name="connsiteX2" fmla="*/ 1176321 w 1176321"/>
              <a:gd name="connsiteY2" fmla="*/ 3353504 h 3731862"/>
              <a:gd name="connsiteX3" fmla="*/ 1014295 w 1176321"/>
              <a:gd name="connsiteY3" fmla="*/ 0 h 3731862"/>
              <a:gd name="connsiteX0" fmla="*/ 477585 w 1403735"/>
              <a:gd name="connsiteY0" fmla="*/ 243513 h 3578757"/>
              <a:gd name="connsiteX1" fmla="*/ 0 w 1403735"/>
              <a:gd name="connsiteY1" fmla="*/ 3578757 h 3578757"/>
              <a:gd name="connsiteX2" fmla="*/ 1176321 w 1403735"/>
              <a:gd name="connsiteY2" fmla="*/ 3200399 h 3578757"/>
              <a:gd name="connsiteX3" fmla="*/ 1403735 w 1403735"/>
              <a:gd name="connsiteY3" fmla="*/ 0 h 3578757"/>
              <a:gd name="connsiteX0" fmla="*/ 477585 w 1403735"/>
              <a:gd name="connsiteY0" fmla="*/ 243513 h 3578757"/>
              <a:gd name="connsiteX1" fmla="*/ 0 w 1403735"/>
              <a:gd name="connsiteY1" fmla="*/ 3578757 h 3578757"/>
              <a:gd name="connsiteX2" fmla="*/ 1142051 w 1403735"/>
              <a:gd name="connsiteY2" fmla="*/ 3245211 h 3578757"/>
              <a:gd name="connsiteX3" fmla="*/ 1403735 w 1403735"/>
              <a:gd name="connsiteY3" fmla="*/ 0 h 3578757"/>
              <a:gd name="connsiteX0" fmla="*/ 477585 w 1403735"/>
              <a:gd name="connsiteY0" fmla="*/ 243513 h 3578757"/>
              <a:gd name="connsiteX1" fmla="*/ 0 w 1403735"/>
              <a:gd name="connsiteY1" fmla="*/ 3578757 h 3578757"/>
              <a:gd name="connsiteX2" fmla="*/ 1151052 w 1403735"/>
              <a:gd name="connsiteY2" fmla="*/ 3307035 h 3578757"/>
              <a:gd name="connsiteX3" fmla="*/ 1403735 w 1403735"/>
              <a:gd name="connsiteY3" fmla="*/ 0 h 3578757"/>
              <a:gd name="connsiteX0" fmla="*/ 0 w 5299938"/>
              <a:gd name="connsiteY0" fmla="*/ 0 h 3807290"/>
              <a:gd name="connsiteX1" fmla="*/ 3896203 w 5299938"/>
              <a:gd name="connsiteY1" fmla="*/ 3807290 h 3807290"/>
              <a:gd name="connsiteX2" fmla="*/ 5047255 w 5299938"/>
              <a:gd name="connsiteY2" fmla="*/ 3535568 h 3807290"/>
              <a:gd name="connsiteX3" fmla="*/ 5299938 w 5299938"/>
              <a:gd name="connsiteY3" fmla="*/ 228533 h 3807290"/>
              <a:gd name="connsiteX0" fmla="*/ 0 w 5047255"/>
              <a:gd name="connsiteY0" fmla="*/ 0 h 3807290"/>
              <a:gd name="connsiteX1" fmla="*/ 3896203 w 5047255"/>
              <a:gd name="connsiteY1" fmla="*/ 3807290 h 3807290"/>
              <a:gd name="connsiteX2" fmla="*/ 5047255 w 5047255"/>
              <a:gd name="connsiteY2" fmla="*/ 3535568 h 3807290"/>
              <a:gd name="connsiteX3" fmla="*/ 427071 w 5047255"/>
              <a:gd name="connsiteY3" fmla="*/ 211618 h 3807290"/>
              <a:gd name="connsiteX0" fmla="*/ 0 w 5229333"/>
              <a:gd name="connsiteY0" fmla="*/ 0 h 3807290"/>
              <a:gd name="connsiteX1" fmla="*/ 3896203 w 5229333"/>
              <a:gd name="connsiteY1" fmla="*/ 3807290 h 3807290"/>
              <a:gd name="connsiteX2" fmla="*/ 5229333 w 5229333"/>
              <a:gd name="connsiteY2" fmla="*/ 3353238 h 3807290"/>
              <a:gd name="connsiteX3" fmla="*/ 427071 w 5229333"/>
              <a:gd name="connsiteY3" fmla="*/ 211618 h 3807290"/>
              <a:gd name="connsiteX0" fmla="*/ 0 w 5229333"/>
              <a:gd name="connsiteY0" fmla="*/ 0 h 4402462"/>
              <a:gd name="connsiteX1" fmla="*/ 4462470 w 5229333"/>
              <a:gd name="connsiteY1" fmla="*/ 4402462 h 4402462"/>
              <a:gd name="connsiteX2" fmla="*/ 5229333 w 5229333"/>
              <a:gd name="connsiteY2" fmla="*/ 3353238 h 4402462"/>
              <a:gd name="connsiteX3" fmla="*/ 427071 w 5229333"/>
              <a:gd name="connsiteY3" fmla="*/ 211618 h 4402462"/>
              <a:gd name="connsiteX0" fmla="*/ 0 w 5261487"/>
              <a:gd name="connsiteY0" fmla="*/ 0 h 4402462"/>
              <a:gd name="connsiteX1" fmla="*/ 4462470 w 5261487"/>
              <a:gd name="connsiteY1" fmla="*/ 4402462 h 4402462"/>
              <a:gd name="connsiteX2" fmla="*/ 5261487 w 5261487"/>
              <a:gd name="connsiteY2" fmla="*/ 3578371 h 4402462"/>
              <a:gd name="connsiteX3" fmla="*/ 427071 w 5261487"/>
              <a:gd name="connsiteY3" fmla="*/ 211618 h 4402462"/>
              <a:gd name="connsiteX0" fmla="*/ 0 w 5350016"/>
              <a:gd name="connsiteY0" fmla="*/ 0 h 4402462"/>
              <a:gd name="connsiteX1" fmla="*/ 4462470 w 5350016"/>
              <a:gd name="connsiteY1" fmla="*/ 4402462 h 4402462"/>
              <a:gd name="connsiteX2" fmla="*/ 5350016 w 5350016"/>
              <a:gd name="connsiteY2" fmla="*/ 3439959 h 4402462"/>
              <a:gd name="connsiteX3" fmla="*/ 427071 w 5350016"/>
              <a:gd name="connsiteY3" fmla="*/ 211618 h 4402462"/>
              <a:gd name="connsiteX0" fmla="*/ 0 w 5350016"/>
              <a:gd name="connsiteY0" fmla="*/ 0 h 4416379"/>
              <a:gd name="connsiteX1" fmla="*/ 4463807 w 5350016"/>
              <a:gd name="connsiteY1" fmla="*/ 4416379 h 4416379"/>
              <a:gd name="connsiteX2" fmla="*/ 5350016 w 5350016"/>
              <a:gd name="connsiteY2" fmla="*/ 3439959 h 4416379"/>
              <a:gd name="connsiteX3" fmla="*/ 427071 w 5350016"/>
              <a:gd name="connsiteY3" fmla="*/ 211618 h 4416379"/>
              <a:gd name="connsiteX0" fmla="*/ 0 w 5350016"/>
              <a:gd name="connsiteY0" fmla="*/ 0 h 4416379"/>
              <a:gd name="connsiteX1" fmla="*/ 4463807 w 5350016"/>
              <a:gd name="connsiteY1" fmla="*/ 4416379 h 4416379"/>
              <a:gd name="connsiteX2" fmla="*/ 5350016 w 5350016"/>
              <a:gd name="connsiteY2" fmla="*/ 3439959 h 4416379"/>
              <a:gd name="connsiteX3" fmla="*/ 2413717 w 5350016"/>
              <a:gd name="connsiteY3" fmla="*/ 1489386 h 4416379"/>
              <a:gd name="connsiteX0" fmla="*/ 0 w 3706049"/>
              <a:gd name="connsiteY0" fmla="*/ 0 h 2957435"/>
              <a:gd name="connsiteX1" fmla="*/ 2819840 w 3706049"/>
              <a:gd name="connsiteY1" fmla="*/ 2957435 h 2957435"/>
              <a:gd name="connsiteX2" fmla="*/ 3706049 w 3706049"/>
              <a:gd name="connsiteY2" fmla="*/ 1981015 h 2957435"/>
              <a:gd name="connsiteX3" fmla="*/ 769750 w 3706049"/>
              <a:gd name="connsiteY3" fmla="*/ 30442 h 2957435"/>
              <a:gd name="connsiteX0" fmla="*/ 0 w 3706049"/>
              <a:gd name="connsiteY0" fmla="*/ 0 h 2957435"/>
              <a:gd name="connsiteX1" fmla="*/ 2819840 w 3706049"/>
              <a:gd name="connsiteY1" fmla="*/ 2957435 h 2957435"/>
              <a:gd name="connsiteX2" fmla="*/ 3706049 w 3706049"/>
              <a:gd name="connsiteY2" fmla="*/ 1981015 h 2957435"/>
              <a:gd name="connsiteX3" fmla="*/ 887452 w 3706049"/>
              <a:gd name="connsiteY3" fmla="*/ 153286 h 2957435"/>
              <a:gd name="connsiteX0" fmla="*/ 0 w 4066453"/>
              <a:gd name="connsiteY0" fmla="*/ 0 h 2957435"/>
              <a:gd name="connsiteX1" fmla="*/ 2819840 w 4066453"/>
              <a:gd name="connsiteY1" fmla="*/ 2957435 h 2957435"/>
              <a:gd name="connsiteX2" fmla="*/ 4066453 w 4066453"/>
              <a:gd name="connsiteY2" fmla="*/ 516058 h 2957435"/>
              <a:gd name="connsiteX3" fmla="*/ 887452 w 4066453"/>
              <a:gd name="connsiteY3" fmla="*/ 153286 h 2957435"/>
              <a:gd name="connsiteX0" fmla="*/ 0 w 4066453"/>
              <a:gd name="connsiteY0" fmla="*/ 0 h 1535675"/>
              <a:gd name="connsiteX1" fmla="*/ 3855332 w 4066453"/>
              <a:gd name="connsiteY1" fmla="*/ 1535675 h 1535675"/>
              <a:gd name="connsiteX2" fmla="*/ 4066453 w 4066453"/>
              <a:gd name="connsiteY2" fmla="*/ 516058 h 1535675"/>
              <a:gd name="connsiteX3" fmla="*/ 887452 w 4066453"/>
              <a:gd name="connsiteY3" fmla="*/ 153286 h 1535675"/>
              <a:gd name="connsiteX0" fmla="*/ 607260 w 3179001"/>
              <a:gd name="connsiteY0" fmla="*/ 2700589 h 2700589"/>
              <a:gd name="connsiteX1" fmla="*/ 2967880 w 3179001"/>
              <a:gd name="connsiteY1" fmla="*/ 1382389 h 2700589"/>
              <a:gd name="connsiteX2" fmla="*/ 3179001 w 3179001"/>
              <a:gd name="connsiteY2" fmla="*/ 362772 h 2700589"/>
              <a:gd name="connsiteX3" fmla="*/ 0 w 3179001"/>
              <a:gd name="connsiteY3" fmla="*/ 0 h 2700589"/>
              <a:gd name="connsiteX0" fmla="*/ 607260 w 3179001"/>
              <a:gd name="connsiteY0" fmla="*/ 2700589 h 2700589"/>
              <a:gd name="connsiteX1" fmla="*/ 1127907 w 3179001"/>
              <a:gd name="connsiteY1" fmla="*/ 2402432 h 2700589"/>
              <a:gd name="connsiteX2" fmla="*/ 2967880 w 3179001"/>
              <a:gd name="connsiteY2" fmla="*/ 1382389 h 2700589"/>
              <a:gd name="connsiteX3" fmla="*/ 3179001 w 3179001"/>
              <a:gd name="connsiteY3" fmla="*/ 362772 h 2700589"/>
              <a:gd name="connsiteX4" fmla="*/ 0 w 3179001"/>
              <a:gd name="connsiteY4" fmla="*/ 0 h 2700589"/>
              <a:gd name="connsiteX0" fmla="*/ 607260 w 3179001"/>
              <a:gd name="connsiteY0" fmla="*/ 2700589 h 2999499"/>
              <a:gd name="connsiteX1" fmla="*/ 2219456 w 3179001"/>
              <a:gd name="connsiteY1" fmla="*/ 2999499 h 2999499"/>
              <a:gd name="connsiteX2" fmla="*/ 2967880 w 3179001"/>
              <a:gd name="connsiteY2" fmla="*/ 1382389 h 2999499"/>
              <a:gd name="connsiteX3" fmla="*/ 3179001 w 3179001"/>
              <a:gd name="connsiteY3" fmla="*/ 362772 h 2999499"/>
              <a:gd name="connsiteX4" fmla="*/ 0 w 3179001"/>
              <a:gd name="connsiteY4" fmla="*/ 0 h 2999499"/>
              <a:gd name="connsiteX0" fmla="*/ 0 w 2571741"/>
              <a:gd name="connsiteY0" fmla="*/ 2337817 h 2636727"/>
              <a:gd name="connsiteX1" fmla="*/ 1612196 w 2571741"/>
              <a:gd name="connsiteY1" fmla="*/ 2636727 h 2636727"/>
              <a:gd name="connsiteX2" fmla="*/ 2360620 w 2571741"/>
              <a:gd name="connsiteY2" fmla="*/ 1019617 h 2636727"/>
              <a:gd name="connsiteX3" fmla="*/ 2571741 w 2571741"/>
              <a:gd name="connsiteY3" fmla="*/ 0 h 2636727"/>
              <a:gd name="connsiteX4" fmla="*/ 414275 w 2571741"/>
              <a:gd name="connsiteY4" fmla="*/ 278669 h 2636727"/>
              <a:gd name="connsiteX0" fmla="*/ 0 w 2571741"/>
              <a:gd name="connsiteY0" fmla="*/ 2337817 h 2337817"/>
              <a:gd name="connsiteX1" fmla="*/ 470690 w 2571741"/>
              <a:gd name="connsiteY1" fmla="*/ 1547923 h 2337817"/>
              <a:gd name="connsiteX2" fmla="*/ 2360620 w 2571741"/>
              <a:gd name="connsiteY2" fmla="*/ 1019617 h 2337817"/>
              <a:gd name="connsiteX3" fmla="*/ 2571741 w 2571741"/>
              <a:gd name="connsiteY3" fmla="*/ 0 h 2337817"/>
              <a:gd name="connsiteX4" fmla="*/ 414275 w 2571741"/>
              <a:gd name="connsiteY4" fmla="*/ 278669 h 2337817"/>
              <a:gd name="connsiteX0" fmla="*/ 0 w 3060908"/>
              <a:gd name="connsiteY0" fmla="*/ 1679553 h 1679553"/>
              <a:gd name="connsiteX1" fmla="*/ 959857 w 3060908"/>
              <a:gd name="connsiteY1" fmla="*/ 1547923 h 1679553"/>
              <a:gd name="connsiteX2" fmla="*/ 2849787 w 3060908"/>
              <a:gd name="connsiteY2" fmla="*/ 1019617 h 1679553"/>
              <a:gd name="connsiteX3" fmla="*/ 3060908 w 3060908"/>
              <a:gd name="connsiteY3" fmla="*/ 0 h 1679553"/>
              <a:gd name="connsiteX4" fmla="*/ 903442 w 3060908"/>
              <a:gd name="connsiteY4" fmla="*/ 278669 h 1679553"/>
              <a:gd name="connsiteX0" fmla="*/ 0 w 3060908"/>
              <a:gd name="connsiteY0" fmla="*/ 1679553 h 1679553"/>
              <a:gd name="connsiteX1" fmla="*/ 965710 w 3060908"/>
              <a:gd name="connsiteY1" fmla="*/ 1361023 h 1679553"/>
              <a:gd name="connsiteX2" fmla="*/ 2849787 w 3060908"/>
              <a:gd name="connsiteY2" fmla="*/ 1019617 h 1679553"/>
              <a:gd name="connsiteX3" fmla="*/ 3060908 w 3060908"/>
              <a:gd name="connsiteY3" fmla="*/ 0 h 1679553"/>
              <a:gd name="connsiteX4" fmla="*/ 903442 w 3060908"/>
              <a:gd name="connsiteY4" fmla="*/ 278669 h 1679553"/>
              <a:gd name="connsiteX0" fmla="*/ 0 w 3060908"/>
              <a:gd name="connsiteY0" fmla="*/ 1679553 h 1679553"/>
              <a:gd name="connsiteX1" fmla="*/ 2849787 w 3060908"/>
              <a:gd name="connsiteY1" fmla="*/ 1019617 h 1679553"/>
              <a:gd name="connsiteX2" fmla="*/ 3060908 w 3060908"/>
              <a:gd name="connsiteY2" fmla="*/ 0 h 1679553"/>
              <a:gd name="connsiteX3" fmla="*/ 903442 w 3060908"/>
              <a:gd name="connsiteY3" fmla="*/ 278669 h 1679553"/>
              <a:gd name="connsiteX0" fmla="*/ 215656 w 2157466"/>
              <a:gd name="connsiteY0" fmla="*/ 1814267 h 1814267"/>
              <a:gd name="connsiteX1" fmla="*/ 1946345 w 2157466"/>
              <a:gd name="connsiteY1" fmla="*/ 1019617 h 1814267"/>
              <a:gd name="connsiteX2" fmla="*/ 2157466 w 2157466"/>
              <a:gd name="connsiteY2" fmla="*/ 0 h 1814267"/>
              <a:gd name="connsiteX3" fmla="*/ 0 w 2157466"/>
              <a:gd name="connsiteY3" fmla="*/ 278669 h 1814267"/>
              <a:gd name="connsiteX0" fmla="*/ 37768 w 1979578"/>
              <a:gd name="connsiteY0" fmla="*/ 1814267 h 1814267"/>
              <a:gd name="connsiteX1" fmla="*/ 1768457 w 1979578"/>
              <a:gd name="connsiteY1" fmla="*/ 1019617 h 1814267"/>
              <a:gd name="connsiteX2" fmla="*/ 1979578 w 1979578"/>
              <a:gd name="connsiteY2" fmla="*/ 0 h 1814267"/>
              <a:gd name="connsiteX3" fmla="*/ 0 w 1979578"/>
              <a:gd name="connsiteY3" fmla="*/ 807093 h 1814267"/>
              <a:gd name="connsiteX0" fmla="*/ 0 w 2566047"/>
              <a:gd name="connsiteY0" fmla="*/ 4351957 h 4351957"/>
              <a:gd name="connsiteX1" fmla="*/ 1730689 w 2566047"/>
              <a:gd name="connsiteY1" fmla="*/ 3557307 h 4351957"/>
              <a:gd name="connsiteX2" fmla="*/ 1941810 w 2566047"/>
              <a:gd name="connsiteY2" fmla="*/ 2537690 h 4351957"/>
              <a:gd name="connsiteX3" fmla="*/ 2566047 w 2566047"/>
              <a:gd name="connsiteY3" fmla="*/ 0 h 4351957"/>
              <a:gd name="connsiteX0" fmla="*/ 0 w 1688656"/>
              <a:gd name="connsiteY0" fmla="*/ 2474287 h 3557307"/>
              <a:gd name="connsiteX1" fmla="*/ 853298 w 1688656"/>
              <a:gd name="connsiteY1" fmla="*/ 3557307 h 3557307"/>
              <a:gd name="connsiteX2" fmla="*/ 1064419 w 1688656"/>
              <a:gd name="connsiteY2" fmla="*/ 2537690 h 3557307"/>
              <a:gd name="connsiteX3" fmla="*/ 1688656 w 1688656"/>
              <a:gd name="connsiteY3" fmla="*/ 0 h 3557307"/>
              <a:gd name="connsiteX0" fmla="*/ 0 w 1688656"/>
              <a:gd name="connsiteY0" fmla="*/ 2474287 h 3557307"/>
              <a:gd name="connsiteX1" fmla="*/ 853298 w 1688656"/>
              <a:gd name="connsiteY1" fmla="*/ 3557307 h 3557307"/>
              <a:gd name="connsiteX2" fmla="*/ 1064419 w 1688656"/>
              <a:gd name="connsiteY2" fmla="*/ 2537690 h 3557307"/>
              <a:gd name="connsiteX3" fmla="*/ 1542595 w 1688656"/>
              <a:gd name="connsiteY3" fmla="*/ 743325 h 3557307"/>
              <a:gd name="connsiteX4" fmla="*/ 1688656 w 1688656"/>
              <a:gd name="connsiteY4" fmla="*/ 0 h 3557307"/>
              <a:gd name="connsiteX0" fmla="*/ 0 w 1688656"/>
              <a:gd name="connsiteY0" fmla="*/ 2474287 h 3557307"/>
              <a:gd name="connsiteX1" fmla="*/ 853298 w 1688656"/>
              <a:gd name="connsiteY1" fmla="*/ 3557307 h 3557307"/>
              <a:gd name="connsiteX2" fmla="*/ 1064419 w 1688656"/>
              <a:gd name="connsiteY2" fmla="*/ 2537690 h 3557307"/>
              <a:gd name="connsiteX3" fmla="*/ 783558 w 1688656"/>
              <a:gd name="connsiteY3" fmla="*/ 485088 h 3557307"/>
              <a:gd name="connsiteX4" fmla="*/ 1688656 w 1688656"/>
              <a:gd name="connsiteY4" fmla="*/ 0 h 3557307"/>
              <a:gd name="connsiteX0" fmla="*/ 0 w 2193953"/>
              <a:gd name="connsiteY0" fmla="*/ 2474287 h 3557307"/>
              <a:gd name="connsiteX1" fmla="*/ 853298 w 2193953"/>
              <a:gd name="connsiteY1" fmla="*/ 3557307 h 3557307"/>
              <a:gd name="connsiteX2" fmla="*/ 1064419 w 2193953"/>
              <a:gd name="connsiteY2" fmla="*/ 2537690 h 3557307"/>
              <a:gd name="connsiteX3" fmla="*/ 2193953 w 2193953"/>
              <a:gd name="connsiteY3" fmla="*/ 552946 h 3557307"/>
              <a:gd name="connsiteX4" fmla="*/ 1688656 w 2193953"/>
              <a:gd name="connsiteY4" fmla="*/ 0 h 3557307"/>
              <a:gd name="connsiteX0" fmla="*/ 0 w 2193953"/>
              <a:gd name="connsiteY0" fmla="*/ 2413749 h 3496769"/>
              <a:gd name="connsiteX1" fmla="*/ 853298 w 2193953"/>
              <a:gd name="connsiteY1" fmla="*/ 3496769 h 3496769"/>
              <a:gd name="connsiteX2" fmla="*/ 1064419 w 2193953"/>
              <a:gd name="connsiteY2" fmla="*/ 2477152 h 3496769"/>
              <a:gd name="connsiteX3" fmla="*/ 2193953 w 2193953"/>
              <a:gd name="connsiteY3" fmla="*/ 492408 h 3496769"/>
              <a:gd name="connsiteX4" fmla="*/ 726018 w 2193953"/>
              <a:gd name="connsiteY4" fmla="*/ 0 h 3496769"/>
              <a:gd name="connsiteX0" fmla="*/ 0 w 1670795"/>
              <a:gd name="connsiteY0" fmla="*/ 2413749 h 3496769"/>
              <a:gd name="connsiteX1" fmla="*/ 853298 w 1670795"/>
              <a:gd name="connsiteY1" fmla="*/ 3496769 h 3496769"/>
              <a:gd name="connsiteX2" fmla="*/ 1064419 w 1670795"/>
              <a:gd name="connsiteY2" fmla="*/ 2477152 h 3496769"/>
              <a:gd name="connsiteX3" fmla="*/ 1670795 w 1670795"/>
              <a:gd name="connsiteY3" fmla="*/ 110846 h 3496769"/>
              <a:gd name="connsiteX4" fmla="*/ 726018 w 1670795"/>
              <a:gd name="connsiteY4" fmla="*/ 0 h 3496769"/>
              <a:gd name="connsiteX0" fmla="*/ 305116 w 1975911"/>
              <a:gd name="connsiteY0" fmla="*/ 2905169 h 3988189"/>
              <a:gd name="connsiteX1" fmla="*/ 1158414 w 1975911"/>
              <a:gd name="connsiteY1" fmla="*/ 3988189 h 3988189"/>
              <a:gd name="connsiteX2" fmla="*/ 1369535 w 1975911"/>
              <a:gd name="connsiteY2" fmla="*/ 2968572 h 3988189"/>
              <a:gd name="connsiteX3" fmla="*/ 1975911 w 1975911"/>
              <a:gd name="connsiteY3" fmla="*/ 602266 h 3988189"/>
              <a:gd name="connsiteX4" fmla="*/ 0 w 1975911"/>
              <a:gd name="connsiteY4" fmla="*/ 0 h 3988189"/>
              <a:gd name="connsiteX0" fmla="*/ 305116 w 1715324"/>
              <a:gd name="connsiteY0" fmla="*/ 3034071 h 4117091"/>
              <a:gd name="connsiteX1" fmla="*/ 1158414 w 1715324"/>
              <a:gd name="connsiteY1" fmla="*/ 4117091 h 4117091"/>
              <a:gd name="connsiteX2" fmla="*/ 1369535 w 1715324"/>
              <a:gd name="connsiteY2" fmla="*/ 3097474 h 4117091"/>
              <a:gd name="connsiteX3" fmla="*/ 1715324 w 1715324"/>
              <a:gd name="connsiteY3" fmla="*/ 0 h 4117091"/>
              <a:gd name="connsiteX4" fmla="*/ 0 w 1715324"/>
              <a:gd name="connsiteY4" fmla="*/ 128902 h 4117091"/>
              <a:gd name="connsiteX0" fmla="*/ 12252 w 1422460"/>
              <a:gd name="connsiteY0" fmla="*/ 3034071 h 4117091"/>
              <a:gd name="connsiteX1" fmla="*/ 865550 w 1422460"/>
              <a:gd name="connsiteY1" fmla="*/ 4117091 h 4117091"/>
              <a:gd name="connsiteX2" fmla="*/ 1076671 w 1422460"/>
              <a:gd name="connsiteY2" fmla="*/ 3097474 h 4117091"/>
              <a:gd name="connsiteX3" fmla="*/ 1422460 w 1422460"/>
              <a:gd name="connsiteY3" fmla="*/ 0 h 4117091"/>
              <a:gd name="connsiteX4" fmla="*/ 0 w 1422460"/>
              <a:gd name="connsiteY4" fmla="*/ 1055517 h 4117091"/>
              <a:gd name="connsiteX0" fmla="*/ 0 w 1410208"/>
              <a:gd name="connsiteY0" fmla="*/ 3034071 h 4117091"/>
              <a:gd name="connsiteX1" fmla="*/ 853298 w 1410208"/>
              <a:gd name="connsiteY1" fmla="*/ 4117091 h 4117091"/>
              <a:gd name="connsiteX2" fmla="*/ 1064419 w 1410208"/>
              <a:gd name="connsiteY2" fmla="*/ 3097474 h 4117091"/>
              <a:gd name="connsiteX3" fmla="*/ 1410208 w 1410208"/>
              <a:gd name="connsiteY3" fmla="*/ 0 h 4117091"/>
              <a:gd name="connsiteX4" fmla="*/ 22841 w 1410208"/>
              <a:gd name="connsiteY4" fmla="*/ 2256728 h 4117091"/>
              <a:gd name="connsiteX0" fmla="*/ 0 w 1891295"/>
              <a:gd name="connsiteY0" fmla="*/ 2822119 h 3905139"/>
              <a:gd name="connsiteX1" fmla="*/ 853298 w 1891295"/>
              <a:gd name="connsiteY1" fmla="*/ 3905139 h 3905139"/>
              <a:gd name="connsiteX2" fmla="*/ 1064419 w 1891295"/>
              <a:gd name="connsiteY2" fmla="*/ 2885522 h 3905139"/>
              <a:gd name="connsiteX3" fmla="*/ 1891295 w 1891295"/>
              <a:gd name="connsiteY3" fmla="*/ 0 h 3905139"/>
              <a:gd name="connsiteX4" fmla="*/ 22841 w 1891295"/>
              <a:gd name="connsiteY4" fmla="*/ 2044776 h 3905139"/>
              <a:gd name="connsiteX0" fmla="*/ 0 w 1919702"/>
              <a:gd name="connsiteY0" fmla="*/ 3520543 h 4603563"/>
              <a:gd name="connsiteX1" fmla="*/ 853298 w 1919702"/>
              <a:gd name="connsiteY1" fmla="*/ 4603563 h 4603563"/>
              <a:gd name="connsiteX2" fmla="*/ 1064419 w 1919702"/>
              <a:gd name="connsiteY2" fmla="*/ 3583946 h 4603563"/>
              <a:gd name="connsiteX3" fmla="*/ 1919702 w 1919702"/>
              <a:gd name="connsiteY3" fmla="*/ 0 h 4603563"/>
              <a:gd name="connsiteX4" fmla="*/ 22841 w 1919702"/>
              <a:gd name="connsiteY4" fmla="*/ 2743200 h 4603563"/>
              <a:gd name="connsiteX0" fmla="*/ 0 w 2147497"/>
              <a:gd name="connsiteY0" fmla="*/ 4090181 h 4603563"/>
              <a:gd name="connsiteX1" fmla="*/ 1081093 w 2147497"/>
              <a:gd name="connsiteY1" fmla="*/ 4603563 h 4603563"/>
              <a:gd name="connsiteX2" fmla="*/ 1292214 w 2147497"/>
              <a:gd name="connsiteY2" fmla="*/ 3583946 h 4603563"/>
              <a:gd name="connsiteX3" fmla="*/ 2147497 w 2147497"/>
              <a:gd name="connsiteY3" fmla="*/ 0 h 4603563"/>
              <a:gd name="connsiteX4" fmla="*/ 250636 w 2147497"/>
              <a:gd name="connsiteY4" fmla="*/ 2743200 h 4603563"/>
              <a:gd name="connsiteX0" fmla="*/ 0 w 2147497"/>
              <a:gd name="connsiteY0" fmla="*/ 4090181 h 4706711"/>
              <a:gd name="connsiteX1" fmla="*/ 1166094 w 2147497"/>
              <a:gd name="connsiteY1" fmla="*/ 4706711 h 4706711"/>
              <a:gd name="connsiteX2" fmla="*/ 1292214 w 2147497"/>
              <a:gd name="connsiteY2" fmla="*/ 3583946 h 4706711"/>
              <a:gd name="connsiteX3" fmla="*/ 2147497 w 2147497"/>
              <a:gd name="connsiteY3" fmla="*/ 0 h 4706711"/>
              <a:gd name="connsiteX4" fmla="*/ 250636 w 2147497"/>
              <a:gd name="connsiteY4" fmla="*/ 2743200 h 4706711"/>
              <a:gd name="connsiteX0" fmla="*/ 0 w 2147497"/>
              <a:gd name="connsiteY0" fmla="*/ 4090181 h 4706711"/>
              <a:gd name="connsiteX1" fmla="*/ 1166094 w 2147497"/>
              <a:gd name="connsiteY1" fmla="*/ 4706711 h 4706711"/>
              <a:gd name="connsiteX2" fmla="*/ 2147497 w 2147497"/>
              <a:gd name="connsiteY2" fmla="*/ 0 h 4706711"/>
              <a:gd name="connsiteX3" fmla="*/ 250636 w 2147497"/>
              <a:gd name="connsiteY3" fmla="*/ 2743200 h 4706711"/>
              <a:gd name="connsiteX0" fmla="*/ 0 w 2147497"/>
              <a:gd name="connsiteY0" fmla="*/ 4090181 h 4706711"/>
              <a:gd name="connsiteX1" fmla="*/ 1166094 w 2147497"/>
              <a:gd name="connsiteY1" fmla="*/ 4706711 h 4706711"/>
              <a:gd name="connsiteX2" fmla="*/ 2147497 w 2147497"/>
              <a:gd name="connsiteY2" fmla="*/ 0 h 4706711"/>
              <a:gd name="connsiteX3" fmla="*/ 379423 w 2147497"/>
              <a:gd name="connsiteY3" fmla="*/ 2543811 h 4706711"/>
              <a:gd name="connsiteX0" fmla="*/ 0 w 1434722"/>
              <a:gd name="connsiteY0" fmla="*/ 2303758 h 2920288"/>
              <a:gd name="connsiteX1" fmla="*/ 1166094 w 1434722"/>
              <a:gd name="connsiteY1" fmla="*/ 2920288 h 2920288"/>
              <a:gd name="connsiteX2" fmla="*/ 1434722 w 1434722"/>
              <a:gd name="connsiteY2" fmla="*/ 0 h 2920288"/>
              <a:gd name="connsiteX3" fmla="*/ 379423 w 1434722"/>
              <a:gd name="connsiteY3" fmla="*/ 757388 h 2920288"/>
              <a:gd name="connsiteX0" fmla="*/ 0 w 3269212"/>
              <a:gd name="connsiteY0" fmla="*/ 1818477 h 2435007"/>
              <a:gd name="connsiteX1" fmla="*/ 1166094 w 3269212"/>
              <a:gd name="connsiteY1" fmla="*/ 2435007 h 2435007"/>
              <a:gd name="connsiteX2" fmla="*/ 3269212 w 3269212"/>
              <a:gd name="connsiteY2" fmla="*/ 0 h 2435007"/>
              <a:gd name="connsiteX3" fmla="*/ 379423 w 3269212"/>
              <a:gd name="connsiteY3" fmla="*/ 272107 h 2435007"/>
              <a:gd name="connsiteX0" fmla="*/ 0 w 3269212"/>
              <a:gd name="connsiteY0" fmla="*/ 1818477 h 2435007"/>
              <a:gd name="connsiteX1" fmla="*/ 1166094 w 3269212"/>
              <a:gd name="connsiteY1" fmla="*/ 2435007 h 2435007"/>
              <a:gd name="connsiteX2" fmla="*/ 3269212 w 3269212"/>
              <a:gd name="connsiteY2" fmla="*/ 0 h 2435007"/>
              <a:gd name="connsiteX3" fmla="*/ 1914780 w 3269212"/>
              <a:gd name="connsiteY3" fmla="*/ 248687 h 2435007"/>
              <a:gd name="connsiteX0" fmla="*/ 0 w 3516792"/>
              <a:gd name="connsiteY0" fmla="*/ 2233251 h 2435007"/>
              <a:gd name="connsiteX1" fmla="*/ 1413674 w 3516792"/>
              <a:gd name="connsiteY1" fmla="*/ 2435007 h 2435007"/>
              <a:gd name="connsiteX2" fmla="*/ 3516792 w 3516792"/>
              <a:gd name="connsiteY2" fmla="*/ 0 h 2435007"/>
              <a:gd name="connsiteX3" fmla="*/ 2162360 w 3516792"/>
              <a:gd name="connsiteY3" fmla="*/ 248687 h 2435007"/>
            </a:gdLst>
            <a:ahLst/>
            <a:cxnLst>
              <a:cxn ang="0">
                <a:pos x="connsiteX0" y="connsiteY0"/>
              </a:cxn>
              <a:cxn ang="0">
                <a:pos x="connsiteX1" y="connsiteY1"/>
              </a:cxn>
              <a:cxn ang="0">
                <a:pos x="connsiteX2" y="connsiteY2"/>
              </a:cxn>
              <a:cxn ang="0">
                <a:pos x="connsiteX3" y="connsiteY3"/>
              </a:cxn>
            </a:cxnLst>
            <a:rect l="l" t="t" r="r" b="b"/>
            <a:pathLst>
              <a:path w="3516792" h="2435007" extrusionOk="0">
                <a:moveTo>
                  <a:pt x="0" y="2233251"/>
                </a:moveTo>
                <a:lnTo>
                  <a:pt x="1413674" y="2435007"/>
                </a:lnTo>
                <a:lnTo>
                  <a:pt x="3516792" y="0"/>
                </a:lnTo>
                <a:lnTo>
                  <a:pt x="2162360" y="248687"/>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0" name="Полилиния 9"/>
          <p:cNvSpPr/>
          <p:nvPr userDrawn="1"/>
        </p:nvSpPr>
        <p:spPr bwMode="auto">
          <a:xfrm>
            <a:off x="2533495" y="651499"/>
            <a:ext cx="5675009" cy="2483987"/>
          </a:xfrm>
          <a:custGeom>
            <a:avLst/>
            <a:gdLst>
              <a:gd name="connsiteX0" fmla="*/ 0 w 5364480"/>
              <a:gd name="connsiteY0" fmla="*/ 0 h 2414016"/>
              <a:gd name="connsiteX1" fmla="*/ 865632 w 5364480"/>
              <a:gd name="connsiteY1" fmla="*/ 231648 h 2414016"/>
              <a:gd name="connsiteX2" fmla="*/ 4267200 w 5364480"/>
              <a:gd name="connsiteY2" fmla="*/ 1231392 h 2414016"/>
              <a:gd name="connsiteX3" fmla="*/ 5364480 w 5364480"/>
              <a:gd name="connsiteY3" fmla="*/ 1402080 h 2414016"/>
              <a:gd name="connsiteX4" fmla="*/ 5071872 w 5364480"/>
              <a:gd name="connsiteY4" fmla="*/ 2414016 h 2414016"/>
              <a:gd name="connsiteX5" fmla="*/ 0 w 5364480"/>
              <a:gd name="connsiteY5" fmla="*/ 0 h 2414016"/>
              <a:gd name="connsiteX0" fmla="*/ 0 w 5364480"/>
              <a:gd name="connsiteY0" fmla="*/ 0 h 2414016"/>
              <a:gd name="connsiteX1" fmla="*/ 865632 w 5364480"/>
              <a:gd name="connsiteY1" fmla="*/ 231648 h 2414016"/>
              <a:gd name="connsiteX2" fmla="*/ 4749113 w 5364480"/>
              <a:gd name="connsiteY2" fmla="*/ 564127 h 2414016"/>
              <a:gd name="connsiteX3" fmla="*/ 5364480 w 5364480"/>
              <a:gd name="connsiteY3" fmla="*/ 1402080 h 2414016"/>
              <a:gd name="connsiteX4" fmla="*/ 5071872 w 5364480"/>
              <a:gd name="connsiteY4" fmla="*/ 2414016 h 2414016"/>
              <a:gd name="connsiteX5" fmla="*/ 0 w 5364480"/>
              <a:gd name="connsiteY5" fmla="*/ 0 h 2414016"/>
              <a:gd name="connsiteX0" fmla="*/ 0 w 5858750"/>
              <a:gd name="connsiteY0" fmla="*/ 0 h 2414016"/>
              <a:gd name="connsiteX1" fmla="*/ 865632 w 5858750"/>
              <a:gd name="connsiteY1" fmla="*/ 231648 h 2414016"/>
              <a:gd name="connsiteX2" fmla="*/ 4749113 w 5858750"/>
              <a:gd name="connsiteY2" fmla="*/ 564127 h 2414016"/>
              <a:gd name="connsiteX3" fmla="*/ 5858750 w 5858750"/>
              <a:gd name="connsiteY3" fmla="*/ 512393 h 2414016"/>
              <a:gd name="connsiteX4" fmla="*/ 5071872 w 5858750"/>
              <a:gd name="connsiteY4" fmla="*/ 2414016 h 2414016"/>
              <a:gd name="connsiteX5" fmla="*/ 0 w 5858750"/>
              <a:gd name="connsiteY5" fmla="*/ 0 h 2414016"/>
              <a:gd name="connsiteX0" fmla="*/ 0 w 5722826"/>
              <a:gd name="connsiteY0" fmla="*/ 0 h 2414016"/>
              <a:gd name="connsiteX1" fmla="*/ 865632 w 5722826"/>
              <a:gd name="connsiteY1" fmla="*/ 231648 h 2414016"/>
              <a:gd name="connsiteX2" fmla="*/ 4749113 w 5722826"/>
              <a:gd name="connsiteY2" fmla="*/ 564127 h 2414016"/>
              <a:gd name="connsiteX3" fmla="*/ 5722826 w 5722826"/>
              <a:gd name="connsiteY3" fmla="*/ 1080804 h 2414016"/>
              <a:gd name="connsiteX4" fmla="*/ 5071872 w 5722826"/>
              <a:gd name="connsiteY4" fmla="*/ 2414016 h 2414016"/>
              <a:gd name="connsiteX5" fmla="*/ 0 w 5722826"/>
              <a:gd name="connsiteY5" fmla="*/ 0 h 2414016"/>
              <a:gd name="connsiteX0" fmla="*/ 0 w 5722826"/>
              <a:gd name="connsiteY0" fmla="*/ 0 h 2414016"/>
              <a:gd name="connsiteX1" fmla="*/ 865632 w 5722826"/>
              <a:gd name="connsiteY1" fmla="*/ 231648 h 2414016"/>
              <a:gd name="connsiteX2" fmla="*/ 4749113 w 5722826"/>
              <a:gd name="connsiteY2" fmla="*/ 564127 h 2414016"/>
              <a:gd name="connsiteX3" fmla="*/ 5722826 w 5722826"/>
              <a:gd name="connsiteY3" fmla="*/ 1117874 h 2414016"/>
              <a:gd name="connsiteX4" fmla="*/ 5071872 w 5722826"/>
              <a:gd name="connsiteY4" fmla="*/ 2414016 h 2414016"/>
              <a:gd name="connsiteX5" fmla="*/ 0 w 5722826"/>
              <a:gd name="connsiteY5" fmla="*/ 0 h 2414016"/>
              <a:gd name="connsiteX0" fmla="*/ 0 w 5899775"/>
              <a:gd name="connsiteY0" fmla="*/ 0 h 2599368"/>
              <a:gd name="connsiteX1" fmla="*/ 865632 w 5899775"/>
              <a:gd name="connsiteY1" fmla="*/ 231648 h 2599368"/>
              <a:gd name="connsiteX2" fmla="*/ 4749113 w 5899775"/>
              <a:gd name="connsiteY2" fmla="*/ 564127 h 2599368"/>
              <a:gd name="connsiteX3" fmla="*/ 5722826 w 5899775"/>
              <a:gd name="connsiteY3" fmla="*/ 1117874 h 2599368"/>
              <a:gd name="connsiteX4" fmla="*/ 5899775 w 5899775"/>
              <a:gd name="connsiteY4" fmla="*/ 2599368 h 2599368"/>
              <a:gd name="connsiteX5" fmla="*/ 0 w 5899775"/>
              <a:gd name="connsiteY5" fmla="*/ 0 h 2599368"/>
              <a:gd name="connsiteX0" fmla="*/ 0 w 5899775"/>
              <a:gd name="connsiteY0" fmla="*/ 0 h 2599368"/>
              <a:gd name="connsiteX1" fmla="*/ 840919 w 5899775"/>
              <a:gd name="connsiteY1" fmla="*/ 182221 h 2599368"/>
              <a:gd name="connsiteX2" fmla="*/ 4749113 w 5899775"/>
              <a:gd name="connsiteY2" fmla="*/ 564127 h 2599368"/>
              <a:gd name="connsiteX3" fmla="*/ 5722826 w 5899775"/>
              <a:gd name="connsiteY3" fmla="*/ 1117874 h 2599368"/>
              <a:gd name="connsiteX4" fmla="*/ 5899775 w 5899775"/>
              <a:gd name="connsiteY4" fmla="*/ 2599368 h 2599368"/>
              <a:gd name="connsiteX5" fmla="*/ 0 w 5899775"/>
              <a:gd name="connsiteY5" fmla="*/ 0 h 2599368"/>
              <a:gd name="connsiteX0" fmla="*/ 0 w 5590856"/>
              <a:gd name="connsiteY0" fmla="*/ 0 h 2500514"/>
              <a:gd name="connsiteX1" fmla="*/ 532000 w 5590856"/>
              <a:gd name="connsiteY1" fmla="*/ 83367 h 2500514"/>
              <a:gd name="connsiteX2" fmla="*/ 4440194 w 5590856"/>
              <a:gd name="connsiteY2" fmla="*/ 465273 h 2500514"/>
              <a:gd name="connsiteX3" fmla="*/ 5413907 w 5590856"/>
              <a:gd name="connsiteY3" fmla="*/ 1019020 h 2500514"/>
              <a:gd name="connsiteX4" fmla="*/ 5590856 w 5590856"/>
              <a:gd name="connsiteY4" fmla="*/ 2500514 h 2500514"/>
              <a:gd name="connsiteX5" fmla="*/ 0 w 5590856"/>
              <a:gd name="connsiteY5" fmla="*/ 0 h 2500514"/>
              <a:gd name="connsiteX0" fmla="*/ 0 w 5590856"/>
              <a:gd name="connsiteY0" fmla="*/ 0 h 2500514"/>
              <a:gd name="connsiteX1" fmla="*/ 593784 w 5590856"/>
              <a:gd name="connsiteY1" fmla="*/ 46296 h 2500514"/>
              <a:gd name="connsiteX2" fmla="*/ 4440194 w 5590856"/>
              <a:gd name="connsiteY2" fmla="*/ 465273 h 2500514"/>
              <a:gd name="connsiteX3" fmla="*/ 5413907 w 5590856"/>
              <a:gd name="connsiteY3" fmla="*/ 1019020 h 2500514"/>
              <a:gd name="connsiteX4" fmla="*/ 5590856 w 5590856"/>
              <a:gd name="connsiteY4" fmla="*/ 2500514 h 2500514"/>
              <a:gd name="connsiteX5" fmla="*/ 0 w 5590856"/>
              <a:gd name="connsiteY5" fmla="*/ 0 h 2500514"/>
              <a:gd name="connsiteX0" fmla="*/ 0 w 5590856"/>
              <a:gd name="connsiteY0" fmla="*/ 0 h 2500514"/>
              <a:gd name="connsiteX1" fmla="*/ 643211 w 5590856"/>
              <a:gd name="connsiteY1" fmla="*/ 120437 h 2500514"/>
              <a:gd name="connsiteX2" fmla="*/ 4440194 w 5590856"/>
              <a:gd name="connsiteY2" fmla="*/ 465273 h 2500514"/>
              <a:gd name="connsiteX3" fmla="*/ 5413907 w 5590856"/>
              <a:gd name="connsiteY3" fmla="*/ 1019020 h 2500514"/>
              <a:gd name="connsiteX4" fmla="*/ 5590856 w 5590856"/>
              <a:gd name="connsiteY4" fmla="*/ 2500514 h 2500514"/>
              <a:gd name="connsiteX5" fmla="*/ 0 w 5590856"/>
              <a:gd name="connsiteY5" fmla="*/ 0 h 2500514"/>
              <a:gd name="connsiteX0" fmla="*/ 4947645 w 4947645"/>
              <a:gd name="connsiteY0" fmla="*/ 2380077 h 2380077"/>
              <a:gd name="connsiteX1" fmla="*/ 0 w 4947645"/>
              <a:gd name="connsiteY1" fmla="*/ 0 h 2380077"/>
              <a:gd name="connsiteX2" fmla="*/ 3796983 w 4947645"/>
              <a:gd name="connsiteY2" fmla="*/ 344836 h 2380077"/>
              <a:gd name="connsiteX3" fmla="*/ 4770696 w 4947645"/>
              <a:gd name="connsiteY3" fmla="*/ 898583 h 2380077"/>
              <a:gd name="connsiteX4" fmla="*/ 4947645 w 4947645"/>
              <a:gd name="connsiteY4" fmla="*/ 2380077 h 2380077"/>
              <a:gd name="connsiteX0" fmla="*/ 5675009 w 5675009"/>
              <a:gd name="connsiteY0" fmla="*/ 2483987 h 2483987"/>
              <a:gd name="connsiteX1" fmla="*/ 0 w 5675009"/>
              <a:gd name="connsiteY1" fmla="*/ 0 h 2483987"/>
              <a:gd name="connsiteX2" fmla="*/ 4524347 w 5675009"/>
              <a:gd name="connsiteY2" fmla="*/ 448746 h 2483987"/>
              <a:gd name="connsiteX3" fmla="*/ 5498060 w 5675009"/>
              <a:gd name="connsiteY3" fmla="*/ 1002493 h 2483987"/>
              <a:gd name="connsiteX4" fmla="*/ 5675009 w 5675009"/>
              <a:gd name="connsiteY4" fmla="*/ 2483987 h 248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5009" h="2483987" extrusionOk="0">
                <a:moveTo>
                  <a:pt x="5675009" y="2483987"/>
                </a:moveTo>
                <a:lnTo>
                  <a:pt x="0" y="0"/>
                </a:lnTo>
                <a:lnTo>
                  <a:pt x="4524347" y="448746"/>
                </a:lnTo>
                <a:lnTo>
                  <a:pt x="5498060" y="1002493"/>
                </a:lnTo>
                <a:lnTo>
                  <a:pt x="5675009" y="2483987"/>
                </a:lnTo>
                <a:close/>
              </a:path>
            </a:pathLst>
          </a:custGeom>
          <a:solidFill>
            <a:srgbClr val="2C4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1" name="Полилиния 10"/>
          <p:cNvSpPr/>
          <p:nvPr userDrawn="1"/>
        </p:nvSpPr>
        <p:spPr bwMode="auto">
          <a:xfrm rot="11148061">
            <a:off x="6448168" y="1600773"/>
            <a:ext cx="2045795" cy="4953167"/>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513197 w 2551022"/>
              <a:gd name="connsiteY0" fmla="*/ 0 h 3598113"/>
              <a:gd name="connsiteX1" fmla="*/ 0 w 2551022"/>
              <a:gd name="connsiteY1" fmla="*/ 2686632 h 3598113"/>
              <a:gd name="connsiteX2" fmla="*/ 2551022 w 2551022"/>
              <a:gd name="connsiteY2" fmla="*/ 3598113 h 3598113"/>
              <a:gd name="connsiteX3" fmla="*/ 2388996 w 2551022"/>
              <a:gd name="connsiteY3" fmla="*/ 244609 h 3598113"/>
              <a:gd name="connsiteX0" fmla="*/ 157108 w 1194933"/>
              <a:gd name="connsiteY0" fmla="*/ 0 h 4235603"/>
              <a:gd name="connsiteX1" fmla="*/ 0 w 1194933"/>
              <a:gd name="connsiteY1" fmla="*/ 4235603 h 4235603"/>
              <a:gd name="connsiteX2" fmla="*/ 1194933 w 1194933"/>
              <a:gd name="connsiteY2" fmla="*/ 3598113 h 4235603"/>
              <a:gd name="connsiteX3" fmla="*/ 1032907 w 1194933"/>
              <a:gd name="connsiteY3" fmla="*/ 244609 h 4235603"/>
              <a:gd name="connsiteX0" fmla="*/ 48814 w 1086639"/>
              <a:gd name="connsiteY0" fmla="*/ 0 h 3811893"/>
              <a:gd name="connsiteX1" fmla="*/ 0 w 1086639"/>
              <a:gd name="connsiteY1" fmla="*/ 3811893 h 3811893"/>
              <a:gd name="connsiteX2" fmla="*/ 1086639 w 1086639"/>
              <a:gd name="connsiteY2" fmla="*/ 3598113 h 3811893"/>
              <a:gd name="connsiteX3" fmla="*/ 924613 w 1086639"/>
              <a:gd name="connsiteY3" fmla="*/ 244609 h 3811893"/>
              <a:gd name="connsiteX0" fmla="*/ 138496 w 1176321"/>
              <a:gd name="connsiteY0" fmla="*/ 0 h 3976471"/>
              <a:gd name="connsiteX1" fmla="*/ 0 w 1176321"/>
              <a:gd name="connsiteY1" fmla="*/ 3976471 h 3976471"/>
              <a:gd name="connsiteX2" fmla="*/ 1176321 w 1176321"/>
              <a:gd name="connsiteY2" fmla="*/ 3598113 h 3976471"/>
              <a:gd name="connsiteX3" fmla="*/ 1014295 w 1176321"/>
              <a:gd name="connsiteY3" fmla="*/ 244609 h 3976471"/>
              <a:gd name="connsiteX0" fmla="*/ 477585 w 1176321"/>
              <a:gd name="connsiteY0" fmla="*/ 396618 h 3731862"/>
              <a:gd name="connsiteX1" fmla="*/ 0 w 1176321"/>
              <a:gd name="connsiteY1" fmla="*/ 3731862 h 3731862"/>
              <a:gd name="connsiteX2" fmla="*/ 1176321 w 1176321"/>
              <a:gd name="connsiteY2" fmla="*/ 3353504 h 3731862"/>
              <a:gd name="connsiteX3" fmla="*/ 1014295 w 1176321"/>
              <a:gd name="connsiteY3" fmla="*/ 0 h 3731862"/>
              <a:gd name="connsiteX0" fmla="*/ 477585 w 1403735"/>
              <a:gd name="connsiteY0" fmla="*/ 243513 h 3578757"/>
              <a:gd name="connsiteX1" fmla="*/ 0 w 1403735"/>
              <a:gd name="connsiteY1" fmla="*/ 3578757 h 3578757"/>
              <a:gd name="connsiteX2" fmla="*/ 1176321 w 1403735"/>
              <a:gd name="connsiteY2" fmla="*/ 3200399 h 3578757"/>
              <a:gd name="connsiteX3" fmla="*/ 1403735 w 1403735"/>
              <a:gd name="connsiteY3" fmla="*/ 0 h 3578757"/>
              <a:gd name="connsiteX0" fmla="*/ 477585 w 1403735"/>
              <a:gd name="connsiteY0" fmla="*/ 243513 h 3578757"/>
              <a:gd name="connsiteX1" fmla="*/ 0 w 1403735"/>
              <a:gd name="connsiteY1" fmla="*/ 3578757 h 3578757"/>
              <a:gd name="connsiteX2" fmla="*/ 1142051 w 1403735"/>
              <a:gd name="connsiteY2" fmla="*/ 3245211 h 3578757"/>
              <a:gd name="connsiteX3" fmla="*/ 1403735 w 1403735"/>
              <a:gd name="connsiteY3" fmla="*/ 0 h 3578757"/>
              <a:gd name="connsiteX0" fmla="*/ 477585 w 1403735"/>
              <a:gd name="connsiteY0" fmla="*/ 243513 h 3578757"/>
              <a:gd name="connsiteX1" fmla="*/ 0 w 1403735"/>
              <a:gd name="connsiteY1" fmla="*/ 3578757 h 3578757"/>
              <a:gd name="connsiteX2" fmla="*/ 1151052 w 1403735"/>
              <a:gd name="connsiteY2" fmla="*/ 3307035 h 3578757"/>
              <a:gd name="connsiteX3" fmla="*/ 1403735 w 1403735"/>
              <a:gd name="connsiteY3" fmla="*/ 0 h 3578757"/>
              <a:gd name="connsiteX0" fmla="*/ 0 w 5299938"/>
              <a:gd name="connsiteY0" fmla="*/ 0 h 3807290"/>
              <a:gd name="connsiteX1" fmla="*/ 3896203 w 5299938"/>
              <a:gd name="connsiteY1" fmla="*/ 3807290 h 3807290"/>
              <a:gd name="connsiteX2" fmla="*/ 5047255 w 5299938"/>
              <a:gd name="connsiteY2" fmla="*/ 3535568 h 3807290"/>
              <a:gd name="connsiteX3" fmla="*/ 5299938 w 5299938"/>
              <a:gd name="connsiteY3" fmla="*/ 228533 h 3807290"/>
              <a:gd name="connsiteX0" fmla="*/ 0 w 5047255"/>
              <a:gd name="connsiteY0" fmla="*/ 0 h 3807290"/>
              <a:gd name="connsiteX1" fmla="*/ 3896203 w 5047255"/>
              <a:gd name="connsiteY1" fmla="*/ 3807290 h 3807290"/>
              <a:gd name="connsiteX2" fmla="*/ 5047255 w 5047255"/>
              <a:gd name="connsiteY2" fmla="*/ 3535568 h 3807290"/>
              <a:gd name="connsiteX3" fmla="*/ 427071 w 5047255"/>
              <a:gd name="connsiteY3" fmla="*/ 211618 h 3807290"/>
              <a:gd name="connsiteX0" fmla="*/ 0 w 5229333"/>
              <a:gd name="connsiteY0" fmla="*/ 0 h 3807290"/>
              <a:gd name="connsiteX1" fmla="*/ 3896203 w 5229333"/>
              <a:gd name="connsiteY1" fmla="*/ 3807290 h 3807290"/>
              <a:gd name="connsiteX2" fmla="*/ 5229333 w 5229333"/>
              <a:gd name="connsiteY2" fmla="*/ 3353238 h 3807290"/>
              <a:gd name="connsiteX3" fmla="*/ 427071 w 5229333"/>
              <a:gd name="connsiteY3" fmla="*/ 211618 h 3807290"/>
              <a:gd name="connsiteX0" fmla="*/ 0 w 5229333"/>
              <a:gd name="connsiteY0" fmla="*/ 0 h 4402462"/>
              <a:gd name="connsiteX1" fmla="*/ 4462470 w 5229333"/>
              <a:gd name="connsiteY1" fmla="*/ 4402462 h 4402462"/>
              <a:gd name="connsiteX2" fmla="*/ 5229333 w 5229333"/>
              <a:gd name="connsiteY2" fmla="*/ 3353238 h 4402462"/>
              <a:gd name="connsiteX3" fmla="*/ 427071 w 5229333"/>
              <a:gd name="connsiteY3" fmla="*/ 211618 h 4402462"/>
              <a:gd name="connsiteX0" fmla="*/ 0 w 5261487"/>
              <a:gd name="connsiteY0" fmla="*/ 0 h 4402462"/>
              <a:gd name="connsiteX1" fmla="*/ 4462470 w 5261487"/>
              <a:gd name="connsiteY1" fmla="*/ 4402462 h 4402462"/>
              <a:gd name="connsiteX2" fmla="*/ 5261487 w 5261487"/>
              <a:gd name="connsiteY2" fmla="*/ 3578371 h 4402462"/>
              <a:gd name="connsiteX3" fmla="*/ 427071 w 5261487"/>
              <a:gd name="connsiteY3" fmla="*/ 211618 h 4402462"/>
              <a:gd name="connsiteX0" fmla="*/ 0 w 5350016"/>
              <a:gd name="connsiteY0" fmla="*/ 0 h 4402462"/>
              <a:gd name="connsiteX1" fmla="*/ 4462470 w 5350016"/>
              <a:gd name="connsiteY1" fmla="*/ 4402462 h 4402462"/>
              <a:gd name="connsiteX2" fmla="*/ 5350016 w 5350016"/>
              <a:gd name="connsiteY2" fmla="*/ 3439959 h 4402462"/>
              <a:gd name="connsiteX3" fmla="*/ 427071 w 5350016"/>
              <a:gd name="connsiteY3" fmla="*/ 211618 h 4402462"/>
              <a:gd name="connsiteX0" fmla="*/ 0 w 5350016"/>
              <a:gd name="connsiteY0" fmla="*/ 0 h 4416379"/>
              <a:gd name="connsiteX1" fmla="*/ 4463807 w 5350016"/>
              <a:gd name="connsiteY1" fmla="*/ 4416379 h 4416379"/>
              <a:gd name="connsiteX2" fmla="*/ 5350016 w 5350016"/>
              <a:gd name="connsiteY2" fmla="*/ 3439959 h 4416379"/>
              <a:gd name="connsiteX3" fmla="*/ 427071 w 5350016"/>
              <a:gd name="connsiteY3" fmla="*/ 211618 h 4416379"/>
              <a:gd name="connsiteX0" fmla="*/ 0 w 5350016"/>
              <a:gd name="connsiteY0" fmla="*/ 0 h 4416379"/>
              <a:gd name="connsiteX1" fmla="*/ 4463807 w 5350016"/>
              <a:gd name="connsiteY1" fmla="*/ 4416379 h 4416379"/>
              <a:gd name="connsiteX2" fmla="*/ 5350016 w 5350016"/>
              <a:gd name="connsiteY2" fmla="*/ 3439959 h 4416379"/>
              <a:gd name="connsiteX3" fmla="*/ 2413717 w 5350016"/>
              <a:gd name="connsiteY3" fmla="*/ 1489386 h 4416379"/>
              <a:gd name="connsiteX0" fmla="*/ 0 w 3706049"/>
              <a:gd name="connsiteY0" fmla="*/ 0 h 2957435"/>
              <a:gd name="connsiteX1" fmla="*/ 2819840 w 3706049"/>
              <a:gd name="connsiteY1" fmla="*/ 2957435 h 2957435"/>
              <a:gd name="connsiteX2" fmla="*/ 3706049 w 3706049"/>
              <a:gd name="connsiteY2" fmla="*/ 1981015 h 2957435"/>
              <a:gd name="connsiteX3" fmla="*/ 769750 w 3706049"/>
              <a:gd name="connsiteY3" fmla="*/ 30442 h 2957435"/>
              <a:gd name="connsiteX0" fmla="*/ 0 w 3706049"/>
              <a:gd name="connsiteY0" fmla="*/ 0 h 2957435"/>
              <a:gd name="connsiteX1" fmla="*/ 2819840 w 3706049"/>
              <a:gd name="connsiteY1" fmla="*/ 2957435 h 2957435"/>
              <a:gd name="connsiteX2" fmla="*/ 3706049 w 3706049"/>
              <a:gd name="connsiteY2" fmla="*/ 1981015 h 2957435"/>
              <a:gd name="connsiteX3" fmla="*/ 887452 w 3706049"/>
              <a:gd name="connsiteY3" fmla="*/ 153286 h 2957435"/>
              <a:gd name="connsiteX0" fmla="*/ 0 w 4066453"/>
              <a:gd name="connsiteY0" fmla="*/ 0 h 2957435"/>
              <a:gd name="connsiteX1" fmla="*/ 2819840 w 4066453"/>
              <a:gd name="connsiteY1" fmla="*/ 2957435 h 2957435"/>
              <a:gd name="connsiteX2" fmla="*/ 4066453 w 4066453"/>
              <a:gd name="connsiteY2" fmla="*/ 516058 h 2957435"/>
              <a:gd name="connsiteX3" fmla="*/ 887452 w 4066453"/>
              <a:gd name="connsiteY3" fmla="*/ 153286 h 2957435"/>
              <a:gd name="connsiteX0" fmla="*/ 0 w 4066453"/>
              <a:gd name="connsiteY0" fmla="*/ 0 h 1535675"/>
              <a:gd name="connsiteX1" fmla="*/ 3855332 w 4066453"/>
              <a:gd name="connsiteY1" fmla="*/ 1535675 h 1535675"/>
              <a:gd name="connsiteX2" fmla="*/ 4066453 w 4066453"/>
              <a:gd name="connsiteY2" fmla="*/ 516058 h 1535675"/>
              <a:gd name="connsiteX3" fmla="*/ 887452 w 4066453"/>
              <a:gd name="connsiteY3" fmla="*/ 153286 h 1535675"/>
              <a:gd name="connsiteX0" fmla="*/ 607260 w 3179001"/>
              <a:gd name="connsiteY0" fmla="*/ 2700589 h 2700589"/>
              <a:gd name="connsiteX1" fmla="*/ 2967880 w 3179001"/>
              <a:gd name="connsiteY1" fmla="*/ 1382389 h 2700589"/>
              <a:gd name="connsiteX2" fmla="*/ 3179001 w 3179001"/>
              <a:gd name="connsiteY2" fmla="*/ 362772 h 2700589"/>
              <a:gd name="connsiteX3" fmla="*/ 0 w 3179001"/>
              <a:gd name="connsiteY3" fmla="*/ 0 h 2700589"/>
              <a:gd name="connsiteX0" fmla="*/ 607260 w 3179001"/>
              <a:gd name="connsiteY0" fmla="*/ 2700589 h 2700589"/>
              <a:gd name="connsiteX1" fmla="*/ 1127907 w 3179001"/>
              <a:gd name="connsiteY1" fmla="*/ 2402432 h 2700589"/>
              <a:gd name="connsiteX2" fmla="*/ 2967880 w 3179001"/>
              <a:gd name="connsiteY2" fmla="*/ 1382389 h 2700589"/>
              <a:gd name="connsiteX3" fmla="*/ 3179001 w 3179001"/>
              <a:gd name="connsiteY3" fmla="*/ 362772 h 2700589"/>
              <a:gd name="connsiteX4" fmla="*/ 0 w 3179001"/>
              <a:gd name="connsiteY4" fmla="*/ 0 h 2700589"/>
              <a:gd name="connsiteX0" fmla="*/ 607260 w 3179001"/>
              <a:gd name="connsiteY0" fmla="*/ 2700589 h 2999499"/>
              <a:gd name="connsiteX1" fmla="*/ 2219456 w 3179001"/>
              <a:gd name="connsiteY1" fmla="*/ 2999499 h 2999499"/>
              <a:gd name="connsiteX2" fmla="*/ 2967880 w 3179001"/>
              <a:gd name="connsiteY2" fmla="*/ 1382389 h 2999499"/>
              <a:gd name="connsiteX3" fmla="*/ 3179001 w 3179001"/>
              <a:gd name="connsiteY3" fmla="*/ 362772 h 2999499"/>
              <a:gd name="connsiteX4" fmla="*/ 0 w 3179001"/>
              <a:gd name="connsiteY4" fmla="*/ 0 h 2999499"/>
              <a:gd name="connsiteX0" fmla="*/ 0 w 2571741"/>
              <a:gd name="connsiteY0" fmla="*/ 2337817 h 2636727"/>
              <a:gd name="connsiteX1" fmla="*/ 1612196 w 2571741"/>
              <a:gd name="connsiteY1" fmla="*/ 2636727 h 2636727"/>
              <a:gd name="connsiteX2" fmla="*/ 2360620 w 2571741"/>
              <a:gd name="connsiteY2" fmla="*/ 1019617 h 2636727"/>
              <a:gd name="connsiteX3" fmla="*/ 2571741 w 2571741"/>
              <a:gd name="connsiteY3" fmla="*/ 0 h 2636727"/>
              <a:gd name="connsiteX4" fmla="*/ 414275 w 2571741"/>
              <a:gd name="connsiteY4" fmla="*/ 278669 h 2636727"/>
              <a:gd name="connsiteX0" fmla="*/ 0 w 2571741"/>
              <a:gd name="connsiteY0" fmla="*/ 2337817 h 2337817"/>
              <a:gd name="connsiteX1" fmla="*/ 470690 w 2571741"/>
              <a:gd name="connsiteY1" fmla="*/ 1547923 h 2337817"/>
              <a:gd name="connsiteX2" fmla="*/ 2360620 w 2571741"/>
              <a:gd name="connsiteY2" fmla="*/ 1019617 h 2337817"/>
              <a:gd name="connsiteX3" fmla="*/ 2571741 w 2571741"/>
              <a:gd name="connsiteY3" fmla="*/ 0 h 2337817"/>
              <a:gd name="connsiteX4" fmla="*/ 414275 w 2571741"/>
              <a:gd name="connsiteY4" fmla="*/ 278669 h 2337817"/>
              <a:gd name="connsiteX0" fmla="*/ 0 w 3060908"/>
              <a:gd name="connsiteY0" fmla="*/ 1679553 h 1679553"/>
              <a:gd name="connsiteX1" fmla="*/ 959857 w 3060908"/>
              <a:gd name="connsiteY1" fmla="*/ 1547923 h 1679553"/>
              <a:gd name="connsiteX2" fmla="*/ 2849787 w 3060908"/>
              <a:gd name="connsiteY2" fmla="*/ 1019617 h 1679553"/>
              <a:gd name="connsiteX3" fmla="*/ 3060908 w 3060908"/>
              <a:gd name="connsiteY3" fmla="*/ 0 h 1679553"/>
              <a:gd name="connsiteX4" fmla="*/ 903442 w 3060908"/>
              <a:gd name="connsiteY4" fmla="*/ 278669 h 1679553"/>
              <a:gd name="connsiteX0" fmla="*/ 0 w 3060908"/>
              <a:gd name="connsiteY0" fmla="*/ 1679553 h 1679553"/>
              <a:gd name="connsiteX1" fmla="*/ 965710 w 3060908"/>
              <a:gd name="connsiteY1" fmla="*/ 1361023 h 1679553"/>
              <a:gd name="connsiteX2" fmla="*/ 2849787 w 3060908"/>
              <a:gd name="connsiteY2" fmla="*/ 1019617 h 1679553"/>
              <a:gd name="connsiteX3" fmla="*/ 3060908 w 3060908"/>
              <a:gd name="connsiteY3" fmla="*/ 0 h 1679553"/>
              <a:gd name="connsiteX4" fmla="*/ 903442 w 3060908"/>
              <a:gd name="connsiteY4" fmla="*/ 278669 h 1679553"/>
              <a:gd name="connsiteX0" fmla="*/ 0 w 3060908"/>
              <a:gd name="connsiteY0" fmla="*/ 1679553 h 1679553"/>
              <a:gd name="connsiteX1" fmla="*/ 2849787 w 3060908"/>
              <a:gd name="connsiteY1" fmla="*/ 1019617 h 1679553"/>
              <a:gd name="connsiteX2" fmla="*/ 3060908 w 3060908"/>
              <a:gd name="connsiteY2" fmla="*/ 0 h 1679553"/>
              <a:gd name="connsiteX3" fmla="*/ 903442 w 3060908"/>
              <a:gd name="connsiteY3" fmla="*/ 278669 h 1679553"/>
              <a:gd name="connsiteX0" fmla="*/ 215656 w 2157466"/>
              <a:gd name="connsiteY0" fmla="*/ 1814267 h 1814267"/>
              <a:gd name="connsiteX1" fmla="*/ 1946345 w 2157466"/>
              <a:gd name="connsiteY1" fmla="*/ 1019617 h 1814267"/>
              <a:gd name="connsiteX2" fmla="*/ 2157466 w 2157466"/>
              <a:gd name="connsiteY2" fmla="*/ 0 h 1814267"/>
              <a:gd name="connsiteX3" fmla="*/ 0 w 2157466"/>
              <a:gd name="connsiteY3" fmla="*/ 278669 h 1814267"/>
              <a:gd name="connsiteX0" fmla="*/ 37768 w 1979578"/>
              <a:gd name="connsiteY0" fmla="*/ 1814267 h 1814267"/>
              <a:gd name="connsiteX1" fmla="*/ 1768457 w 1979578"/>
              <a:gd name="connsiteY1" fmla="*/ 1019617 h 1814267"/>
              <a:gd name="connsiteX2" fmla="*/ 1979578 w 1979578"/>
              <a:gd name="connsiteY2" fmla="*/ 0 h 1814267"/>
              <a:gd name="connsiteX3" fmla="*/ 0 w 1979578"/>
              <a:gd name="connsiteY3" fmla="*/ 807093 h 1814267"/>
              <a:gd name="connsiteX0" fmla="*/ 0 w 2566047"/>
              <a:gd name="connsiteY0" fmla="*/ 4351957 h 4351957"/>
              <a:gd name="connsiteX1" fmla="*/ 1730689 w 2566047"/>
              <a:gd name="connsiteY1" fmla="*/ 3557307 h 4351957"/>
              <a:gd name="connsiteX2" fmla="*/ 1941810 w 2566047"/>
              <a:gd name="connsiteY2" fmla="*/ 2537690 h 4351957"/>
              <a:gd name="connsiteX3" fmla="*/ 2566047 w 2566047"/>
              <a:gd name="connsiteY3" fmla="*/ 0 h 4351957"/>
              <a:gd name="connsiteX0" fmla="*/ 0 w 1688656"/>
              <a:gd name="connsiteY0" fmla="*/ 2474287 h 3557307"/>
              <a:gd name="connsiteX1" fmla="*/ 853298 w 1688656"/>
              <a:gd name="connsiteY1" fmla="*/ 3557307 h 3557307"/>
              <a:gd name="connsiteX2" fmla="*/ 1064419 w 1688656"/>
              <a:gd name="connsiteY2" fmla="*/ 2537690 h 3557307"/>
              <a:gd name="connsiteX3" fmla="*/ 1688656 w 1688656"/>
              <a:gd name="connsiteY3" fmla="*/ 0 h 3557307"/>
              <a:gd name="connsiteX0" fmla="*/ 0 w 1688656"/>
              <a:gd name="connsiteY0" fmla="*/ 2474287 h 3557307"/>
              <a:gd name="connsiteX1" fmla="*/ 853298 w 1688656"/>
              <a:gd name="connsiteY1" fmla="*/ 3557307 h 3557307"/>
              <a:gd name="connsiteX2" fmla="*/ 1064419 w 1688656"/>
              <a:gd name="connsiteY2" fmla="*/ 2537690 h 3557307"/>
              <a:gd name="connsiteX3" fmla="*/ 1542595 w 1688656"/>
              <a:gd name="connsiteY3" fmla="*/ 743325 h 3557307"/>
              <a:gd name="connsiteX4" fmla="*/ 1688656 w 1688656"/>
              <a:gd name="connsiteY4" fmla="*/ 0 h 3557307"/>
              <a:gd name="connsiteX0" fmla="*/ 0 w 1688656"/>
              <a:gd name="connsiteY0" fmla="*/ 2474287 h 3557307"/>
              <a:gd name="connsiteX1" fmla="*/ 853298 w 1688656"/>
              <a:gd name="connsiteY1" fmla="*/ 3557307 h 3557307"/>
              <a:gd name="connsiteX2" fmla="*/ 1064419 w 1688656"/>
              <a:gd name="connsiteY2" fmla="*/ 2537690 h 3557307"/>
              <a:gd name="connsiteX3" fmla="*/ 783558 w 1688656"/>
              <a:gd name="connsiteY3" fmla="*/ 485088 h 3557307"/>
              <a:gd name="connsiteX4" fmla="*/ 1688656 w 1688656"/>
              <a:gd name="connsiteY4" fmla="*/ 0 h 3557307"/>
              <a:gd name="connsiteX0" fmla="*/ 0 w 2193953"/>
              <a:gd name="connsiteY0" fmla="*/ 2474287 h 3557307"/>
              <a:gd name="connsiteX1" fmla="*/ 853298 w 2193953"/>
              <a:gd name="connsiteY1" fmla="*/ 3557307 h 3557307"/>
              <a:gd name="connsiteX2" fmla="*/ 1064419 w 2193953"/>
              <a:gd name="connsiteY2" fmla="*/ 2537690 h 3557307"/>
              <a:gd name="connsiteX3" fmla="*/ 2193953 w 2193953"/>
              <a:gd name="connsiteY3" fmla="*/ 552946 h 3557307"/>
              <a:gd name="connsiteX4" fmla="*/ 1688656 w 2193953"/>
              <a:gd name="connsiteY4" fmla="*/ 0 h 3557307"/>
              <a:gd name="connsiteX0" fmla="*/ 0 w 2193953"/>
              <a:gd name="connsiteY0" fmla="*/ 2413749 h 3496769"/>
              <a:gd name="connsiteX1" fmla="*/ 853298 w 2193953"/>
              <a:gd name="connsiteY1" fmla="*/ 3496769 h 3496769"/>
              <a:gd name="connsiteX2" fmla="*/ 1064419 w 2193953"/>
              <a:gd name="connsiteY2" fmla="*/ 2477152 h 3496769"/>
              <a:gd name="connsiteX3" fmla="*/ 2193953 w 2193953"/>
              <a:gd name="connsiteY3" fmla="*/ 492408 h 3496769"/>
              <a:gd name="connsiteX4" fmla="*/ 726018 w 2193953"/>
              <a:gd name="connsiteY4" fmla="*/ 0 h 3496769"/>
              <a:gd name="connsiteX0" fmla="*/ 0 w 1670795"/>
              <a:gd name="connsiteY0" fmla="*/ 2413749 h 3496769"/>
              <a:gd name="connsiteX1" fmla="*/ 853298 w 1670795"/>
              <a:gd name="connsiteY1" fmla="*/ 3496769 h 3496769"/>
              <a:gd name="connsiteX2" fmla="*/ 1064419 w 1670795"/>
              <a:gd name="connsiteY2" fmla="*/ 2477152 h 3496769"/>
              <a:gd name="connsiteX3" fmla="*/ 1670795 w 1670795"/>
              <a:gd name="connsiteY3" fmla="*/ 110846 h 3496769"/>
              <a:gd name="connsiteX4" fmla="*/ 726018 w 1670795"/>
              <a:gd name="connsiteY4" fmla="*/ 0 h 3496769"/>
              <a:gd name="connsiteX0" fmla="*/ 305116 w 1975911"/>
              <a:gd name="connsiteY0" fmla="*/ 2905169 h 3988189"/>
              <a:gd name="connsiteX1" fmla="*/ 1158414 w 1975911"/>
              <a:gd name="connsiteY1" fmla="*/ 3988189 h 3988189"/>
              <a:gd name="connsiteX2" fmla="*/ 1369535 w 1975911"/>
              <a:gd name="connsiteY2" fmla="*/ 2968572 h 3988189"/>
              <a:gd name="connsiteX3" fmla="*/ 1975911 w 1975911"/>
              <a:gd name="connsiteY3" fmla="*/ 602266 h 3988189"/>
              <a:gd name="connsiteX4" fmla="*/ 0 w 1975911"/>
              <a:gd name="connsiteY4" fmla="*/ 0 h 3988189"/>
              <a:gd name="connsiteX0" fmla="*/ 305116 w 1715324"/>
              <a:gd name="connsiteY0" fmla="*/ 3034071 h 4117091"/>
              <a:gd name="connsiteX1" fmla="*/ 1158414 w 1715324"/>
              <a:gd name="connsiteY1" fmla="*/ 4117091 h 4117091"/>
              <a:gd name="connsiteX2" fmla="*/ 1369535 w 1715324"/>
              <a:gd name="connsiteY2" fmla="*/ 3097474 h 4117091"/>
              <a:gd name="connsiteX3" fmla="*/ 1715324 w 1715324"/>
              <a:gd name="connsiteY3" fmla="*/ 0 h 4117091"/>
              <a:gd name="connsiteX4" fmla="*/ 0 w 1715324"/>
              <a:gd name="connsiteY4" fmla="*/ 128902 h 4117091"/>
              <a:gd name="connsiteX0" fmla="*/ 12252 w 1422460"/>
              <a:gd name="connsiteY0" fmla="*/ 3034071 h 4117091"/>
              <a:gd name="connsiteX1" fmla="*/ 865550 w 1422460"/>
              <a:gd name="connsiteY1" fmla="*/ 4117091 h 4117091"/>
              <a:gd name="connsiteX2" fmla="*/ 1076671 w 1422460"/>
              <a:gd name="connsiteY2" fmla="*/ 3097474 h 4117091"/>
              <a:gd name="connsiteX3" fmla="*/ 1422460 w 1422460"/>
              <a:gd name="connsiteY3" fmla="*/ 0 h 4117091"/>
              <a:gd name="connsiteX4" fmla="*/ 0 w 1422460"/>
              <a:gd name="connsiteY4" fmla="*/ 1055517 h 4117091"/>
              <a:gd name="connsiteX0" fmla="*/ 0 w 1410208"/>
              <a:gd name="connsiteY0" fmla="*/ 3034071 h 4117091"/>
              <a:gd name="connsiteX1" fmla="*/ 853298 w 1410208"/>
              <a:gd name="connsiteY1" fmla="*/ 4117091 h 4117091"/>
              <a:gd name="connsiteX2" fmla="*/ 1064419 w 1410208"/>
              <a:gd name="connsiteY2" fmla="*/ 3097474 h 4117091"/>
              <a:gd name="connsiteX3" fmla="*/ 1410208 w 1410208"/>
              <a:gd name="connsiteY3" fmla="*/ 0 h 4117091"/>
              <a:gd name="connsiteX4" fmla="*/ 22841 w 1410208"/>
              <a:gd name="connsiteY4" fmla="*/ 2256728 h 4117091"/>
              <a:gd name="connsiteX0" fmla="*/ 0 w 1891295"/>
              <a:gd name="connsiteY0" fmla="*/ 2822119 h 3905139"/>
              <a:gd name="connsiteX1" fmla="*/ 853298 w 1891295"/>
              <a:gd name="connsiteY1" fmla="*/ 3905139 h 3905139"/>
              <a:gd name="connsiteX2" fmla="*/ 1064419 w 1891295"/>
              <a:gd name="connsiteY2" fmla="*/ 2885522 h 3905139"/>
              <a:gd name="connsiteX3" fmla="*/ 1891295 w 1891295"/>
              <a:gd name="connsiteY3" fmla="*/ 0 h 3905139"/>
              <a:gd name="connsiteX4" fmla="*/ 22841 w 1891295"/>
              <a:gd name="connsiteY4" fmla="*/ 2044776 h 3905139"/>
              <a:gd name="connsiteX0" fmla="*/ 0 w 1919702"/>
              <a:gd name="connsiteY0" fmla="*/ 3520543 h 4603563"/>
              <a:gd name="connsiteX1" fmla="*/ 853298 w 1919702"/>
              <a:gd name="connsiteY1" fmla="*/ 4603563 h 4603563"/>
              <a:gd name="connsiteX2" fmla="*/ 1064419 w 1919702"/>
              <a:gd name="connsiteY2" fmla="*/ 3583946 h 4603563"/>
              <a:gd name="connsiteX3" fmla="*/ 1919702 w 1919702"/>
              <a:gd name="connsiteY3" fmla="*/ 0 h 4603563"/>
              <a:gd name="connsiteX4" fmla="*/ 22841 w 1919702"/>
              <a:gd name="connsiteY4" fmla="*/ 2743200 h 4603563"/>
              <a:gd name="connsiteX0" fmla="*/ 0 w 1919702"/>
              <a:gd name="connsiteY0" fmla="*/ 3520543 h 4981501"/>
              <a:gd name="connsiteX1" fmla="*/ 556345 w 1919702"/>
              <a:gd name="connsiteY1" fmla="*/ 4981501 h 4981501"/>
              <a:gd name="connsiteX2" fmla="*/ 1064419 w 1919702"/>
              <a:gd name="connsiteY2" fmla="*/ 3583946 h 4981501"/>
              <a:gd name="connsiteX3" fmla="*/ 1919702 w 1919702"/>
              <a:gd name="connsiteY3" fmla="*/ 0 h 4981501"/>
              <a:gd name="connsiteX4" fmla="*/ 22841 w 1919702"/>
              <a:gd name="connsiteY4" fmla="*/ 2743200 h 4981501"/>
              <a:gd name="connsiteX0" fmla="*/ 0 w 2045795"/>
              <a:gd name="connsiteY0" fmla="*/ 3868703 h 4981501"/>
              <a:gd name="connsiteX1" fmla="*/ 682438 w 2045795"/>
              <a:gd name="connsiteY1" fmla="*/ 4981501 h 4981501"/>
              <a:gd name="connsiteX2" fmla="*/ 1190512 w 2045795"/>
              <a:gd name="connsiteY2" fmla="*/ 3583946 h 4981501"/>
              <a:gd name="connsiteX3" fmla="*/ 2045795 w 2045795"/>
              <a:gd name="connsiteY3" fmla="*/ 0 h 4981501"/>
              <a:gd name="connsiteX4" fmla="*/ 148934 w 2045795"/>
              <a:gd name="connsiteY4" fmla="*/ 2743200 h 4981501"/>
              <a:gd name="connsiteX0" fmla="*/ 0 w 2045795"/>
              <a:gd name="connsiteY0" fmla="*/ 3868703 h 4953167"/>
              <a:gd name="connsiteX1" fmla="*/ 716820 w 2045795"/>
              <a:gd name="connsiteY1" fmla="*/ 4953167 h 4953167"/>
              <a:gd name="connsiteX2" fmla="*/ 1190512 w 2045795"/>
              <a:gd name="connsiteY2" fmla="*/ 3583946 h 4953167"/>
              <a:gd name="connsiteX3" fmla="*/ 2045795 w 2045795"/>
              <a:gd name="connsiteY3" fmla="*/ 0 h 4953167"/>
              <a:gd name="connsiteX4" fmla="*/ 148934 w 2045795"/>
              <a:gd name="connsiteY4" fmla="*/ 2743200 h 4953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5795" h="4953167" extrusionOk="0">
                <a:moveTo>
                  <a:pt x="0" y="3868703"/>
                </a:moveTo>
                <a:lnTo>
                  <a:pt x="716820" y="4953167"/>
                </a:lnTo>
                <a:lnTo>
                  <a:pt x="1190512" y="3583946"/>
                </a:lnTo>
                <a:lnTo>
                  <a:pt x="2045795" y="0"/>
                </a:lnTo>
                <a:lnTo>
                  <a:pt x="148934" y="2743200"/>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2" name="Полилиния 11"/>
          <p:cNvSpPr/>
          <p:nvPr userDrawn="1"/>
        </p:nvSpPr>
        <p:spPr bwMode="auto">
          <a:xfrm rot="11148061">
            <a:off x="-302453" y="-2301638"/>
            <a:ext cx="3775243" cy="3097450"/>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513197 w 2551022"/>
              <a:gd name="connsiteY0" fmla="*/ 0 h 3598113"/>
              <a:gd name="connsiteX1" fmla="*/ 0 w 2551022"/>
              <a:gd name="connsiteY1" fmla="*/ 2686632 h 3598113"/>
              <a:gd name="connsiteX2" fmla="*/ 2551022 w 2551022"/>
              <a:gd name="connsiteY2" fmla="*/ 3598113 h 3598113"/>
              <a:gd name="connsiteX3" fmla="*/ 2388996 w 2551022"/>
              <a:gd name="connsiteY3" fmla="*/ 244609 h 3598113"/>
              <a:gd name="connsiteX0" fmla="*/ 157108 w 1194933"/>
              <a:gd name="connsiteY0" fmla="*/ 0 h 4235603"/>
              <a:gd name="connsiteX1" fmla="*/ 0 w 1194933"/>
              <a:gd name="connsiteY1" fmla="*/ 4235603 h 4235603"/>
              <a:gd name="connsiteX2" fmla="*/ 1194933 w 1194933"/>
              <a:gd name="connsiteY2" fmla="*/ 3598113 h 4235603"/>
              <a:gd name="connsiteX3" fmla="*/ 1032907 w 1194933"/>
              <a:gd name="connsiteY3" fmla="*/ 244609 h 4235603"/>
              <a:gd name="connsiteX0" fmla="*/ 48814 w 1086639"/>
              <a:gd name="connsiteY0" fmla="*/ 0 h 3811893"/>
              <a:gd name="connsiteX1" fmla="*/ 0 w 1086639"/>
              <a:gd name="connsiteY1" fmla="*/ 3811893 h 3811893"/>
              <a:gd name="connsiteX2" fmla="*/ 1086639 w 1086639"/>
              <a:gd name="connsiteY2" fmla="*/ 3598113 h 3811893"/>
              <a:gd name="connsiteX3" fmla="*/ 924613 w 1086639"/>
              <a:gd name="connsiteY3" fmla="*/ 244609 h 3811893"/>
              <a:gd name="connsiteX0" fmla="*/ 138496 w 1176321"/>
              <a:gd name="connsiteY0" fmla="*/ 0 h 3976471"/>
              <a:gd name="connsiteX1" fmla="*/ 0 w 1176321"/>
              <a:gd name="connsiteY1" fmla="*/ 3976471 h 3976471"/>
              <a:gd name="connsiteX2" fmla="*/ 1176321 w 1176321"/>
              <a:gd name="connsiteY2" fmla="*/ 3598113 h 3976471"/>
              <a:gd name="connsiteX3" fmla="*/ 1014295 w 1176321"/>
              <a:gd name="connsiteY3" fmla="*/ 244609 h 3976471"/>
              <a:gd name="connsiteX0" fmla="*/ 477585 w 1176321"/>
              <a:gd name="connsiteY0" fmla="*/ 396618 h 3731862"/>
              <a:gd name="connsiteX1" fmla="*/ 0 w 1176321"/>
              <a:gd name="connsiteY1" fmla="*/ 3731862 h 3731862"/>
              <a:gd name="connsiteX2" fmla="*/ 1176321 w 1176321"/>
              <a:gd name="connsiteY2" fmla="*/ 3353504 h 3731862"/>
              <a:gd name="connsiteX3" fmla="*/ 1014295 w 1176321"/>
              <a:gd name="connsiteY3" fmla="*/ 0 h 3731862"/>
              <a:gd name="connsiteX0" fmla="*/ 477585 w 1403735"/>
              <a:gd name="connsiteY0" fmla="*/ 243513 h 3578757"/>
              <a:gd name="connsiteX1" fmla="*/ 0 w 1403735"/>
              <a:gd name="connsiteY1" fmla="*/ 3578757 h 3578757"/>
              <a:gd name="connsiteX2" fmla="*/ 1176321 w 1403735"/>
              <a:gd name="connsiteY2" fmla="*/ 3200399 h 3578757"/>
              <a:gd name="connsiteX3" fmla="*/ 1403735 w 1403735"/>
              <a:gd name="connsiteY3" fmla="*/ 0 h 3578757"/>
              <a:gd name="connsiteX0" fmla="*/ 477585 w 1403735"/>
              <a:gd name="connsiteY0" fmla="*/ 243513 h 3578757"/>
              <a:gd name="connsiteX1" fmla="*/ 0 w 1403735"/>
              <a:gd name="connsiteY1" fmla="*/ 3578757 h 3578757"/>
              <a:gd name="connsiteX2" fmla="*/ 1142051 w 1403735"/>
              <a:gd name="connsiteY2" fmla="*/ 3245211 h 3578757"/>
              <a:gd name="connsiteX3" fmla="*/ 1403735 w 1403735"/>
              <a:gd name="connsiteY3" fmla="*/ 0 h 3578757"/>
              <a:gd name="connsiteX0" fmla="*/ 477585 w 1403735"/>
              <a:gd name="connsiteY0" fmla="*/ 243513 h 3578757"/>
              <a:gd name="connsiteX1" fmla="*/ 0 w 1403735"/>
              <a:gd name="connsiteY1" fmla="*/ 3578757 h 3578757"/>
              <a:gd name="connsiteX2" fmla="*/ 1151052 w 1403735"/>
              <a:gd name="connsiteY2" fmla="*/ 3307035 h 3578757"/>
              <a:gd name="connsiteX3" fmla="*/ 1403735 w 1403735"/>
              <a:gd name="connsiteY3" fmla="*/ 0 h 3578757"/>
              <a:gd name="connsiteX0" fmla="*/ 0 w 5299938"/>
              <a:gd name="connsiteY0" fmla="*/ 0 h 3807290"/>
              <a:gd name="connsiteX1" fmla="*/ 3896203 w 5299938"/>
              <a:gd name="connsiteY1" fmla="*/ 3807290 h 3807290"/>
              <a:gd name="connsiteX2" fmla="*/ 5047255 w 5299938"/>
              <a:gd name="connsiteY2" fmla="*/ 3535568 h 3807290"/>
              <a:gd name="connsiteX3" fmla="*/ 5299938 w 5299938"/>
              <a:gd name="connsiteY3" fmla="*/ 228533 h 3807290"/>
              <a:gd name="connsiteX0" fmla="*/ 0 w 5047255"/>
              <a:gd name="connsiteY0" fmla="*/ 0 h 3807290"/>
              <a:gd name="connsiteX1" fmla="*/ 3896203 w 5047255"/>
              <a:gd name="connsiteY1" fmla="*/ 3807290 h 3807290"/>
              <a:gd name="connsiteX2" fmla="*/ 5047255 w 5047255"/>
              <a:gd name="connsiteY2" fmla="*/ 3535568 h 3807290"/>
              <a:gd name="connsiteX3" fmla="*/ 427071 w 5047255"/>
              <a:gd name="connsiteY3" fmla="*/ 211618 h 3807290"/>
              <a:gd name="connsiteX0" fmla="*/ 0 w 5229333"/>
              <a:gd name="connsiteY0" fmla="*/ 0 h 3807290"/>
              <a:gd name="connsiteX1" fmla="*/ 3896203 w 5229333"/>
              <a:gd name="connsiteY1" fmla="*/ 3807290 h 3807290"/>
              <a:gd name="connsiteX2" fmla="*/ 5229333 w 5229333"/>
              <a:gd name="connsiteY2" fmla="*/ 3353238 h 3807290"/>
              <a:gd name="connsiteX3" fmla="*/ 427071 w 5229333"/>
              <a:gd name="connsiteY3" fmla="*/ 211618 h 3807290"/>
              <a:gd name="connsiteX0" fmla="*/ 0 w 5229333"/>
              <a:gd name="connsiteY0" fmla="*/ 0 h 4402462"/>
              <a:gd name="connsiteX1" fmla="*/ 4462470 w 5229333"/>
              <a:gd name="connsiteY1" fmla="*/ 4402462 h 4402462"/>
              <a:gd name="connsiteX2" fmla="*/ 5229333 w 5229333"/>
              <a:gd name="connsiteY2" fmla="*/ 3353238 h 4402462"/>
              <a:gd name="connsiteX3" fmla="*/ 427071 w 5229333"/>
              <a:gd name="connsiteY3" fmla="*/ 211618 h 4402462"/>
              <a:gd name="connsiteX0" fmla="*/ 0 w 5261487"/>
              <a:gd name="connsiteY0" fmla="*/ 0 h 4402462"/>
              <a:gd name="connsiteX1" fmla="*/ 4462470 w 5261487"/>
              <a:gd name="connsiteY1" fmla="*/ 4402462 h 4402462"/>
              <a:gd name="connsiteX2" fmla="*/ 5261487 w 5261487"/>
              <a:gd name="connsiteY2" fmla="*/ 3578371 h 4402462"/>
              <a:gd name="connsiteX3" fmla="*/ 427071 w 5261487"/>
              <a:gd name="connsiteY3" fmla="*/ 211618 h 4402462"/>
              <a:gd name="connsiteX0" fmla="*/ 0 w 5350016"/>
              <a:gd name="connsiteY0" fmla="*/ 0 h 4402462"/>
              <a:gd name="connsiteX1" fmla="*/ 4462470 w 5350016"/>
              <a:gd name="connsiteY1" fmla="*/ 4402462 h 4402462"/>
              <a:gd name="connsiteX2" fmla="*/ 5350016 w 5350016"/>
              <a:gd name="connsiteY2" fmla="*/ 3439959 h 4402462"/>
              <a:gd name="connsiteX3" fmla="*/ 427071 w 5350016"/>
              <a:gd name="connsiteY3" fmla="*/ 211618 h 4402462"/>
              <a:gd name="connsiteX0" fmla="*/ 0 w 5350016"/>
              <a:gd name="connsiteY0" fmla="*/ 0 h 4416379"/>
              <a:gd name="connsiteX1" fmla="*/ 4463807 w 5350016"/>
              <a:gd name="connsiteY1" fmla="*/ 4416379 h 4416379"/>
              <a:gd name="connsiteX2" fmla="*/ 5350016 w 5350016"/>
              <a:gd name="connsiteY2" fmla="*/ 3439959 h 4416379"/>
              <a:gd name="connsiteX3" fmla="*/ 427071 w 5350016"/>
              <a:gd name="connsiteY3" fmla="*/ 211618 h 4416379"/>
              <a:gd name="connsiteX0" fmla="*/ 0 w 5350016"/>
              <a:gd name="connsiteY0" fmla="*/ 0 h 4416379"/>
              <a:gd name="connsiteX1" fmla="*/ 4463807 w 5350016"/>
              <a:gd name="connsiteY1" fmla="*/ 4416379 h 4416379"/>
              <a:gd name="connsiteX2" fmla="*/ 5350016 w 5350016"/>
              <a:gd name="connsiteY2" fmla="*/ 3439959 h 4416379"/>
              <a:gd name="connsiteX3" fmla="*/ 2413717 w 5350016"/>
              <a:gd name="connsiteY3" fmla="*/ 1489386 h 4416379"/>
              <a:gd name="connsiteX0" fmla="*/ 0 w 3706049"/>
              <a:gd name="connsiteY0" fmla="*/ 0 h 2957435"/>
              <a:gd name="connsiteX1" fmla="*/ 2819840 w 3706049"/>
              <a:gd name="connsiteY1" fmla="*/ 2957435 h 2957435"/>
              <a:gd name="connsiteX2" fmla="*/ 3706049 w 3706049"/>
              <a:gd name="connsiteY2" fmla="*/ 1981015 h 2957435"/>
              <a:gd name="connsiteX3" fmla="*/ 769750 w 3706049"/>
              <a:gd name="connsiteY3" fmla="*/ 30442 h 2957435"/>
              <a:gd name="connsiteX0" fmla="*/ 0 w 3706049"/>
              <a:gd name="connsiteY0" fmla="*/ 0 h 2957435"/>
              <a:gd name="connsiteX1" fmla="*/ 2819840 w 3706049"/>
              <a:gd name="connsiteY1" fmla="*/ 2957435 h 2957435"/>
              <a:gd name="connsiteX2" fmla="*/ 3706049 w 3706049"/>
              <a:gd name="connsiteY2" fmla="*/ 1981015 h 2957435"/>
              <a:gd name="connsiteX3" fmla="*/ 887452 w 3706049"/>
              <a:gd name="connsiteY3" fmla="*/ 153286 h 2957435"/>
              <a:gd name="connsiteX0" fmla="*/ 0 w 3791908"/>
              <a:gd name="connsiteY0" fmla="*/ 0 h 2824509"/>
              <a:gd name="connsiteX1" fmla="*/ 2905699 w 3791908"/>
              <a:gd name="connsiteY1" fmla="*/ 2824509 h 2824509"/>
              <a:gd name="connsiteX2" fmla="*/ 3791908 w 3791908"/>
              <a:gd name="connsiteY2" fmla="*/ 1848089 h 2824509"/>
              <a:gd name="connsiteX3" fmla="*/ 973311 w 3791908"/>
              <a:gd name="connsiteY3" fmla="*/ 20360 h 2824509"/>
              <a:gd name="connsiteX0" fmla="*/ 0 w 3822739"/>
              <a:gd name="connsiteY0" fmla="*/ 0 h 2883481"/>
              <a:gd name="connsiteX1" fmla="*/ 2936530 w 3822739"/>
              <a:gd name="connsiteY1" fmla="*/ 2883481 h 2883481"/>
              <a:gd name="connsiteX2" fmla="*/ 3822739 w 3822739"/>
              <a:gd name="connsiteY2" fmla="*/ 1907061 h 2883481"/>
              <a:gd name="connsiteX3" fmla="*/ 1004142 w 3822739"/>
              <a:gd name="connsiteY3" fmla="*/ 79332 h 2883481"/>
              <a:gd name="connsiteX0" fmla="*/ 0 w 3822739"/>
              <a:gd name="connsiteY0" fmla="*/ 0 h 2883481"/>
              <a:gd name="connsiteX1" fmla="*/ 2936530 w 3822739"/>
              <a:gd name="connsiteY1" fmla="*/ 2883481 h 2883481"/>
              <a:gd name="connsiteX2" fmla="*/ 3822739 w 3822739"/>
              <a:gd name="connsiteY2" fmla="*/ 1907061 h 2883481"/>
              <a:gd name="connsiteX3" fmla="*/ 838082 w 3822739"/>
              <a:gd name="connsiteY3" fmla="*/ 34101 h 2883481"/>
              <a:gd name="connsiteX0" fmla="*/ 0 w 3807150"/>
              <a:gd name="connsiteY0" fmla="*/ 16538 h 2849380"/>
              <a:gd name="connsiteX1" fmla="*/ 2920941 w 3807150"/>
              <a:gd name="connsiteY1" fmla="*/ 2849380 h 2849380"/>
              <a:gd name="connsiteX2" fmla="*/ 3807150 w 3807150"/>
              <a:gd name="connsiteY2" fmla="*/ 1872960 h 2849380"/>
              <a:gd name="connsiteX3" fmla="*/ 822493 w 3807150"/>
              <a:gd name="connsiteY3" fmla="*/ 0 h 2849380"/>
              <a:gd name="connsiteX0" fmla="*/ 0 w 3805131"/>
              <a:gd name="connsiteY0" fmla="*/ 0 h 2864380"/>
              <a:gd name="connsiteX1" fmla="*/ 2918922 w 3805131"/>
              <a:gd name="connsiteY1" fmla="*/ 2864380 h 2864380"/>
              <a:gd name="connsiteX2" fmla="*/ 3805131 w 3805131"/>
              <a:gd name="connsiteY2" fmla="*/ 1887960 h 2864380"/>
              <a:gd name="connsiteX3" fmla="*/ 820474 w 3805131"/>
              <a:gd name="connsiteY3" fmla="*/ 15000 h 2864380"/>
              <a:gd name="connsiteX0" fmla="*/ 0 w 3770523"/>
              <a:gd name="connsiteY0" fmla="*/ 0 h 2883562"/>
              <a:gd name="connsiteX1" fmla="*/ 2884314 w 3770523"/>
              <a:gd name="connsiteY1" fmla="*/ 2883562 h 2883562"/>
              <a:gd name="connsiteX2" fmla="*/ 3770523 w 3770523"/>
              <a:gd name="connsiteY2" fmla="*/ 1907142 h 2883562"/>
              <a:gd name="connsiteX3" fmla="*/ 785866 w 3770523"/>
              <a:gd name="connsiteY3" fmla="*/ 34182 h 2883562"/>
              <a:gd name="connsiteX0" fmla="*/ 0 w 3729615"/>
              <a:gd name="connsiteY0" fmla="*/ 8662 h 2849380"/>
              <a:gd name="connsiteX1" fmla="*/ 2843406 w 3729615"/>
              <a:gd name="connsiteY1" fmla="*/ 2849380 h 2849380"/>
              <a:gd name="connsiteX2" fmla="*/ 3729615 w 3729615"/>
              <a:gd name="connsiteY2" fmla="*/ 1872960 h 2849380"/>
              <a:gd name="connsiteX3" fmla="*/ 744958 w 3729615"/>
              <a:gd name="connsiteY3" fmla="*/ 0 h 2849380"/>
              <a:gd name="connsiteX0" fmla="*/ 0 w 3741529"/>
              <a:gd name="connsiteY0" fmla="*/ 0 h 2855174"/>
              <a:gd name="connsiteX1" fmla="*/ 2855320 w 3741529"/>
              <a:gd name="connsiteY1" fmla="*/ 2855174 h 2855174"/>
              <a:gd name="connsiteX2" fmla="*/ 3741529 w 3741529"/>
              <a:gd name="connsiteY2" fmla="*/ 1878754 h 2855174"/>
              <a:gd name="connsiteX3" fmla="*/ 756872 w 3741529"/>
              <a:gd name="connsiteY3" fmla="*/ 5794 h 2855174"/>
              <a:gd name="connsiteX0" fmla="*/ 0 w 3775243"/>
              <a:gd name="connsiteY0" fmla="*/ 0 h 3097450"/>
              <a:gd name="connsiteX1" fmla="*/ 2889034 w 3775243"/>
              <a:gd name="connsiteY1" fmla="*/ 3097450 h 3097450"/>
              <a:gd name="connsiteX2" fmla="*/ 3775243 w 3775243"/>
              <a:gd name="connsiteY2" fmla="*/ 2121030 h 3097450"/>
              <a:gd name="connsiteX3" fmla="*/ 790586 w 3775243"/>
              <a:gd name="connsiteY3" fmla="*/ 248070 h 3097450"/>
            </a:gdLst>
            <a:ahLst/>
            <a:cxnLst>
              <a:cxn ang="0">
                <a:pos x="connsiteX0" y="connsiteY0"/>
              </a:cxn>
              <a:cxn ang="0">
                <a:pos x="connsiteX1" y="connsiteY1"/>
              </a:cxn>
              <a:cxn ang="0">
                <a:pos x="connsiteX2" y="connsiteY2"/>
              </a:cxn>
              <a:cxn ang="0">
                <a:pos x="connsiteX3" y="connsiteY3"/>
              </a:cxn>
            </a:cxnLst>
            <a:rect l="l" t="t" r="r" b="b"/>
            <a:pathLst>
              <a:path w="3775243" h="3097450" extrusionOk="0">
                <a:moveTo>
                  <a:pt x="0" y="0"/>
                </a:moveTo>
                <a:lnTo>
                  <a:pt x="2889034" y="3097450"/>
                </a:lnTo>
                <a:lnTo>
                  <a:pt x="3775243" y="2121030"/>
                </a:lnTo>
                <a:lnTo>
                  <a:pt x="790586" y="248070"/>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7" name="Прямоугольник 6"/>
          <p:cNvSpPr/>
          <p:nvPr userDrawn="1"/>
        </p:nvSpPr>
        <p:spPr bwMode="auto">
          <a:xfrm>
            <a:off x="-508894" y="0"/>
            <a:ext cx="329783" cy="1274163"/>
          </a:xfrm>
          <a:prstGeom prst="rect">
            <a:avLst/>
          </a:pr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3" name="Прямоугольник 12"/>
          <p:cNvSpPr/>
          <p:nvPr userDrawn="1"/>
        </p:nvSpPr>
        <p:spPr bwMode="auto">
          <a:xfrm>
            <a:off x="-508894" y="1294334"/>
            <a:ext cx="329783" cy="12741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ln>
                <a:solidFill>
                  <a:schemeClr val="tx1">
                    <a:lumMod val="75000"/>
                    <a:lumOff val="25000"/>
                  </a:schemeClr>
                </a:solidFill>
              </a:ln>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PhAnim="0" preserve="1" userDrawn="1">
  <p:cSld name="9">
    <p:bg>
      <p:bgRef idx="1001">
        <a:schemeClr val="bg2"/>
      </p:bgRef>
    </p:bg>
    <p:spTree>
      <p:nvGrpSpPr>
        <p:cNvPr id="1" name=""/>
        <p:cNvGrpSpPr/>
        <p:nvPr/>
      </p:nvGrpSpPr>
      <p:grpSpPr bwMode="auto">
        <a:xfrm>
          <a:off x="0" y="0"/>
          <a:ext cx="0" cy="0"/>
          <a:chOff x="0" y="0"/>
          <a:chExt cx="0" cy="0"/>
        </a:xfrm>
      </p:grpSpPr>
      <p:sp>
        <p:nvSpPr>
          <p:cNvPr id="7" name="Полилиния 6"/>
          <p:cNvSpPr/>
          <p:nvPr userDrawn="1"/>
        </p:nvSpPr>
        <p:spPr bwMode="auto">
          <a:xfrm rot="15215842">
            <a:off x="2460776" y="-1337864"/>
            <a:ext cx="3919953" cy="5571841"/>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513197 w 2551022"/>
              <a:gd name="connsiteY0" fmla="*/ 0 h 3598113"/>
              <a:gd name="connsiteX1" fmla="*/ 0 w 2551022"/>
              <a:gd name="connsiteY1" fmla="*/ 2686632 h 3598113"/>
              <a:gd name="connsiteX2" fmla="*/ 2551022 w 2551022"/>
              <a:gd name="connsiteY2" fmla="*/ 3598113 h 3598113"/>
              <a:gd name="connsiteX3" fmla="*/ 2388996 w 2551022"/>
              <a:gd name="connsiteY3" fmla="*/ 244609 h 3598113"/>
              <a:gd name="connsiteX0" fmla="*/ 157108 w 1194933"/>
              <a:gd name="connsiteY0" fmla="*/ 0 h 4235603"/>
              <a:gd name="connsiteX1" fmla="*/ 0 w 1194933"/>
              <a:gd name="connsiteY1" fmla="*/ 4235603 h 4235603"/>
              <a:gd name="connsiteX2" fmla="*/ 1194933 w 1194933"/>
              <a:gd name="connsiteY2" fmla="*/ 3598113 h 4235603"/>
              <a:gd name="connsiteX3" fmla="*/ 1032907 w 1194933"/>
              <a:gd name="connsiteY3" fmla="*/ 244609 h 4235603"/>
              <a:gd name="connsiteX0" fmla="*/ 48814 w 1086639"/>
              <a:gd name="connsiteY0" fmla="*/ 0 h 3811893"/>
              <a:gd name="connsiteX1" fmla="*/ 0 w 1086639"/>
              <a:gd name="connsiteY1" fmla="*/ 3811893 h 3811893"/>
              <a:gd name="connsiteX2" fmla="*/ 1086639 w 1086639"/>
              <a:gd name="connsiteY2" fmla="*/ 3598113 h 3811893"/>
              <a:gd name="connsiteX3" fmla="*/ 924613 w 1086639"/>
              <a:gd name="connsiteY3" fmla="*/ 244609 h 3811893"/>
              <a:gd name="connsiteX0" fmla="*/ 138496 w 1176321"/>
              <a:gd name="connsiteY0" fmla="*/ 0 h 3976471"/>
              <a:gd name="connsiteX1" fmla="*/ 0 w 1176321"/>
              <a:gd name="connsiteY1" fmla="*/ 3976471 h 3976471"/>
              <a:gd name="connsiteX2" fmla="*/ 1176321 w 1176321"/>
              <a:gd name="connsiteY2" fmla="*/ 3598113 h 3976471"/>
              <a:gd name="connsiteX3" fmla="*/ 1014295 w 1176321"/>
              <a:gd name="connsiteY3" fmla="*/ 244609 h 3976471"/>
              <a:gd name="connsiteX0" fmla="*/ 477585 w 1176321"/>
              <a:gd name="connsiteY0" fmla="*/ 396618 h 3731862"/>
              <a:gd name="connsiteX1" fmla="*/ 0 w 1176321"/>
              <a:gd name="connsiteY1" fmla="*/ 3731862 h 3731862"/>
              <a:gd name="connsiteX2" fmla="*/ 1176321 w 1176321"/>
              <a:gd name="connsiteY2" fmla="*/ 3353504 h 3731862"/>
              <a:gd name="connsiteX3" fmla="*/ 1014295 w 1176321"/>
              <a:gd name="connsiteY3" fmla="*/ 0 h 3731862"/>
              <a:gd name="connsiteX0" fmla="*/ 477585 w 1403735"/>
              <a:gd name="connsiteY0" fmla="*/ 243513 h 3578757"/>
              <a:gd name="connsiteX1" fmla="*/ 0 w 1403735"/>
              <a:gd name="connsiteY1" fmla="*/ 3578757 h 3578757"/>
              <a:gd name="connsiteX2" fmla="*/ 1176321 w 1403735"/>
              <a:gd name="connsiteY2" fmla="*/ 3200399 h 3578757"/>
              <a:gd name="connsiteX3" fmla="*/ 1403735 w 1403735"/>
              <a:gd name="connsiteY3" fmla="*/ 0 h 3578757"/>
              <a:gd name="connsiteX0" fmla="*/ 477585 w 1403735"/>
              <a:gd name="connsiteY0" fmla="*/ 243513 h 3578757"/>
              <a:gd name="connsiteX1" fmla="*/ 0 w 1403735"/>
              <a:gd name="connsiteY1" fmla="*/ 3578757 h 3578757"/>
              <a:gd name="connsiteX2" fmla="*/ 1142051 w 1403735"/>
              <a:gd name="connsiteY2" fmla="*/ 3245211 h 3578757"/>
              <a:gd name="connsiteX3" fmla="*/ 1403735 w 1403735"/>
              <a:gd name="connsiteY3" fmla="*/ 0 h 3578757"/>
              <a:gd name="connsiteX0" fmla="*/ 477585 w 1403735"/>
              <a:gd name="connsiteY0" fmla="*/ 243513 h 3578757"/>
              <a:gd name="connsiteX1" fmla="*/ 0 w 1403735"/>
              <a:gd name="connsiteY1" fmla="*/ 3578757 h 3578757"/>
              <a:gd name="connsiteX2" fmla="*/ 1151052 w 1403735"/>
              <a:gd name="connsiteY2" fmla="*/ 3307035 h 3578757"/>
              <a:gd name="connsiteX3" fmla="*/ 1403735 w 1403735"/>
              <a:gd name="connsiteY3" fmla="*/ 0 h 3578757"/>
              <a:gd name="connsiteX0" fmla="*/ 0 w 5299938"/>
              <a:gd name="connsiteY0" fmla="*/ 0 h 3807290"/>
              <a:gd name="connsiteX1" fmla="*/ 3896203 w 5299938"/>
              <a:gd name="connsiteY1" fmla="*/ 3807290 h 3807290"/>
              <a:gd name="connsiteX2" fmla="*/ 5047255 w 5299938"/>
              <a:gd name="connsiteY2" fmla="*/ 3535568 h 3807290"/>
              <a:gd name="connsiteX3" fmla="*/ 5299938 w 5299938"/>
              <a:gd name="connsiteY3" fmla="*/ 228533 h 3807290"/>
              <a:gd name="connsiteX0" fmla="*/ 0 w 5047255"/>
              <a:gd name="connsiteY0" fmla="*/ 0 h 3807290"/>
              <a:gd name="connsiteX1" fmla="*/ 3896203 w 5047255"/>
              <a:gd name="connsiteY1" fmla="*/ 3807290 h 3807290"/>
              <a:gd name="connsiteX2" fmla="*/ 5047255 w 5047255"/>
              <a:gd name="connsiteY2" fmla="*/ 3535568 h 3807290"/>
              <a:gd name="connsiteX3" fmla="*/ 427071 w 5047255"/>
              <a:gd name="connsiteY3" fmla="*/ 211618 h 3807290"/>
              <a:gd name="connsiteX0" fmla="*/ 0 w 5229333"/>
              <a:gd name="connsiteY0" fmla="*/ 0 h 3807290"/>
              <a:gd name="connsiteX1" fmla="*/ 3896203 w 5229333"/>
              <a:gd name="connsiteY1" fmla="*/ 3807290 h 3807290"/>
              <a:gd name="connsiteX2" fmla="*/ 5229333 w 5229333"/>
              <a:gd name="connsiteY2" fmla="*/ 3353238 h 3807290"/>
              <a:gd name="connsiteX3" fmla="*/ 427071 w 5229333"/>
              <a:gd name="connsiteY3" fmla="*/ 211618 h 3807290"/>
              <a:gd name="connsiteX0" fmla="*/ 0 w 5229333"/>
              <a:gd name="connsiteY0" fmla="*/ 0 h 4402462"/>
              <a:gd name="connsiteX1" fmla="*/ 4462470 w 5229333"/>
              <a:gd name="connsiteY1" fmla="*/ 4402462 h 4402462"/>
              <a:gd name="connsiteX2" fmla="*/ 5229333 w 5229333"/>
              <a:gd name="connsiteY2" fmla="*/ 3353238 h 4402462"/>
              <a:gd name="connsiteX3" fmla="*/ 427071 w 5229333"/>
              <a:gd name="connsiteY3" fmla="*/ 211618 h 4402462"/>
              <a:gd name="connsiteX0" fmla="*/ 0 w 5261487"/>
              <a:gd name="connsiteY0" fmla="*/ 0 h 4402462"/>
              <a:gd name="connsiteX1" fmla="*/ 4462470 w 5261487"/>
              <a:gd name="connsiteY1" fmla="*/ 4402462 h 4402462"/>
              <a:gd name="connsiteX2" fmla="*/ 5261487 w 5261487"/>
              <a:gd name="connsiteY2" fmla="*/ 3578371 h 4402462"/>
              <a:gd name="connsiteX3" fmla="*/ 427071 w 5261487"/>
              <a:gd name="connsiteY3" fmla="*/ 211618 h 4402462"/>
              <a:gd name="connsiteX0" fmla="*/ 0 w 5350016"/>
              <a:gd name="connsiteY0" fmla="*/ 0 h 4402462"/>
              <a:gd name="connsiteX1" fmla="*/ 4462470 w 5350016"/>
              <a:gd name="connsiteY1" fmla="*/ 4402462 h 4402462"/>
              <a:gd name="connsiteX2" fmla="*/ 5350016 w 5350016"/>
              <a:gd name="connsiteY2" fmla="*/ 3439959 h 4402462"/>
              <a:gd name="connsiteX3" fmla="*/ 427071 w 5350016"/>
              <a:gd name="connsiteY3" fmla="*/ 211618 h 4402462"/>
              <a:gd name="connsiteX0" fmla="*/ 0 w 5350016"/>
              <a:gd name="connsiteY0" fmla="*/ 0 h 4416379"/>
              <a:gd name="connsiteX1" fmla="*/ 4463807 w 5350016"/>
              <a:gd name="connsiteY1" fmla="*/ 4416379 h 4416379"/>
              <a:gd name="connsiteX2" fmla="*/ 5350016 w 5350016"/>
              <a:gd name="connsiteY2" fmla="*/ 3439959 h 4416379"/>
              <a:gd name="connsiteX3" fmla="*/ 427071 w 5350016"/>
              <a:gd name="connsiteY3" fmla="*/ 211618 h 4416379"/>
              <a:gd name="connsiteX0" fmla="*/ 0 w 5350016"/>
              <a:gd name="connsiteY0" fmla="*/ 0 h 4416379"/>
              <a:gd name="connsiteX1" fmla="*/ 4463807 w 5350016"/>
              <a:gd name="connsiteY1" fmla="*/ 4416379 h 4416379"/>
              <a:gd name="connsiteX2" fmla="*/ 5350016 w 5350016"/>
              <a:gd name="connsiteY2" fmla="*/ 3439959 h 4416379"/>
              <a:gd name="connsiteX3" fmla="*/ 2413717 w 5350016"/>
              <a:gd name="connsiteY3" fmla="*/ 1489386 h 4416379"/>
              <a:gd name="connsiteX0" fmla="*/ 0 w 3706049"/>
              <a:gd name="connsiteY0" fmla="*/ 0 h 2957435"/>
              <a:gd name="connsiteX1" fmla="*/ 2819840 w 3706049"/>
              <a:gd name="connsiteY1" fmla="*/ 2957435 h 2957435"/>
              <a:gd name="connsiteX2" fmla="*/ 3706049 w 3706049"/>
              <a:gd name="connsiteY2" fmla="*/ 1981015 h 2957435"/>
              <a:gd name="connsiteX3" fmla="*/ 769750 w 3706049"/>
              <a:gd name="connsiteY3" fmla="*/ 30442 h 2957435"/>
              <a:gd name="connsiteX0" fmla="*/ 0 w 3706049"/>
              <a:gd name="connsiteY0" fmla="*/ 0 h 2957435"/>
              <a:gd name="connsiteX1" fmla="*/ 2819840 w 3706049"/>
              <a:gd name="connsiteY1" fmla="*/ 2957435 h 2957435"/>
              <a:gd name="connsiteX2" fmla="*/ 3706049 w 3706049"/>
              <a:gd name="connsiteY2" fmla="*/ 1981015 h 2957435"/>
              <a:gd name="connsiteX3" fmla="*/ 887452 w 3706049"/>
              <a:gd name="connsiteY3" fmla="*/ 153286 h 2957435"/>
              <a:gd name="connsiteX0" fmla="*/ 0 w 4066453"/>
              <a:gd name="connsiteY0" fmla="*/ 0 h 2957435"/>
              <a:gd name="connsiteX1" fmla="*/ 2819840 w 4066453"/>
              <a:gd name="connsiteY1" fmla="*/ 2957435 h 2957435"/>
              <a:gd name="connsiteX2" fmla="*/ 4066453 w 4066453"/>
              <a:gd name="connsiteY2" fmla="*/ 516058 h 2957435"/>
              <a:gd name="connsiteX3" fmla="*/ 887452 w 4066453"/>
              <a:gd name="connsiteY3" fmla="*/ 153286 h 2957435"/>
              <a:gd name="connsiteX0" fmla="*/ 0 w 4066453"/>
              <a:gd name="connsiteY0" fmla="*/ 0 h 1535675"/>
              <a:gd name="connsiteX1" fmla="*/ 3855332 w 4066453"/>
              <a:gd name="connsiteY1" fmla="*/ 1535675 h 1535675"/>
              <a:gd name="connsiteX2" fmla="*/ 4066453 w 4066453"/>
              <a:gd name="connsiteY2" fmla="*/ 516058 h 1535675"/>
              <a:gd name="connsiteX3" fmla="*/ 887452 w 4066453"/>
              <a:gd name="connsiteY3" fmla="*/ 153286 h 1535675"/>
              <a:gd name="connsiteX0" fmla="*/ 607260 w 3179001"/>
              <a:gd name="connsiteY0" fmla="*/ 2700589 h 2700589"/>
              <a:gd name="connsiteX1" fmla="*/ 2967880 w 3179001"/>
              <a:gd name="connsiteY1" fmla="*/ 1382389 h 2700589"/>
              <a:gd name="connsiteX2" fmla="*/ 3179001 w 3179001"/>
              <a:gd name="connsiteY2" fmla="*/ 362772 h 2700589"/>
              <a:gd name="connsiteX3" fmla="*/ 0 w 3179001"/>
              <a:gd name="connsiteY3" fmla="*/ 0 h 2700589"/>
              <a:gd name="connsiteX0" fmla="*/ 607260 w 3179001"/>
              <a:gd name="connsiteY0" fmla="*/ 2700589 h 2700589"/>
              <a:gd name="connsiteX1" fmla="*/ 1127907 w 3179001"/>
              <a:gd name="connsiteY1" fmla="*/ 2402432 h 2700589"/>
              <a:gd name="connsiteX2" fmla="*/ 2967880 w 3179001"/>
              <a:gd name="connsiteY2" fmla="*/ 1382389 h 2700589"/>
              <a:gd name="connsiteX3" fmla="*/ 3179001 w 3179001"/>
              <a:gd name="connsiteY3" fmla="*/ 362772 h 2700589"/>
              <a:gd name="connsiteX4" fmla="*/ 0 w 3179001"/>
              <a:gd name="connsiteY4" fmla="*/ 0 h 2700589"/>
              <a:gd name="connsiteX0" fmla="*/ 607260 w 3179001"/>
              <a:gd name="connsiteY0" fmla="*/ 2700589 h 2999499"/>
              <a:gd name="connsiteX1" fmla="*/ 2219456 w 3179001"/>
              <a:gd name="connsiteY1" fmla="*/ 2999499 h 2999499"/>
              <a:gd name="connsiteX2" fmla="*/ 2967880 w 3179001"/>
              <a:gd name="connsiteY2" fmla="*/ 1382389 h 2999499"/>
              <a:gd name="connsiteX3" fmla="*/ 3179001 w 3179001"/>
              <a:gd name="connsiteY3" fmla="*/ 362772 h 2999499"/>
              <a:gd name="connsiteX4" fmla="*/ 0 w 3179001"/>
              <a:gd name="connsiteY4" fmla="*/ 0 h 2999499"/>
              <a:gd name="connsiteX0" fmla="*/ 0 w 2571741"/>
              <a:gd name="connsiteY0" fmla="*/ 2337817 h 2636727"/>
              <a:gd name="connsiteX1" fmla="*/ 1612196 w 2571741"/>
              <a:gd name="connsiteY1" fmla="*/ 2636727 h 2636727"/>
              <a:gd name="connsiteX2" fmla="*/ 2360620 w 2571741"/>
              <a:gd name="connsiteY2" fmla="*/ 1019617 h 2636727"/>
              <a:gd name="connsiteX3" fmla="*/ 2571741 w 2571741"/>
              <a:gd name="connsiteY3" fmla="*/ 0 h 2636727"/>
              <a:gd name="connsiteX4" fmla="*/ 414275 w 2571741"/>
              <a:gd name="connsiteY4" fmla="*/ 278669 h 2636727"/>
              <a:gd name="connsiteX0" fmla="*/ 0 w 2571741"/>
              <a:gd name="connsiteY0" fmla="*/ 2337817 h 2337817"/>
              <a:gd name="connsiteX1" fmla="*/ 470690 w 2571741"/>
              <a:gd name="connsiteY1" fmla="*/ 1547923 h 2337817"/>
              <a:gd name="connsiteX2" fmla="*/ 2360620 w 2571741"/>
              <a:gd name="connsiteY2" fmla="*/ 1019617 h 2337817"/>
              <a:gd name="connsiteX3" fmla="*/ 2571741 w 2571741"/>
              <a:gd name="connsiteY3" fmla="*/ 0 h 2337817"/>
              <a:gd name="connsiteX4" fmla="*/ 414275 w 2571741"/>
              <a:gd name="connsiteY4" fmla="*/ 278669 h 2337817"/>
              <a:gd name="connsiteX0" fmla="*/ 0 w 3060908"/>
              <a:gd name="connsiteY0" fmla="*/ 1679553 h 1679553"/>
              <a:gd name="connsiteX1" fmla="*/ 959857 w 3060908"/>
              <a:gd name="connsiteY1" fmla="*/ 1547923 h 1679553"/>
              <a:gd name="connsiteX2" fmla="*/ 2849787 w 3060908"/>
              <a:gd name="connsiteY2" fmla="*/ 1019617 h 1679553"/>
              <a:gd name="connsiteX3" fmla="*/ 3060908 w 3060908"/>
              <a:gd name="connsiteY3" fmla="*/ 0 h 1679553"/>
              <a:gd name="connsiteX4" fmla="*/ 903442 w 3060908"/>
              <a:gd name="connsiteY4" fmla="*/ 278669 h 1679553"/>
              <a:gd name="connsiteX0" fmla="*/ 0 w 3060908"/>
              <a:gd name="connsiteY0" fmla="*/ 1679553 h 1679553"/>
              <a:gd name="connsiteX1" fmla="*/ 965710 w 3060908"/>
              <a:gd name="connsiteY1" fmla="*/ 1361023 h 1679553"/>
              <a:gd name="connsiteX2" fmla="*/ 2849787 w 3060908"/>
              <a:gd name="connsiteY2" fmla="*/ 1019617 h 1679553"/>
              <a:gd name="connsiteX3" fmla="*/ 3060908 w 3060908"/>
              <a:gd name="connsiteY3" fmla="*/ 0 h 1679553"/>
              <a:gd name="connsiteX4" fmla="*/ 903442 w 3060908"/>
              <a:gd name="connsiteY4" fmla="*/ 278669 h 1679553"/>
              <a:gd name="connsiteX0" fmla="*/ 0 w 3060908"/>
              <a:gd name="connsiteY0" fmla="*/ 1679553 h 1679553"/>
              <a:gd name="connsiteX1" fmla="*/ 2849787 w 3060908"/>
              <a:gd name="connsiteY1" fmla="*/ 1019617 h 1679553"/>
              <a:gd name="connsiteX2" fmla="*/ 3060908 w 3060908"/>
              <a:gd name="connsiteY2" fmla="*/ 0 h 1679553"/>
              <a:gd name="connsiteX3" fmla="*/ 903442 w 3060908"/>
              <a:gd name="connsiteY3" fmla="*/ 278669 h 1679553"/>
              <a:gd name="connsiteX0" fmla="*/ 215656 w 2157466"/>
              <a:gd name="connsiteY0" fmla="*/ 1814267 h 1814267"/>
              <a:gd name="connsiteX1" fmla="*/ 1946345 w 2157466"/>
              <a:gd name="connsiteY1" fmla="*/ 1019617 h 1814267"/>
              <a:gd name="connsiteX2" fmla="*/ 2157466 w 2157466"/>
              <a:gd name="connsiteY2" fmla="*/ 0 h 1814267"/>
              <a:gd name="connsiteX3" fmla="*/ 0 w 2157466"/>
              <a:gd name="connsiteY3" fmla="*/ 278669 h 1814267"/>
              <a:gd name="connsiteX0" fmla="*/ 37768 w 1979578"/>
              <a:gd name="connsiteY0" fmla="*/ 1814267 h 1814267"/>
              <a:gd name="connsiteX1" fmla="*/ 1768457 w 1979578"/>
              <a:gd name="connsiteY1" fmla="*/ 1019617 h 1814267"/>
              <a:gd name="connsiteX2" fmla="*/ 1979578 w 1979578"/>
              <a:gd name="connsiteY2" fmla="*/ 0 h 1814267"/>
              <a:gd name="connsiteX3" fmla="*/ 0 w 1979578"/>
              <a:gd name="connsiteY3" fmla="*/ 807093 h 1814267"/>
              <a:gd name="connsiteX0" fmla="*/ 0 w 2566047"/>
              <a:gd name="connsiteY0" fmla="*/ 4351957 h 4351957"/>
              <a:gd name="connsiteX1" fmla="*/ 1730689 w 2566047"/>
              <a:gd name="connsiteY1" fmla="*/ 3557307 h 4351957"/>
              <a:gd name="connsiteX2" fmla="*/ 1941810 w 2566047"/>
              <a:gd name="connsiteY2" fmla="*/ 2537690 h 4351957"/>
              <a:gd name="connsiteX3" fmla="*/ 2566047 w 2566047"/>
              <a:gd name="connsiteY3" fmla="*/ 0 h 4351957"/>
              <a:gd name="connsiteX0" fmla="*/ 0 w 1688656"/>
              <a:gd name="connsiteY0" fmla="*/ 2474287 h 3557307"/>
              <a:gd name="connsiteX1" fmla="*/ 853298 w 1688656"/>
              <a:gd name="connsiteY1" fmla="*/ 3557307 h 3557307"/>
              <a:gd name="connsiteX2" fmla="*/ 1064419 w 1688656"/>
              <a:gd name="connsiteY2" fmla="*/ 2537690 h 3557307"/>
              <a:gd name="connsiteX3" fmla="*/ 1688656 w 1688656"/>
              <a:gd name="connsiteY3" fmla="*/ 0 h 3557307"/>
              <a:gd name="connsiteX0" fmla="*/ 0 w 1688656"/>
              <a:gd name="connsiteY0" fmla="*/ 2474287 h 3557307"/>
              <a:gd name="connsiteX1" fmla="*/ 853298 w 1688656"/>
              <a:gd name="connsiteY1" fmla="*/ 3557307 h 3557307"/>
              <a:gd name="connsiteX2" fmla="*/ 1064419 w 1688656"/>
              <a:gd name="connsiteY2" fmla="*/ 2537690 h 3557307"/>
              <a:gd name="connsiteX3" fmla="*/ 1542595 w 1688656"/>
              <a:gd name="connsiteY3" fmla="*/ 743325 h 3557307"/>
              <a:gd name="connsiteX4" fmla="*/ 1688656 w 1688656"/>
              <a:gd name="connsiteY4" fmla="*/ 0 h 3557307"/>
              <a:gd name="connsiteX0" fmla="*/ 0 w 1688656"/>
              <a:gd name="connsiteY0" fmla="*/ 2474287 h 3557307"/>
              <a:gd name="connsiteX1" fmla="*/ 853298 w 1688656"/>
              <a:gd name="connsiteY1" fmla="*/ 3557307 h 3557307"/>
              <a:gd name="connsiteX2" fmla="*/ 1064419 w 1688656"/>
              <a:gd name="connsiteY2" fmla="*/ 2537690 h 3557307"/>
              <a:gd name="connsiteX3" fmla="*/ 783558 w 1688656"/>
              <a:gd name="connsiteY3" fmla="*/ 485088 h 3557307"/>
              <a:gd name="connsiteX4" fmla="*/ 1688656 w 1688656"/>
              <a:gd name="connsiteY4" fmla="*/ 0 h 3557307"/>
              <a:gd name="connsiteX0" fmla="*/ 0 w 2193953"/>
              <a:gd name="connsiteY0" fmla="*/ 2474287 h 3557307"/>
              <a:gd name="connsiteX1" fmla="*/ 853298 w 2193953"/>
              <a:gd name="connsiteY1" fmla="*/ 3557307 h 3557307"/>
              <a:gd name="connsiteX2" fmla="*/ 1064419 w 2193953"/>
              <a:gd name="connsiteY2" fmla="*/ 2537690 h 3557307"/>
              <a:gd name="connsiteX3" fmla="*/ 2193953 w 2193953"/>
              <a:gd name="connsiteY3" fmla="*/ 552946 h 3557307"/>
              <a:gd name="connsiteX4" fmla="*/ 1688656 w 2193953"/>
              <a:gd name="connsiteY4" fmla="*/ 0 h 3557307"/>
              <a:gd name="connsiteX0" fmla="*/ 0 w 2193953"/>
              <a:gd name="connsiteY0" fmla="*/ 2413749 h 3496769"/>
              <a:gd name="connsiteX1" fmla="*/ 853298 w 2193953"/>
              <a:gd name="connsiteY1" fmla="*/ 3496769 h 3496769"/>
              <a:gd name="connsiteX2" fmla="*/ 1064419 w 2193953"/>
              <a:gd name="connsiteY2" fmla="*/ 2477152 h 3496769"/>
              <a:gd name="connsiteX3" fmla="*/ 2193953 w 2193953"/>
              <a:gd name="connsiteY3" fmla="*/ 492408 h 3496769"/>
              <a:gd name="connsiteX4" fmla="*/ 726018 w 2193953"/>
              <a:gd name="connsiteY4" fmla="*/ 0 h 3496769"/>
              <a:gd name="connsiteX0" fmla="*/ 0 w 1670795"/>
              <a:gd name="connsiteY0" fmla="*/ 2413749 h 3496769"/>
              <a:gd name="connsiteX1" fmla="*/ 853298 w 1670795"/>
              <a:gd name="connsiteY1" fmla="*/ 3496769 h 3496769"/>
              <a:gd name="connsiteX2" fmla="*/ 1064419 w 1670795"/>
              <a:gd name="connsiteY2" fmla="*/ 2477152 h 3496769"/>
              <a:gd name="connsiteX3" fmla="*/ 1670795 w 1670795"/>
              <a:gd name="connsiteY3" fmla="*/ 110846 h 3496769"/>
              <a:gd name="connsiteX4" fmla="*/ 726018 w 1670795"/>
              <a:gd name="connsiteY4" fmla="*/ 0 h 3496769"/>
              <a:gd name="connsiteX0" fmla="*/ 305116 w 1975911"/>
              <a:gd name="connsiteY0" fmla="*/ 2905169 h 3988189"/>
              <a:gd name="connsiteX1" fmla="*/ 1158414 w 1975911"/>
              <a:gd name="connsiteY1" fmla="*/ 3988189 h 3988189"/>
              <a:gd name="connsiteX2" fmla="*/ 1369535 w 1975911"/>
              <a:gd name="connsiteY2" fmla="*/ 2968572 h 3988189"/>
              <a:gd name="connsiteX3" fmla="*/ 1975911 w 1975911"/>
              <a:gd name="connsiteY3" fmla="*/ 602266 h 3988189"/>
              <a:gd name="connsiteX4" fmla="*/ 0 w 1975911"/>
              <a:gd name="connsiteY4" fmla="*/ 0 h 3988189"/>
              <a:gd name="connsiteX0" fmla="*/ 305116 w 1715324"/>
              <a:gd name="connsiteY0" fmla="*/ 3034071 h 4117091"/>
              <a:gd name="connsiteX1" fmla="*/ 1158414 w 1715324"/>
              <a:gd name="connsiteY1" fmla="*/ 4117091 h 4117091"/>
              <a:gd name="connsiteX2" fmla="*/ 1369535 w 1715324"/>
              <a:gd name="connsiteY2" fmla="*/ 3097474 h 4117091"/>
              <a:gd name="connsiteX3" fmla="*/ 1715324 w 1715324"/>
              <a:gd name="connsiteY3" fmla="*/ 0 h 4117091"/>
              <a:gd name="connsiteX4" fmla="*/ 0 w 1715324"/>
              <a:gd name="connsiteY4" fmla="*/ 128902 h 4117091"/>
              <a:gd name="connsiteX0" fmla="*/ 12252 w 1422460"/>
              <a:gd name="connsiteY0" fmla="*/ 3034071 h 4117091"/>
              <a:gd name="connsiteX1" fmla="*/ 865550 w 1422460"/>
              <a:gd name="connsiteY1" fmla="*/ 4117091 h 4117091"/>
              <a:gd name="connsiteX2" fmla="*/ 1076671 w 1422460"/>
              <a:gd name="connsiteY2" fmla="*/ 3097474 h 4117091"/>
              <a:gd name="connsiteX3" fmla="*/ 1422460 w 1422460"/>
              <a:gd name="connsiteY3" fmla="*/ 0 h 4117091"/>
              <a:gd name="connsiteX4" fmla="*/ 0 w 1422460"/>
              <a:gd name="connsiteY4" fmla="*/ 1055517 h 4117091"/>
              <a:gd name="connsiteX0" fmla="*/ 0 w 1410208"/>
              <a:gd name="connsiteY0" fmla="*/ 3034071 h 4117091"/>
              <a:gd name="connsiteX1" fmla="*/ 853298 w 1410208"/>
              <a:gd name="connsiteY1" fmla="*/ 4117091 h 4117091"/>
              <a:gd name="connsiteX2" fmla="*/ 1064419 w 1410208"/>
              <a:gd name="connsiteY2" fmla="*/ 3097474 h 4117091"/>
              <a:gd name="connsiteX3" fmla="*/ 1410208 w 1410208"/>
              <a:gd name="connsiteY3" fmla="*/ 0 h 4117091"/>
              <a:gd name="connsiteX4" fmla="*/ 22841 w 1410208"/>
              <a:gd name="connsiteY4" fmla="*/ 2256728 h 4117091"/>
              <a:gd name="connsiteX0" fmla="*/ 0 w 1891295"/>
              <a:gd name="connsiteY0" fmla="*/ 2822119 h 3905139"/>
              <a:gd name="connsiteX1" fmla="*/ 853298 w 1891295"/>
              <a:gd name="connsiteY1" fmla="*/ 3905139 h 3905139"/>
              <a:gd name="connsiteX2" fmla="*/ 1064419 w 1891295"/>
              <a:gd name="connsiteY2" fmla="*/ 2885522 h 3905139"/>
              <a:gd name="connsiteX3" fmla="*/ 1891295 w 1891295"/>
              <a:gd name="connsiteY3" fmla="*/ 0 h 3905139"/>
              <a:gd name="connsiteX4" fmla="*/ 22841 w 1891295"/>
              <a:gd name="connsiteY4" fmla="*/ 2044776 h 3905139"/>
              <a:gd name="connsiteX0" fmla="*/ 0 w 1919702"/>
              <a:gd name="connsiteY0" fmla="*/ 3520543 h 4603563"/>
              <a:gd name="connsiteX1" fmla="*/ 853298 w 1919702"/>
              <a:gd name="connsiteY1" fmla="*/ 4603563 h 4603563"/>
              <a:gd name="connsiteX2" fmla="*/ 1064419 w 1919702"/>
              <a:gd name="connsiteY2" fmla="*/ 3583946 h 4603563"/>
              <a:gd name="connsiteX3" fmla="*/ 1919702 w 1919702"/>
              <a:gd name="connsiteY3" fmla="*/ 0 h 4603563"/>
              <a:gd name="connsiteX4" fmla="*/ 22841 w 1919702"/>
              <a:gd name="connsiteY4" fmla="*/ 2743200 h 4603563"/>
              <a:gd name="connsiteX0" fmla="*/ 0 w 2147497"/>
              <a:gd name="connsiteY0" fmla="*/ 4090181 h 4603563"/>
              <a:gd name="connsiteX1" fmla="*/ 1081093 w 2147497"/>
              <a:gd name="connsiteY1" fmla="*/ 4603563 h 4603563"/>
              <a:gd name="connsiteX2" fmla="*/ 1292214 w 2147497"/>
              <a:gd name="connsiteY2" fmla="*/ 3583946 h 4603563"/>
              <a:gd name="connsiteX3" fmla="*/ 2147497 w 2147497"/>
              <a:gd name="connsiteY3" fmla="*/ 0 h 4603563"/>
              <a:gd name="connsiteX4" fmla="*/ 250636 w 2147497"/>
              <a:gd name="connsiteY4" fmla="*/ 2743200 h 4603563"/>
              <a:gd name="connsiteX0" fmla="*/ 0 w 2147497"/>
              <a:gd name="connsiteY0" fmla="*/ 4090181 h 4706711"/>
              <a:gd name="connsiteX1" fmla="*/ 1166094 w 2147497"/>
              <a:gd name="connsiteY1" fmla="*/ 4706711 h 4706711"/>
              <a:gd name="connsiteX2" fmla="*/ 1292214 w 2147497"/>
              <a:gd name="connsiteY2" fmla="*/ 3583946 h 4706711"/>
              <a:gd name="connsiteX3" fmla="*/ 2147497 w 2147497"/>
              <a:gd name="connsiteY3" fmla="*/ 0 h 4706711"/>
              <a:gd name="connsiteX4" fmla="*/ 250636 w 2147497"/>
              <a:gd name="connsiteY4" fmla="*/ 2743200 h 4706711"/>
              <a:gd name="connsiteX0" fmla="*/ 0 w 2147497"/>
              <a:gd name="connsiteY0" fmla="*/ 4090181 h 4706711"/>
              <a:gd name="connsiteX1" fmla="*/ 1166094 w 2147497"/>
              <a:gd name="connsiteY1" fmla="*/ 4706711 h 4706711"/>
              <a:gd name="connsiteX2" fmla="*/ 2147497 w 2147497"/>
              <a:gd name="connsiteY2" fmla="*/ 0 h 4706711"/>
              <a:gd name="connsiteX3" fmla="*/ 250636 w 2147497"/>
              <a:gd name="connsiteY3" fmla="*/ 2743200 h 4706711"/>
              <a:gd name="connsiteX0" fmla="*/ 0 w 2147497"/>
              <a:gd name="connsiteY0" fmla="*/ 4090181 h 4706711"/>
              <a:gd name="connsiteX1" fmla="*/ 1166094 w 2147497"/>
              <a:gd name="connsiteY1" fmla="*/ 4706711 h 4706711"/>
              <a:gd name="connsiteX2" fmla="*/ 2147497 w 2147497"/>
              <a:gd name="connsiteY2" fmla="*/ 0 h 4706711"/>
              <a:gd name="connsiteX3" fmla="*/ 379423 w 2147497"/>
              <a:gd name="connsiteY3" fmla="*/ 2543811 h 4706711"/>
              <a:gd name="connsiteX0" fmla="*/ 0 w 1434722"/>
              <a:gd name="connsiteY0" fmla="*/ 2303758 h 2920288"/>
              <a:gd name="connsiteX1" fmla="*/ 1166094 w 1434722"/>
              <a:gd name="connsiteY1" fmla="*/ 2920288 h 2920288"/>
              <a:gd name="connsiteX2" fmla="*/ 1434722 w 1434722"/>
              <a:gd name="connsiteY2" fmla="*/ 0 h 2920288"/>
              <a:gd name="connsiteX3" fmla="*/ 379423 w 1434722"/>
              <a:gd name="connsiteY3" fmla="*/ 757388 h 2920288"/>
              <a:gd name="connsiteX0" fmla="*/ 0 w 3269212"/>
              <a:gd name="connsiteY0" fmla="*/ 1818477 h 2435007"/>
              <a:gd name="connsiteX1" fmla="*/ 1166094 w 3269212"/>
              <a:gd name="connsiteY1" fmla="*/ 2435007 h 2435007"/>
              <a:gd name="connsiteX2" fmla="*/ 3269212 w 3269212"/>
              <a:gd name="connsiteY2" fmla="*/ 0 h 2435007"/>
              <a:gd name="connsiteX3" fmla="*/ 379423 w 3269212"/>
              <a:gd name="connsiteY3" fmla="*/ 272107 h 2435007"/>
              <a:gd name="connsiteX0" fmla="*/ 0 w 3269212"/>
              <a:gd name="connsiteY0" fmla="*/ 1818477 h 2435007"/>
              <a:gd name="connsiteX1" fmla="*/ 1166094 w 3269212"/>
              <a:gd name="connsiteY1" fmla="*/ 2435007 h 2435007"/>
              <a:gd name="connsiteX2" fmla="*/ 3269212 w 3269212"/>
              <a:gd name="connsiteY2" fmla="*/ 0 h 2435007"/>
              <a:gd name="connsiteX3" fmla="*/ 1914780 w 3269212"/>
              <a:gd name="connsiteY3" fmla="*/ 248687 h 2435007"/>
              <a:gd name="connsiteX0" fmla="*/ 0 w 3269212"/>
              <a:gd name="connsiteY0" fmla="*/ 1954232 h 2570762"/>
              <a:gd name="connsiteX1" fmla="*/ 1166094 w 3269212"/>
              <a:gd name="connsiteY1" fmla="*/ 2570762 h 2570762"/>
              <a:gd name="connsiteX2" fmla="*/ 3269212 w 3269212"/>
              <a:gd name="connsiteY2" fmla="*/ 135755 h 2570762"/>
              <a:gd name="connsiteX3" fmla="*/ 2174134 w 3269212"/>
              <a:gd name="connsiteY3" fmla="*/ 0 h 2570762"/>
              <a:gd name="connsiteX0" fmla="*/ 0 w 3514524"/>
              <a:gd name="connsiteY0" fmla="*/ 1975515 h 2592045"/>
              <a:gd name="connsiteX1" fmla="*/ 1166094 w 3514524"/>
              <a:gd name="connsiteY1" fmla="*/ 2592045 h 2592045"/>
              <a:gd name="connsiteX2" fmla="*/ 3514524 w 3514524"/>
              <a:gd name="connsiteY2" fmla="*/ 0 h 2592045"/>
              <a:gd name="connsiteX3" fmla="*/ 2174134 w 3514524"/>
              <a:gd name="connsiteY3" fmla="*/ 21283 h 2592045"/>
              <a:gd name="connsiteX0" fmla="*/ 0 w 3514524"/>
              <a:gd name="connsiteY0" fmla="*/ 1975515 h 3271813"/>
              <a:gd name="connsiteX1" fmla="*/ 1671840 w 3514524"/>
              <a:gd name="connsiteY1" fmla="*/ 3271813 h 3271813"/>
              <a:gd name="connsiteX2" fmla="*/ 3514524 w 3514524"/>
              <a:gd name="connsiteY2" fmla="*/ 0 h 3271813"/>
              <a:gd name="connsiteX3" fmla="*/ 2174134 w 3514524"/>
              <a:gd name="connsiteY3" fmla="*/ 21283 h 3271813"/>
              <a:gd name="connsiteX0" fmla="*/ 0 w 3514524"/>
              <a:gd name="connsiteY0" fmla="*/ 2383643 h 3679941"/>
              <a:gd name="connsiteX1" fmla="*/ 1671840 w 3514524"/>
              <a:gd name="connsiteY1" fmla="*/ 3679941 h 3679941"/>
              <a:gd name="connsiteX2" fmla="*/ 3514524 w 3514524"/>
              <a:gd name="connsiteY2" fmla="*/ 408128 h 3679941"/>
              <a:gd name="connsiteX3" fmla="*/ 2457394 w 3514524"/>
              <a:gd name="connsiteY3" fmla="*/ 0 h 3679941"/>
              <a:gd name="connsiteX0" fmla="*/ 0 w 3514524"/>
              <a:gd name="connsiteY0" fmla="*/ 2383643 h 2554630"/>
              <a:gd name="connsiteX1" fmla="*/ 2316802 w 3514524"/>
              <a:gd name="connsiteY1" fmla="*/ 2554630 h 2554630"/>
              <a:gd name="connsiteX2" fmla="*/ 3514524 w 3514524"/>
              <a:gd name="connsiteY2" fmla="*/ 408128 h 2554630"/>
              <a:gd name="connsiteX3" fmla="*/ 2457394 w 3514524"/>
              <a:gd name="connsiteY3" fmla="*/ 0 h 2554630"/>
              <a:gd name="connsiteX0" fmla="*/ 0 w 3819935"/>
              <a:gd name="connsiteY0" fmla="*/ 3995012 h 3995012"/>
              <a:gd name="connsiteX1" fmla="*/ 2622213 w 3819935"/>
              <a:gd name="connsiteY1" fmla="*/ 2554630 h 3995012"/>
              <a:gd name="connsiteX2" fmla="*/ 3819935 w 3819935"/>
              <a:gd name="connsiteY2" fmla="*/ 408128 h 3995012"/>
              <a:gd name="connsiteX3" fmla="*/ 2762805 w 3819935"/>
              <a:gd name="connsiteY3" fmla="*/ 0 h 3995012"/>
              <a:gd name="connsiteX0" fmla="*/ 0 w 3819935"/>
              <a:gd name="connsiteY0" fmla="*/ 3797454 h 3797454"/>
              <a:gd name="connsiteX1" fmla="*/ 2622213 w 3819935"/>
              <a:gd name="connsiteY1" fmla="*/ 2357072 h 3797454"/>
              <a:gd name="connsiteX2" fmla="*/ 3819935 w 3819935"/>
              <a:gd name="connsiteY2" fmla="*/ 210570 h 3797454"/>
              <a:gd name="connsiteX3" fmla="*/ 2614158 w 3819935"/>
              <a:gd name="connsiteY3" fmla="*/ 0 h 3797454"/>
              <a:gd name="connsiteX0" fmla="*/ 0 w 3448034"/>
              <a:gd name="connsiteY0" fmla="*/ 4214605 h 4214605"/>
              <a:gd name="connsiteX1" fmla="*/ 2250312 w 3448034"/>
              <a:gd name="connsiteY1" fmla="*/ 2357072 h 4214605"/>
              <a:gd name="connsiteX2" fmla="*/ 3448034 w 3448034"/>
              <a:gd name="connsiteY2" fmla="*/ 210570 h 4214605"/>
              <a:gd name="connsiteX3" fmla="*/ 2242257 w 3448034"/>
              <a:gd name="connsiteY3" fmla="*/ 0 h 4214605"/>
              <a:gd name="connsiteX0" fmla="*/ 0 w 3448034"/>
              <a:gd name="connsiteY0" fmla="*/ 4214605 h 4214605"/>
              <a:gd name="connsiteX1" fmla="*/ 2030430 w 3448034"/>
              <a:gd name="connsiteY1" fmla="*/ 2714647 h 4214605"/>
              <a:gd name="connsiteX2" fmla="*/ 3448034 w 3448034"/>
              <a:gd name="connsiteY2" fmla="*/ 210570 h 4214605"/>
              <a:gd name="connsiteX3" fmla="*/ 2242257 w 3448034"/>
              <a:gd name="connsiteY3" fmla="*/ 0 h 4214605"/>
              <a:gd name="connsiteX0" fmla="*/ 0 w 3919953"/>
              <a:gd name="connsiteY0" fmla="*/ 5571841 h 5571841"/>
              <a:gd name="connsiteX1" fmla="*/ 2502349 w 3919953"/>
              <a:gd name="connsiteY1" fmla="*/ 2714647 h 5571841"/>
              <a:gd name="connsiteX2" fmla="*/ 3919953 w 3919953"/>
              <a:gd name="connsiteY2" fmla="*/ 210570 h 5571841"/>
              <a:gd name="connsiteX3" fmla="*/ 2714176 w 3919953"/>
              <a:gd name="connsiteY3" fmla="*/ 0 h 5571841"/>
            </a:gdLst>
            <a:ahLst/>
            <a:cxnLst>
              <a:cxn ang="0">
                <a:pos x="connsiteX0" y="connsiteY0"/>
              </a:cxn>
              <a:cxn ang="0">
                <a:pos x="connsiteX1" y="connsiteY1"/>
              </a:cxn>
              <a:cxn ang="0">
                <a:pos x="connsiteX2" y="connsiteY2"/>
              </a:cxn>
              <a:cxn ang="0">
                <a:pos x="connsiteX3" y="connsiteY3"/>
              </a:cxn>
            </a:cxnLst>
            <a:rect l="l" t="t" r="r" b="b"/>
            <a:pathLst>
              <a:path w="3919953" h="5571841" extrusionOk="0">
                <a:moveTo>
                  <a:pt x="0" y="5571841"/>
                </a:moveTo>
                <a:lnTo>
                  <a:pt x="2502349" y="2714647"/>
                </a:lnTo>
                <a:lnTo>
                  <a:pt x="3919953" y="210570"/>
                </a:lnTo>
                <a:lnTo>
                  <a:pt x="2714176" y="0"/>
                </a:lnTo>
              </a:path>
            </a:pathLst>
          </a:custGeom>
          <a:solidFill>
            <a:srgbClr val="2C4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8" name="Полилиния 7"/>
          <p:cNvSpPr/>
          <p:nvPr userDrawn="1"/>
        </p:nvSpPr>
        <p:spPr bwMode="auto">
          <a:xfrm rot="11148061">
            <a:off x="1449637" y="-1965099"/>
            <a:ext cx="3269212" cy="3613798"/>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513197 w 2551022"/>
              <a:gd name="connsiteY0" fmla="*/ 0 h 3598113"/>
              <a:gd name="connsiteX1" fmla="*/ 0 w 2551022"/>
              <a:gd name="connsiteY1" fmla="*/ 2686632 h 3598113"/>
              <a:gd name="connsiteX2" fmla="*/ 2551022 w 2551022"/>
              <a:gd name="connsiteY2" fmla="*/ 3598113 h 3598113"/>
              <a:gd name="connsiteX3" fmla="*/ 2388996 w 2551022"/>
              <a:gd name="connsiteY3" fmla="*/ 244609 h 3598113"/>
              <a:gd name="connsiteX0" fmla="*/ 157108 w 1194933"/>
              <a:gd name="connsiteY0" fmla="*/ 0 h 4235603"/>
              <a:gd name="connsiteX1" fmla="*/ 0 w 1194933"/>
              <a:gd name="connsiteY1" fmla="*/ 4235603 h 4235603"/>
              <a:gd name="connsiteX2" fmla="*/ 1194933 w 1194933"/>
              <a:gd name="connsiteY2" fmla="*/ 3598113 h 4235603"/>
              <a:gd name="connsiteX3" fmla="*/ 1032907 w 1194933"/>
              <a:gd name="connsiteY3" fmla="*/ 244609 h 4235603"/>
              <a:gd name="connsiteX0" fmla="*/ 48814 w 1086639"/>
              <a:gd name="connsiteY0" fmla="*/ 0 h 3811893"/>
              <a:gd name="connsiteX1" fmla="*/ 0 w 1086639"/>
              <a:gd name="connsiteY1" fmla="*/ 3811893 h 3811893"/>
              <a:gd name="connsiteX2" fmla="*/ 1086639 w 1086639"/>
              <a:gd name="connsiteY2" fmla="*/ 3598113 h 3811893"/>
              <a:gd name="connsiteX3" fmla="*/ 924613 w 1086639"/>
              <a:gd name="connsiteY3" fmla="*/ 244609 h 3811893"/>
              <a:gd name="connsiteX0" fmla="*/ 138496 w 1176321"/>
              <a:gd name="connsiteY0" fmla="*/ 0 h 3976471"/>
              <a:gd name="connsiteX1" fmla="*/ 0 w 1176321"/>
              <a:gd name="connsiteY1" fmla="*/ 3976471 h 3976471"/>
              <a:gd name="connsiteX2" fmla="*/ 1176321 w 1176321"/>
              <a:gd name="connsiteY2" fmla="*/ 3598113 h 3976471"/>
              <a:gd name="connsiteX3" fmla="*/ 1014295 w 1176321"/>
              <a:gd name="connsiteY3" fmla="*/ 244609 h 3976471"/>
              <a:gd name="connsiteX0" fmla="*/ 477585 w 1176321"/>
              <a:gd name="connsiteY0" fmla="*/ 396618 h 3731862"/>
              <a:gd name="connsiteX1" fmla="*/ 0 w 1176321"/>
              <a:gd name="connsiteY1" fmla="*/ 3731862 h 3731862"/>
              <a:gd name="connsiteX2" fmla="*/ 1176321 w 1176321"/>
              <a:gd name="connsiteY2" fmla="*/ 3353504 h 3731862"/>
              <a:gd name="connsiteX3" fmla="*/ 1014295 w 1176321"/>
              <a:gd name="connsiteY3" fmla="*/ 0 h 3731862"/>
              <a:gd name="connsiteX0" fmla="*/ 477585 w 1403735"/>
              <a:gd name="connsiteY0" fmla="*/ 243513 h 3578757"/>
              <a:gd name="connsiteX1" fmla="*/ 0 w 1403735"/>
              <a:gd name="connsiteY1" fmla="*/ 3578757 h 3578757"/>
              <a:gd name="connsiteX2" fmla="*/ 1176321 w 1403735"/>
              <a:gd name="connsiteY2" fmla="*/ 3200399 h 3578757"/>
              <a:gd name="connsiteX3" fmla="*/ 1403735 w 1403735"/>
              <a:gd name="connsiteY3" fmla="*/ 0 h 3578757"/>
              <a:gd name="connsiteX0" fmla="*/ 477585 w 1403735"/>
              <a:gd name="connsiteY0" fmla="*/ 243513 h 3578757"/>
              <a:gd name="connsiteX1" fmla="*/ 0 w 1403735"/>
              <a:gd name="connsiteY1" fmla="*/ 3578757 h 3578757"/>
              <a:gd name="connsiteX2" fmla="*/ 1142051 w 1403735"/>
              <a:gd name="connsiteY2" fmla="*/ 3245211 h 3578757"/>
              <a:gd name="connsiteX3" fmla="*/ 1403735 w 1403735"/>
              <a:gd name="connsiteY3" fmla="*/ 0 h 3578757"/>
              <a:gd name="connsiteX0" fmla="*/ 477585 w 1403735"/>
              <a:gd name="connsiteY0" fmla="*/ 243513 h 3578757"/>
              <a:gd name="connsiteX1" fmla="*/ 0 w 1403735"/>
              <a:gd name="connsiteY1" fmla="*/ 3578757 h 3578757"/>
              <a:gd name="connsiteX2" fmla="*/ 1151052 w 1403735"/>
              <a:gd name="connsiteY2" fmla="*/ 3307035 h 3578757"/>
              <a:gd name="connsiteX3" fmla="*/ 1403735 w 1403735"/>
              <a:gd name="connsiteY3" fmla="*/ 0 h 3578757"/>
              <a:gd name="connsiteX0" fmla="*/ 0 w 5299938"/>
              <a:gd name="connsiteY0" fmla="*/ 0 h 3807290"/>
              <a:gd name="connsiteX1" fmla="*/ 3896203 w 5299938"/>
              <a:gd name="connsiteY1" fmla="*/ 3807290 h 3807290"/>
              <a:gd name="connsiteX2" fmla="*/ 5047255 w 5299938"/>
              <a:gd name="connsiteY2" fmla="*/ 3535568 h 3807290"/>
              <a:gd name="connsiteX3" fmla="*/ 5299938 w 5299938"/>
              <a:gd name="connsiteY3" fmla="*/ 228533 h 3807290"/>
              <a:gd name="connsiteX0" fmla="*/ 0 w 5047255"/>
              <a:gd name="connsiteY0" fmla="*/ 0 h 3807290"/>
              <a:gd name="connsiteX1" fmla="*/ 3896203 w 5047255"/>
              <a:gd name="connsiteY1" fmla="*/ 3807290 h 3807290"/>
              <a:gd name="connsiteX2" fmla="*/ 5047255 w 5047255"/>
              <a:gd name="connsiteY2" fmla="*/ 3535568 h 3807290"/>
              <a:gd name="connsiteX3" fmla="*/ 427071 w 5047255"/>
              <a:gd name="connsiteY3" fmla="*/ 211618 h 3807290"/>
              <a:gd name="connsiteX0" fmla="*/ 0 w 5229333"/>
              <a:gd name="connsiteY0" fmla="*/ 0 h 3807290"/>
              <a:gd name="connsiteX1" fmla="*/ 3896203 w 5229333"/>
              <a:gd name="connsiteY1" fmla="*/ 3807290 h 3807290"/>
              <a:gd name="connsiteX2" fmla="*/ 5229333 w 5229333"/>
              <a:gd name="connsiteY2" fmla="*/ 3353238 h 3807290"/>
              <a:gd name="connsiteX3" fmla="*/ 427071 w 5229333"/>
              <a:gd name="connsiteY3" fmla="*/ 211618 h 3807290"/>
              <a:gd name="connsiteX0" fmla="*/ 0 w 5229333"/>
              <a:gd name="connsiteY0" fmla="*/ 0 h 4402462"/>
              <a:gd name="connsiteX1" fmla="*/ 4462470 w 5229333"/>
              <a:gd name="connsiteY1" fmla="*/ 4402462 h 4402462"/>
              <a:gd name="connsiteX2" fmla="*/ 5229333 w 5229333"/>
              <a:gd name="connsiteY2" fmla="*/ 3353238 h 4402462"/>
              <a:gd name="connsiteX3" fmla="*/ 427071 w 5229333"/>
              <a:gd name="connsiteY3" fmla="*/ 211618 h 4402462"/>
              <a:gd name="connsiteX0" fmla="*/ 0 w 5261487"/>
              <a:gd name="connsiteY0" fmla="*/ 0 h 4402462"/>
              <a:gd name="connsiteX1" fmla="*/ 4462470 w 5261487"/>
              <a:gd name="connsiteY1" fmla="*/ 4402462 h 4402462"/>
              <a:gd name="connsiteX2" fmla="*/ 5261487 w 5261487"/>
              <a:gd name="connsiteY2" fmla="*/ 3578371 h 4402462"/>
              <a:gd name="connsiteX3" fmla="*/ 427071 w 5261487"/>
              <a:gd name="connsiteY3" fmla="*/ 211618 h 4402462"/>
              <a:gd name="connsiteX0" fmla="*/ 0 w 5350016"/>
              <a:gd name="connsiteY0" fmla="*/ 0 h 4402462"/>
              <a:gd name="connsiteX1" fmla="*/ 4462470 w 5350016"/>
              <a:gd name="connsiteY1" fmla="*/ 4402462 h 4402462"/>
              <a:gd name="connsiteX2" fmla="*/ 5350016 w 5350016"/>
              <a:gd name="connsiteY2" fmla="*/ 3439959 h 4402462"/>
              <a:gd name="connsiteX3" fmla="*/ 427071 w 5350016"/>
              <a:gd name="connsiteY3" fmla="*/ 211618 h 4402462"/>
              <a:gd name="connsiteX0" fmla="*/ 0 w 5350016"/>
              <a:gd name="connsiteY0" fmla="*/ 0 h 4416379"/>
              <a:gd name="connsiteX1" fmla="*/ 4463807 w 5350016"/>
              <a:gd name="connsiteY1" fmla="*/ 4416379 h 4416379"/>
              <a:gd name="connsiteX2" fmla="*/ 5350016 w 5350016"/>
              <a:gd name="connsiteY2" fmla="*/ 3439959 h 4416379"/>
              <a:gd name="connsiteX3" fmla="*/ 427071 w 5350016"/>
              <a:gd name="connsiteY3" fmla="*/ 211618 h 4416379"/>
              <a:gd name="connsiteX0" fmla="*/ 0 w 5350016"/>
              <a:gd name="connsiteY0" fmla="*/ 0 h 4416379"/>
              <a:gd name="connsiteX1" fmla="*/ 4463807 w 5350016"/>
              <a:gd name="connsiteY1" fmla="*/ 4416379 h 4416379"/>
              <a:gd name="connsiteX2" fmla="*/ 5350016 w 5350016"/>
              <a:gd name="connsiteY2" fmla="*/ 3439959 h 4416379"/>
              <a:gd name="connsiteX3" fmla="*/ 2413717 w 5350016"/>
              <a:gd name="connsiteY3" fmla="*/ 1489386 h 4416379"/>
              <a:gd name="connsiteX0" fmla="*/ 0 w 3706049"/>
              <a:gd name="connsiteY0" fmla="*/ 0 h 2957435"/>
              <a:gd name="connsiteX1" fmla="*/ 2819840 w 3706049"/>
              <a:gd name="connsiteY1" fmla="*/ 2957435 h 2957435"/>
              <a:gd name="connsiteX2" fmla="*/ 3706049 w 3706049"/>
              <a:gd name="connsiteY2" fmla="*/ 1981015 h 2957435"/>
              <a:gd name="connsiteX3" fmla="*/ 769750 w 3706049"/>
              <a:gd name="connsiteY3" fmla="*/ 30442 h 2957435"/>
              <a:gd name="connsiteX0" fmla="*/ 0 w 3706049"/>
              <a:gd name="connsiteY0" fmla="*/ 0 h 2957435"/>
              <a:gd name="connsiteX1" fmla="*/ 2819840 w 3706049"/>
              <a:gd name="connsiteY1" fmla="*/ 2957435 h 2957435"/>
              <a:gd name="connsiteX2" fmla="*/ 3706049 w 3706049"/>
              <a:gd name="connsiteY2" fmla="*/ 1981015 h 2957435"/>
              <a:gd name="connsiteX3" fmla="*/ 887452 w 3706049"/>
              <a:gd name="connsiteY3" fmla="*/ 153286 h 2957435"/>
              <a:gd name="connsiteX0" fmla="*/ 0 w 4066453"/>
              <a:gd name="connsiteY0" fmla="*/ 0 h 2957435"/>
              <a:gd name="connsiteX1" fmla="*/ 2819840 w 4066453"/>
              <a:gd name="connsiteY1" fmla="*/ 2957435 h 2957435"/>
              <a:gd name="connsiteX2" fmla="*/ 4066453 w 4066453"/>
              <a:gd name="connsiteY2" fmla="*/ 516058 h 2957435"/>
              <a:gd name="connsiteX3" fmla="*/ 887452 w 4066453"/>
              <a:gd name="connsiteY3" fmla="*/ 153286 h 2957435"/>
              <a:gd name="connsiteX0" fmla="*/ 0 w 4066453"/>
              <a:gd name="connsiteY0" fmla="*/ 0 h 1535675"/>
              <a:gd name="connsiteX1" fmla="*/ 3855332 w 4066453"/>
              <a:gd name="connsiteY1" fmla="*/ 1535675 h 1535675"/>
              <a:gd name="connsiteX2" fmla="*/ 4066453 w 4066453"/>
              <a:gd name="connsiteY2" fmla="*/ 516058 h 1535675"/>
              <a:gd name="connsiteX3" fmla="*/ 887452 w 4066453"/>
              <a:gd name="connsiteY3" fmla="*/ 153286 h 1535675"/>
              <a:gd name="connsiteX0" fmla="*/ 607260 w 3179001"/>
              <a:gd name="connsiteY0" fmla="*/ 2700589 h 2700589"/>
              <a:gd name="connsiteX1" fmla="*/ 2967880 w 3179001"/>
              <a:gd name="connsiteY1" fmla="*/ 1382389 h 2700589"/>
              <a:gd name="connsiteX2" fmla="*/ 3179001 w 3179001"/>
              <a:gd name="connsiteY2" fmla="*/ 362772 h 2700589"/>
              <a:gd name="connsiteX3" fmla="*/ 0 w 3179001"/>
              <a:gd name="connsiteY3" fmla="*/ 0 h 2700589"/>
              <a:gd name="connsiteX0" fmla="*/ 607260 w 3179001"/>
              <a:gd name="connsiteY0" fmla="*/ 2700589 h 2700589"/>
              <a:gd name="connsiteX1" fmla="*/ 1127907 w 3179001"/>
              <a:gd name="connsiteY1" fmla="*/ 2402432 h 2700589"/>
              <a:gd name="connsiteX2" fmla="*/ 2967880 w 3179001"/>
              <a:gd name="connsiteY2" fmla="*/ 1382389 h 2700589"/>
              <a:gd name="connsiteX3" fmla="*/ 3179001 w 3179001"/>
              <a:gd name="connsiteY3" fmla="*/ 362772 h 2700589"/>
              <a:gd name="connsiteX4" fmla="*/ 0 w 3179001"/>
              <a:gd name="connsiteY4" fmla="*/ 0 h 2700589"/>
              <a:gd name="connsiteX0" fmla="*/ 607260 w 3179001"/>
              <a:gd name="connsiteY0" fmla="*/ 2700589 h 2999499"/>
              <a:gd name="connsiteX1" fmla="*/ 2219456 w 3179001"/>
              <a:gd name="connsiteY1" fmla="*/ 2999499 h 2999499"/>
              <a:gd name="connsiteX2" fmla="*/ 2967880 w 3179001"/>
              <a:gd name="connsiteY2" fmla="*/ 1382389 h 2999499"/>
              <a:gd name="connsiteX3" fmla="*/ 3179001 w 3179001"/>
              <a:gd name="connsiteY3" fmla="*/ 362772 h 2999499"/>
              <a:gd name="connsiteX4" fmla="*/ 0 w 3179001"/>
              <a:gd name="connsiteY4" fmla="*/ 0 h 2999499"/>
              <a:gd name="connsiteX0" fmla="*/ 0 w 2571741"/>
              <a:gd name="connsiteY0" fmla="*/ 2337817 h 2636727"/>
              <a:gd name="connsiteX1" fmla="*/ 1612196 w 2571741"/>
              <a:gd name="connsiteY1" fmla="*/ 2636727 h 2636727"/>
              <a:gd name="connsiteX2" fmla="*/ 2360620 w 2571741"/>
              <a:gd name="connsiteY2" fmla="*/ 1019617 h 2636727"/>
              <a:gd name="connsiteX3" fmla="*/ 2571741 w 2571741"/>
              <a:gd name="connsiteY3" fmla="*/ 0 h 2636727"/>
              <a:gd name="connsiteX4" fmla="*/ 414275 w 2571741"/>
              <a:gd name="connsiteY4" fmla="*/ 278669 h 2636727"/>
              <a:gd name="connsiteX0" fmla="*/ 0 w 2571741"/>
              <a:gd name="connsiteY0" fmla="*/ 2337817 h 2337817"/>
              <a:gd name="connsiteX1" fmla="*/ 470690 w 2571741"/>
              <a:gd name="connsiteY1" fmla="*/ 1547923 h 2337817"/>
              <a:gd name="connsiteX2" fmla="*/ 2360620 w 2571741"/>
              <a:gd name="connsiteY2" fmla="*/ 1019617 h 2337817"/>
              <a:gd name="connsiteX3" fmla="*/ 2571741 w 2571741"/>
              <a:gd name="connsiteY3" fmla="*/ 0 h 2337817"/>
              <a:gd name="connsiteX4" fmla="*/ 414275 w 2571741"/>
              <a:gd name="connsiteY4" fmla="*/ 278669 h 2337817"/>
              <a:gd name="connsiteX0" fmla="*/ 0 w 3060908"/>
              <a:gd name="connsiteY0" fmla="*/ 1679553 h 1679553"/>
              <a:gd name="connsiteX1" fmla="*/ 959857 w 3060908"/>
              <a:gd name="connsiteY1" fmla="*/ 1547923 h 1679553"/>
              <a:gd name="connsiteX2" fmla="*/ 2849787 w 3060908"/>
              <a:gd name="connsiteY2" fmla="*/ 1019617 h 1679553"/>
              <a:gd name="connsiteX3" fmla="*/ 3060908 w 3060908"/>
              <a:gd name="connsiteY3" fmla="*/ 0 h 1679553"/>
              <a:gd name="connsiteX4" fmla="*/ 903442 w 3060908"/>
              <a:gd name="connsiteY4" fmla="*/ 278669 h 1679553"/>
              <a:gd name="connsiteX0" fmla="*/ 0 w 3060908"/>
              <a:gd name="connsiteY0" fmla="*/ 1679553 h 1679553"/>
              <a:gd name="connsiteX1" fmla="*/ 965710 w 3060908"/>
              <a:gd name="connsiteY1" fmla="*/ 1361023 h 1679553"/>
              <a:gd name="connsiteX2" fmla="*/ 2849787 w 3060908"/>
              <a:gd name="connsiteY2" fmla="*/ 1019617 h 1679553"/>
              <a:gd name="connsiteX3" fmla="*/ 3060908 w 3060908"/>
              <a:gd name="connsiteY3" fmla="*/ 0 h 1679553"/>
              <a:gd name="connsiteX4" fmla="*/ 903442 w 3060908"/>
              <a:gd name="connsiteY4" fmla="*/ 278669 h 1679553"/>
              <a:gd name="connsiteX0" fmla="*/ 0 w 3060908"/>
              <a:gd name="connsiteY0" fmla="*/ 1679553 h 1679553"/>
              <a:gd name="connsiteX1" fmla="*/ 2849787 w 3060908"/>
              <a:gd name="connsiteY1" fmla="*/ 1019617 h 1679553"/>
              <a:gd name="connsiteX2" fmla="*/ 3060908 w 3060908"/>
              <a:gd name="connsiteY2" fmla="*/ 0 h 1679553"/>
              <a:gd name="connsiteX3" fmla="*/ 903442 w 3060908"/>
              <a:gd name="connsiteY3" fmla="*/ 278669 h 1679553"/>
              <a:gd name="connsiteX0" fmla="*/ 215656 w 2157466"/>
              <a:gd name="connsiteY0" fmla="*/ 1814267 h 1814267"/>
              <a:gd name="connsiteX1" fmla="*/ 1946345 w 2157466"/>
              <a:gd name="connsiteY1" fmla="*/ 1019617 h 1814267"/>
              <a:gd name="connsiteX2" fmla="*/ 2157466 w 2157466"/>
              <a:gd name="connsiteY2" fmla="*/ 0 h 1814267"/>
              <a:gd name="connsiteX3" fmla="*/ 0 w 2157466"/>
              <a:gd name="connsiteY3" fmla="*/ 278669 h 1814267"/>
              <a:gd name="connsiteX0" fmla="*/ 37768 w 1979578"/>
              <a:gd name="connsiteY0" fmla="*/ 1814267 h 1814267"/>
              <a:gd name="connsiteX1" fmla="*/ 1768457 w 1979578"/>
              <a:gd name="connsiteY1" fmla="*/ 1019617 h 1814267"/>
              <a:gd name="connsiteX2" fmla="*/ 1979578 w 1979578"/>
              <a:gd name="connsiteY2" fmla="*/ 0 h 1814267"/>
              <a:gd name="connsiteX3" fmla="*/ 0 w 1979578"/>
              <a:gd name="connsiteY3" fmla="*/ 807093 h 1814267"/>
              <a:gd name="connsiteX0" fmla="*/ 0 w 2566047"/>
              <a:gd name="connsiteY0" fmla="*/ 4351957 h 4351957"/>
              <a:gd name="connsiteX1" fmla="*/ 1730689 w 2566047"/>
              <a:gd name="connsiteY1" fmla="*/ 3557307 h 4351957"/>
              <a:gd name="connsiteX2" fmla="*/ 1941810 w 2566047"/>
              <a:gd name="connsiteY2" fmla="*/ 2537690 h 4351957"/>
              <a:gd name="connsiteX3" fmla="*/ 2566047 w 2566047"/>
              <a:gd name="connsiteY3" fmla="*/ 0 h 4351957"/>
              <a:gd name="connsiteX0" fmla="*/ 0 w 1688656"/>
              <a:gd name="connsiteY0" fmla="*/ 2474287 h 3557307"/>
              <a:gd name="connsiteX1" fmla="*/ 853298 w 1688656"/>
              <a:gd name="connsiteY1" fmla="*/ 3557307 h 3557307"/>
              <a:gd name="connsiteX2" fmla="*/ 1064419 w 1688656"/>
              <a:gd name="connsiteY2" fmla="*/ 2537690 h 3557307"/>
              <a:gd name="connsiteX3" fmla="*/ 1688656 w 1688656"/>
              <a:gd name="connsiteY3" fmla="*/ 0 h 3557307"/>
              <a:gd name="connsiteX0" fmla="*/ 0 w 1688656"/>
              <a:gd name="connsiteY0" fmla="*/ 2474287 h 3557307"/>
              <a:gd name="connsiteX1" fmla="*/ 853298 w 1688656"/>
              <a:gd name="connsiteY1" fmla="*/ 3557307 h 3557307"/>
              <a:gd name="connsiteX2" fmla="*/ 1064419 w 1688656"/>
              <a:gd name="connsiteY2" fmla="*/ 2537690 h 3557307"/>
              <a:gd name="connsiteX3" fmla="*/ 1542595 w 1688656"/>
              <a:gd name="connsiteY3" fmla="*/ 743325 h 3557307"/>
              <a:gd name="connsiteX4" fmla="*/ 1688656 w 1688656"/>
              <a:gd name="connsiteY4" fmla="*/ 0 h 3557307"/>
              <a:gd name="connsiteX0" fmla="*/ 0 w 1688656"/>
              <a:gd name="connsiteY0" fmla="*/ 2474287 h 3557307"/>
              <a:gd name="connsiteX1" fmla="*/ 853298 w 1688656"/>
              <a:gd name="connsiteY1" fmla="*/ 3557307 h 3557307"/>
              <a:gd name="connsiteX2" fmla="*/ 1064419 w 1688656"/>
              <a:gd name="connsiteY2" fmla="*/ 2537690 h 3557307"/>
              <a:gd name="connsiteX3" fmla="*/ 783558 w 1688656"/>
              <a:gd name="connsiteY3" fmla="*/ 485088 h 3557307"/>
              <a:gd name="connsiteX4" fmla="*/ 1688656 w 1688656"/>
              <a:gd name="connsiteY4" fmla="*/ 0 h 3557307"/>
              <a:gd name="connsiteX0" fmla="*/ 0 w 2193953"/>
              <a:gd name="connsiteY0" fmla="*/ 2474287 h 3557307"/>
              <a:gd name="connsiteX1" fmla="*/ 853298 w 2193953"/>
              <a:gd name="connsiteY1" fmla="*/ 3557307 h 3557307"/>
              <a:gd name="connsiteX2" fmla="*/ 1064419 w 2193953"/>
              <a:gd name="connsiteY2" fmla="*/ 2537690 h 3557307"/>
              <a:gd name="connsiteX3" fmla="*/ 2193953 w 2193953"/>
              <a:gd name="connsiteY3" fmla="*/ 552946 h 3557307"/>
              <a:gd name="connsiteX4" fmla="*/ 1688656 w 2193953"/>
              <a:gd name="connsiteY4" fmla="*/ 0 h 3557307"/>
              <a:gd name="connsiteX0" fmla="*/ 0 w 2193953"/>
              <a:gd name="connsiteY0" fmla="*/ 2413749 h 3496769"/>
              <a:gd name="connsiteX1" fmla="*/ 853298 w 2193953"/>
              <a:gd name="connsiteY1" fmla="*/ 3496769 h 3496769"/>
              <a:gd name="connsiteX2" fmla="*/ 1064419 w 2193953"/>
              <a:gd name="connsiteY2" fmla="*/ 2477152 h 3496769"/>
              <a:gd name="connsiteX3" fmla="*/ 2193953 w 2193953"/>
              <a:gd name="connsiteY3" fmla="*/ 492408 h 3496769"/>
              <a:gd name="connsiteX4" fmla="*/ 726018 w 2193953"/>
              <a:gd name="connsiteY4" fmla="*/ 0 h 3496769"/>
              <a:gd name="connsiteX0" fmla="*/ 0 w 1670795"/>
              <a:gd name="connsiteY0" fmla="*/ 2413749 h 3496769"/>
              <a:gd name="connsiteX1" fmla="*/ 853298 w 1670795"/>
              <a:gd name="connsiteY1" fmla="*/ 3496769 h 3496769"/>
              <a:gd name="connsiteX2" fmla="*/ 1064419 w 1670795"/>
              <a:gd name="connsiteY2" fmla="*/ 2477152 h 3496769"/>
              <a:gd name="connsiteX3" fmla="*/ 1670795 w 1670795"/>
              <a:gd name="connsiteY3" fmla="*/ 110846 h 3496769"/>
              <a:gd name="connsiteX4" fmla="*/ 726018 w 1670795"/>
              <a:gd name="connsiteY4" fmla="*/ 0 h 3496769"/>
              <a:gd name="connsiteX0" fmla="*/ 305116 w 1975911"/>
              <a:gd name="connsiteY0" fmla="*/ 2905169 h 3988189"/>
              <a:gd name="connsiteX1" fmla="*/ 1158414 w 1975911"/>
              <a:gd name="connsiteY1" fmla="*/ 3988189 h 3988189"/>
              <a:gd name="connsiteX2" fmla="*/ 1369535 w 1975911"/>
              <a:gd name="connsiteY2" fmla="*/ 2968572 h 3988189"/>
              <a:gd name="connsiteX3" fmla="*/ 1975911 w 1975911"/>
              <a:gd name="connsiteY3" fmla="*/ 602266 h 3988189"/>
              <a:gd name="connsiteX4" fmla="*/ 0 w 1975911"/>
              <a:gd name="connsiteY4" fmla="*/ 0 h 3988189"/>
              <a:gd name="connsiteX0" fmla="*/ 305116 w 1715324"/>
              <a:gd name="connsiteY0" fmla="*/ 3034071 h 4117091"/>
              <a:gd name="connsiteX1" fmla="*/ 1158414 w 1715324"/>
              <a:gd name="connsiteY1" fmla="*/ 4117091 h 4117091"/>
              <a:gd name="connsiteX2" fmla="*/ 1369535 w 1715324"/>
              <a:gd name="connsiteY2" fmla="*/ 3097474 h 4117091"/>
              <a:gd name="connsiteX3" fmla="*/ 1715324 w 1715324"/>
              <a:gd name="connsiteY3" fmla="*/ 0 h 4117091"/>
              <a:gd name="connsiteX4" fmla="*/ 0 w 1715324"/>
              <a:gd name="connsiteY4" fmla="*/ 128902 h 4117091"/>
              <a:gd name="connsiteX0" fmla="*/ 12252 w 1422460"/>
              <a:gd name="connsiteY0" fmla="*/ 3034071 h 4117091"/>
              <a:gd name="connsiteX1" fmla="*/ 865550 w 1422460"/>
              <a:gd name="connsiteY1" fmla="*/ 4117091 h 4117091"/>
              <a:gd name="connsiteX2" fmla="*/ 1076671 w 1422460"/>
              <a:gd name="connsiteY2" fmla="*/ 3097474 h 4117091"/>
              <a:gd name="connsiteX3" fmla="*/ 1422460 w 1422460"/>
              <a:gd name="connsiteY3" fmla="*/ 0 h 4117091"/>
              <a:gd name="connsiteX4" fmla="*/ 0 w 1422460"/>
              <a:gd name="connsiteY4" fmla="*/ 1055517 h 4117091"/>
              <a:gd name="connsiteX0" fmla="*/ 0 w 1410208"/>
              <a:gd name="connsiteY0" fmla="*/ 3034071 h 4117091"/>
              <a:gd name="connsiteX1" fmla="*/ 853298 w 1410208"/>
              <a:gd name="connsiteY1" fmla="*/ 4117091 h 4117091"/>
              <a:gd name="connsiteX2" fmla="*/ 1064419 w 1410208"/>
              <a:gd name="connsiteY2" fmla="*/ 3097474 h 4117091"/>
              <a:gd name="connsiteX3" fmla="*/ 1410208 w 1410208"/>
              <a:gd name="connsiteY3" fmla="*/ 0 h 4117091"/>
              <a:gd name="connsiteX4" fmla="*/ 22841 w 1410208"/>
              <a:gd name="connsiteY4" fmla="*/ 2256728 h 4117091"/>
              <a:gd name="connsiteX0" fmla="*/ 0 w 1891295"/>
              <a:gd name="connsiteY0" fmla="*/ 2822119 h 3905139"/>
              <a:gd name="connsiteX1" fmla="*/ 853298 w 1891295"/>
              <a:gd name="connsiteY1" fmla="*/ 3905139 h 3905139"/>
              <a:gd name="connsiteX2" fmla="*/ 1064419 w 1891295"/>
              <a:gd name="connsiteY2" fmla="*/ 2885522 h 3905139"/>
              <a:gd name="connsiteX3" fmla="*/ 1891295 w 1891295"/>
              <a:gd name="connsiteY3" fmla="*/ 0 h 3905139"/>
              <a:gd name="connsiteX4" fmla="*/ 22841 w 1891295"/>
              <a:gd name="connsiteY4" fmla="*/ 2044776 h 3905139"/>
              <a:gd name="connsiteX0" fmla="*/ 0 w 1919702"/>
              <a:gd name="connsiteY0" fmla="*/ 3520543 h 4603563"/>
              <a:gd name="connsiteX1" fmla="*/ 853298 w 1919702"/>
              <a:gd name="connsiteY1" fmla="*/ 4603563 h 4603563"/>
              <a:gd name="connsiteX2" fmla="*/ 1064419 w 1919702"/>
              <a:gd name="connsiteY2" fmla="*/ 3583946 h 4603563"/>
              <a:gd name="connsiteX3" fmla="*/ 1919702 w 1919702"/>
              <a:gd name="connsiteY3" fmla="*/ 0 h 4603563"/>
              <a:gd name="connsiteX4" fmla="*/ 22841 w 1919702"/>
              <a:gd name="connsiteY4" fmla="*/ 2743200 h 4603563"/>
              <a:gd name="connsiteX0" fmla="*/ 0 w 2147497"/>
              <a:gd name="connsiteY0" fmla="*/ 4090181 h 4603563"/>
              <a:gd name="connsiteX1" fmla="*/ 1081093 w 2147497"/>
              <a:gd name="connsiteY1" fmla="*/ 4603563 h 4603563"/>
              <a:gd name="connsiteX2" fmla="*/ 1292214 w 2147497"/>
              <a:gd name="connsiteY2" fmla="*/ 3583946 h 4603563"/>
              <a:gd name="connsiteX3" fmla="*/ 2147497 w 2147497"/>
              <a:gd name="connsiteY3" fmla="*/ 0 h 4603563"/>
              <a:gd name="connsiteX4" fmla="*/ 250636 w 2147497"/>
              <a:gd name="connsiteY4" fmla="*/ 2743200 h 4603563"/>
              <a:gd name="connsiteX0" fmla="*/ 0 w 2147497"/>
              <a:gd name="connsiteY0" fmla="*/ 4090181 h 4706711"/>
              <a:gd name="connsiteX1" fmla="*/ 1166094 w 2147497"/>
              <a:gd name="connsiteY1" fmla="*/ 4706711 h 4706711"/>
              <a:gd name="connsiteX2" fmla="*/ 1292214 w 2147497"/>
              <a:gd name="connsiteY2" fmla="*/ 3583946 h 4706711"/>
              <a:gd name="connsiteX3" fmla="*/ 2147497 w 2147497"/>
              <a:gd name="connsiteY3" fmla="*/ 0 h 4706711"/>
              <a:gd name="connsiteX4" fmla="*/ 250636 w 2147497"/>
              <a:gd name="connsiteY4" fmla="*/ 2743200 h 4706711"/>
              <a:gd name="connsiteX0" fmla="*/ 0 w 2147497"/>
              <a:gd name="connsiteY0" fmla="*/ 4090181 h 4706711"/>
              <a:gd name="connsiteX1" fmla="*/ 1166094 w 2147497"/>
              <a:gd name="connsiteY1" fmla="*/ 4706711 h 4706711"/>
              <a:gd name="connsiteX2" fmla="*/ 2147497 w 2147497"/>
              <a:gd name="connsiteY2" fmla="*/ 0 h 4706711"/>
              <a:gd name="connsiteX3" fmla="*/ 250636 w 2147497"/>
              <a:gd name="connsiteY3" fmla="*/ 2743200 h 4706711"/>
              <a:gd name="connsiteX0" fmla="*/ 0 w 2147497"/>
              <a:gd name="connsiteY0" fmla="*/ 4090181 h 4706711"/>
              <a:gd name="connsiteX1" fmla="*/ 1166094 w 2147497"/>
              <a:gd name="connsiteY1" fmla="*/ 4706711 h 4706711"/>
              <a:gd name="connsiteX2" fmla="*/ 2147497 w 2147497"/>
              <a:gd name="connsiteY2" fmla="*/ 0 h 4706711"/>
              <a:gd name="connsiteX3" fmla="*/ 379423 w 2147497"/>
              <a:gd name="connsiteY3" fmla="*/ 2543811 h 4706711"/>
              <a:gd name="connsiteX0" fmla="*/ 0 w 1434722"/>
              <a:gd name="connsiteY0" fmla="*/ 2303758 h 2920288"/>
              <a:gd name="connsiteX1" fmla="*/ 1166094 w 1434722"/>
              <a:gd name="connsiteY1" fmla="*/ 2920288 h 2920288"/>
              <a:gd name="connsiteX2" fmla="*/ 1434722 w 1434722"/>
              <a:gd name="connsiteY2" fmla="*/ 0 h 2920288"/>
              <a:gd name="connsiteX3" fmla="*/ 379423 w 1434722"/>
              <a:gd name="connsiteY3" fmla="*/ 757388 h 2920288"/>
              <a:gd name="connsiteX0" fmla="*/ 0 w 3269212"/>
              <a:gd name="connsiteY0" fmla="*/ 1818477 h 2435007"/>
              <a:gd name="connsiteX1" fmla="*/ 1166094 w 3269212"/>
              <a:gd name="connsiteY1" fmla="*/ 2435007 h 2435007"/>
              <a:gd name="connsiteX2" fmla="*/ 3269212 w 3269212"/>
              <a:gd name="connsiteY2" fmla="*/ 0 h 2435007"/>
              <a:gd name="connsiteX3" fmla="*/ 379423 w 3269212"/>
              <a:gd name="connsiteY3" fmla="*/ 272107 h 2435007"/>
              <a:gd name="connsiteX0" fmla="*/ 0 w 3269212"/>
              <a:gd name="connsiteY0" fmla="*/ 1818477 h 2435007"/>
              <a:gd name="connsiteX1" fmla="*/ 1166094 w 3269212"/>
              <a:gd name="connsiteY1" fmla="*/ 2435007 h 2435007"/>
              <a:gd name="connsiteX2" fmla="*/ 3269212 w 3269212"/>
              <a:gd name="connsiteY2" fmla="*/ 0 h 2435007"/>
              <a:gd name="connsiteX3" fmla="*/ 1914780 w 3269212"/>
              <a:gd name="connsiteY3" fmla="*/ 248687 h 2435007"/>
              <a:gd name="connsiteX0" fmla="*/ 0 w 3269212"/>
              <a:gd name="connsiteY0" fmla="*/ 1954232 h 2570762"/>
              <a:gd name="connsiteX1" fmla="*/ 1166094 w 3269212"/>
              <a:gd name="connsiteY1" fmla="*/ 2570762 h 2570762"/>
              <a:gd name="connsiteX2" fmla="*/ 3269212 w 3269212"/>
              <a:gd name="connsiteY2" fmla="*/ 135755 h 2570762"/>
              <a:gd name="connsiteX3" fmla="*/ 2174134 w 3269212"/>
              <a:gd name="connsiteY3" fmla="*/ 0 h 2570762"/>
              <a:gd name="connsiteX0" fmla="*/ 0 w 3269212"/>
              <a:gd name="connsiteY0" fmla="*/ 2997268 h 3613798"/>
              <a:gd name="connsiteX1" fmla="*/ 1166094 w 3269212"/>
              <a:gd name="connsiteY1" fmla="*/ 3613798 h 3613798"/>
              <a:gd name="connsiteX2" fmla="*/ 3269212 w 3269212"/>
              <a:gd name="connsiteY2" fmla="*/ 1178791 h 3613798"/>
              <a:gd name="connsiteX3" fmla="*/ 3010641 w 3269212"/>
              <a:gd name="connsiteY3" fmla="*/ 0 h 3613798"/>
            </a:gdLst>
            <a:ahLst/>
            <a:cxnLst>
              <a:cxn ang="0">
                <a:pos x="connsiteX0" y="connsiteY0"/>
              </a:cxn>
              <a:cxn ang="0">
                <a:pos x="connsiteX1" y="connsiteY1"/>
              </a:cxn>
              <a:cxn ang="0">
                <a:pos x="connsiteX2" y="connsiteY2"/>
              </a:cxn>
              <a:cxn ang="0">
                <a:pos x="connsiteX3" y="connsiteY3"/>
              </a:cxn>
            </a:cxnLst>
            <a:rect l="l" t="t" r="r" b="b"/>
            <a:pathLst>
              <a:path w="3269212" h="3613798" extrusionOk="0">
                <a:moveTo>
                  <a:pt x="0" y="2997268"/>
                </a:moveTo>
                <a:lnTo>
                  <a:pt x="1166094" y="3613798"/>
                </a:lnTo>
                <a:lnTo>
                  <a:pt x="3269212" y="1178791"/>
                </a:lnTo>
                <a:lnTo>
                  <a:pt x="3010641" y="0"/>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9" name="Прямоугольник 12"/>
          <p:cNvSpPr/>
          <p:nvPr userDrawn="1"/>
        </p:nvSpPr>
        <p:spPr bwMode="auto">
          <a:xfrm rot="1629010">
            <a:off x="6933498" y="4983674"/>
            <a:ext cx="4011713" cy="1127767"/>
          </a:xfrm>
          <a:custGeom>
            <a:avLst/>
            <a:gdLst>
              <a:gd name="connsiteX0" fmla="*/ 0 w 5016500"/>
              <a:gd name="connsiteY0" fmla="*/ 0 h 1143000"/>
              <a:gd name="connsiteX1" fmla="*/ 5016500 w 5016500"/>
              <a:gd name="connsiteY1" fmla="*/ 0 h 1143000"/>
              <a:gd name="connsiteX2" fmla="*/ 5016500 w 5016500"/>
              <a:gd name="connsiteY2" fmla="*/ 1143000 h 1143000"/>
              <a:gd name="connsiteX3" fmla="*/ 0 w 5016500"/>
              <a:gd name="connsiteY3" fmla="*/ 1143000 h 1143000"/>
              <a:gd name="connsiteX4" fmla="*/ 0 w 5016500"/>
              <a:gd name="connsiteY4" fmla="*/ 0 h 1143000"/>
              <a:gd name="connsiteX0" fmla="*/ 0 w 5016500"/>
              <a:gd name="connsiteY0" fmla="*/ 0 h 1143000"/>
              <a:gd name="connsiteX1" fmla="*/ 2091391 w 5016500"/>
              <a:gd name="connsiteY1" fmla="*/ 1669 h 1143000"/>
              <a:gd name="connsiteX2" fmla="*/ 5016500 w 5016500"/>
              <a:gd name="connsiteY2" fmla="*/ 1143000 h 1143000"/>
              <a:gd name="connsiteX3" fmla="*/ 0 w 5016500"/>
              <a:gd name="connsiteY3" fmla="*/ 1143000 h 1143000"/>
              <a:gd name="connsiteX4" fmla="*/ 0 w 5016500"/>
              <a:gd name="connsiteY4" fmla="*/ 0 h 1143000"/>
              <a:gd name="connsiteX0" fmla="*/ 0 w 2591270"/>
              <a:gd name="connsiteY0" fmla="*/ 0 h 1143000"/>
              <a:gd name="connsiteX1" fmla="*/ 2091391 w 2591270"/>
              <a:gd name="connsiteY1" fmla="*/ 1669 h 1143000"/>
              <a:gd name="connsiteX2" fmla="*/ 2591270 w 2591270"/>
              <a:gd name="connsiteY2" fmla="*/ 382094 h 1143000"/>
              <a:gd name="connsiteX3" fmla="*/ 0 w 2591270"/>
              <a:gd name="connsiteY3" fmla="*/ 1143000 h 1143000"/>
              <a:gd name="connsiteX4" fmla="*/ 0 w 2591270"/>
              <a:gd name="connsiteY4" fmla="*/ 0 h 1143000"/>
              <a:gd name="connsiteX0" fmla="*/ 895842 w 2591270"/>
              <a:gd name="connsiteY0" fmla="*/ 0 h 1920981"/>
              <a:gd name="connsiteX1" fmla="*/ 2091391 w 2591270"/>
              <a:gd name="connsiteY1" fmla="*/ 779650 h 1920981"/>
              <a:gd name="connsiteX2" fmla="*/ 2591270 w 2591270"/>
              <a:gd name="connsiteY2" fmla="*/ 1160075 h 1920981"/>
              <a:gd name="connsiteX3" fmla="*/ 0 w 2591270"/>
              <a:gd name="connsiteY3" fmla="*/ 1920981 h 1920981"/>
              <a:gd name="connsiteX4" fmla="*/ 895842 w 2591270"/>
              <a:gd name="connsiteY4" fmla="*/ 0 h 1920981"/>
              <a:gd name="connsiteX0" fmla="*/ 0 w 1695428"/>
              <a:gd name="connsiteY0" fmla="*/ 0 h 1454893"/>
              <a:gd name="connsiteX1" fmla="*/ 1195549 w 1695428"/>
              <a:gd name="connsiteY1" fmla="*/ 779650 h 1454893"/>
              <a:gd name="connsiteX2" fmla="*/ 1695428 w 1695428"/>
              <a:gd name="connsiteY2" fmla="*/ 1160075 h 1454893"/>
              <a:gd name="connsiteX3" fmla="*/ 694317 w 1695428"/>
              <a:gd name="connsiteY3" fmla="*/ 1454893 h 1454893"/>
              <a:gd name="connsiteX4" fmla="*/ 0 w 1695428"/>
              <a:gd name="connsiteY4" fmla="*/ 0 h 1454893"/>
              <a:gd name="connsiteX0" fmla="*/ 0 w 4011713"/>
              <a:gd name="connsiteY0" fmla="*/ 0 h 1345408"/>
              <a:gd name="connsiteX1" fmla="*/ 3511834 w 4011713"/>
              <a:gd name="connsiteY1" fmla="*/ 670165 h 1345408"/>
              <a:gd name="connsiteX2" fmla="*/ 4011713 w 4011713"/>
              <a:gd name="connsiteY2" fmla="*/ 1050590 h 1345408"/>
              <a:gd name="connsiteX3" fmla="*/ 3010602 w 4011713"/>
              <a:gd name="connsiteY3" fmla="*/ 1345408 h 1345408"/>
              <a:gd name="connsiteX4" fmla="*/ 0 w 4011713"/>
              <a:gd name="connsiteY4" fmla="*/ 0 h 1345408"/>
              <a:gd name="connsiteX0" fmla="*/ 0 w 4011713"/>
              <a:gd name="connsiteY0" fmla="*/ 0 h 1050590"/>
              <a:gd name="connsiteX1" fmla="*/ 3511834 w 4011713"/>
              <a:gd name="connsiteY1" fmla="*/ 670165 h 1050590"/>
              <a:gd name="connsiteX2" fmla="*/ 4011713 w 4011713"/>
              <a:gd name="connsiteY2" fmla="*/ 1050590 h 1050590"/>
              <a:gd name="connsiteX3" fmla="*/ 970164 w 4011713"/>
              <a:gd name="connsiteY3" fmla="*/ 780584 h 1050590"/>
              <a:gd name="connsiteX4" fmla="*/ 0 w 4011713"/>
              <a:gd name="connsiteY4" fmla="*/ 0 h 1050590"/>
              <a:gd name="connsiteX0" fmla="*/ 0 w 4011713"/>
              <a:gd name="connsiteY0" fmla="*/ 0 h 1127767"/>
              <a:gd name="connsiteX1" fmla="*/ 3511834 w 4011713"/>
              <a:gd name="connsiteY1" fmla="*/ 670165 h 1127767"/>
              <a:gd name="connsiteX2" fmla="*/ 4011713 w 4011713"/>
              <a:gd name="connsiteY2" fmla="*/ 1050590 h 1127767"/>
              <a:gd name="connsiteX3" fmla="*/ 2237193 w 4011713"/>
              <a:gd name="connsiteY3" fmla="*/ 1127767 h 1127767"/>
              <a:gd name="connsiteX4" fmla="*/ 0 w 4011713"/>
              <a:gd name="connsiteY4" fmla="*/ 0 h 1127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1713" h="1127767" extrusionOk="0">
                <a:moveTo>
                  <a:pt x="0" y="0"/>
                </a:moveTo>
                <a:lnTo>
                  <a:pt x="3511834" y="670165"/>
                </a:lnTo>
                <a:lnTo>
                  <a:pt x="4011713" y="1050590"/>
                </a:lnTo>
                <a:lnTo>
                  <a:pt x="2237193" y="1127767"/>
                </a:lnTo>
                <a:lnTo>
                  <a:pt x="0" y="0"/>
                </a:lnTo>
                <a:close/>
              </a:path>
            </a:pathLst>
          </a:custGeom>
          <a:solidFill>
            <a:srgbClr val="2C4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0" name="Треугольник 9"/>
          <p:cNvSpPr/>
          <p:nvPr userDrawn="1"/>
        </p:nvSpPr>
        <p:spPr bwMode="auto">
          <a:xfrm rot="21212844">
            <a:off x="10350016" y="6275457"/>
            <a:ext cx="791183" cy="2183392"/>
          </a:xfrm>
          <a:prstGeom prst="triangle">
            <a:avLst>
              <a:gd name="adj" fmla="val 0"/>
            </a:avLst>
          </a:pr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1" name="Треугольник 16"/>
          <p:cNvSpPr/>
          <p:nvPr userDrawn="1"/>
        </p:nvSpPr>
        <p:spPr bwMode="auto">
          <a:xfrm rot="21228102">
            <a:off x="10591764" y="6494113"/>
            <a:ext cx="1227704" cy="4933244"/>
          </a:xfrm>
          <a:custGeom>
            <a:avLst/>
            <a:gdLst>
              <a:gd name="connsiteX0" fmla="*/ 0 w 1093154"/>
              <a:gd name="connsiteY0" fmla="*/ 4970981 h 4970981"/>
              <a:gd name="connsiteX1" fmla="*/ 26881 w 1093154"/>
              <a:gd name="connsiteY1" fmla="*/ 0 h 4970981"/>
              <a:gd name="connsiteX2" fmla="*/ 1093154 w 1093154"/>
              <a:gd name="connsiteY2" fmla="*/ 4970981 h 4970981"/>
              <a:gd name="connsiteX3" fmla="*/ 0 w 1093154"/>
              <a:gd name="connsiteY3" fmla="*/ 4970981 h 4970981"/>
              <a:gd name="connsiteX0" fmla="*/ 176203 w 1066273"/>
              <a:gd name="connsiteY0" fmla="*/ 4577328 h 4970981"/>
              <a:gd name="connsiteX1" fmla="*/ 0 w 1066273"/>
              <a:gd name="connsiteY1" fmla="*/ 0 h 4970981"/>
              <a:gd name="connsiteX2" fmla="*/ 1066273 w 1066273"/>
              <a:gd name="connsiteY2" fmla="*/ 4970981 h 4970981"/>
              <a:gd name="connsiteX3" fmla="*/ 176203 w 1066273"/>
              <a:gd name="connsiteY3" fmla="*/ 4577328 h 4970981"/>
              <a:gd name="connsiteX0" fmla="*/ 176203 w 1227704"/>
              <a:gd name="connsiteY0" fmla="*/ 4577328 h 4933244"/>
              <a:gd name="connsiteX1" fmla="*/ 0 w 1227704"/>
              <a:gd name="connsiteY1" fmla="*/ 0 h 4933244"/>
              <a:gd name="connsiteX2" fmla="*/ 1227704 w 1227704"/>
              <a:gd name="connsiteY2" fmla="*/ 4933244 h 4933244"/>
              <a:gd name="connsiteX3" fmla="*/ 176203 w 1227704"/>
              <a:gd name="connsiteY3" fmla="*/ 4577328 h 4933244"/>
            </a:gdLst>
            <a:ahLst/>
            <a:cxnLst>
              <a:cxn ang="0">
                <a:pos x="connsiteX0" y="connsiteY0"/>
              </a:cxn>
              <a:cxn ang="0">
                <a:pos x="connsiteX1" y="connsiteY1"/>
              </a:cxn>
              <a:cxn ang="0">
                <a:pos x="connsiteX2" y="connsiteY2"/>
              </a:cxn>
              <a:cxn ang="0">
                <a:pos x="connsiteX3" y="connsiteY3"/>
              </a:cxn>
            </a:cxnLst>
            <a:rect l="l" t="t" r="r" b="b"/>
            <a:pathLst>
              <a:path w="1227704" h="4933244" extrusionOk="0">
                <a:moveTo>
                  <a:pt x="176203" y="4577328"/>
                </a:moveTo>
                <a:lnTo>
                  <a:pt x="0" y="0"/>
                </a:lnTo>
                <a:lnTo>
                  <a:pt x="1227704" y="4933244"/>
                </a:lnTo>
                <a:lnTo>
                  <a:pt x="176203" y="4577328"/>
                </a:lnTo>
                <a:close/>
              </a:path>
            </a:pathLst>
          </a:custGeom>
          <a:noFill/>
          <a:ln w="317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2" name="Полилиния 11"/>
          <p:cNvSpPr/>
          <p:nvPr userDrawn="1"/>
        </p:nvSpPr>
        <p:spPr bwMode="auto">
          <a:xfrm rot="16993389">
            <a:off x="6114377" y="2653311"/>
            <a:ext cx="3432599" cy="2992392"/>
          </a:xfrm>
          <a:custGeom>
            <a:avLst/>
            <a:gdLst>
              <a:gd name="connsiteX0" fmla="*/ 3030583 w 3030583"/>
              <a:gd name="connsiteY0" fmla="*/ 0 h 4789714"/>
              <a:gd name="connsiteX1" fmla="*/ 0 w 3030583"/>
              <a:gd name="connsiteY1" fmla="*/ 3762103 h 4789714"/>
              <a:gd name="connsiteX2" fmla="*/ 548640 w 3030583"/>
              <a:gd name="connsiteY2" fmla="*/ 4789714 h 4789714"/>
              <a:gd name="connsiteX3" fmla="*/ 2429692 w 3030583"/>
              <a:gd name="connsiteY3" fmla="*/ 1332411 h 4789714"/>
              <a:gd name="connsiteX0" fmla="*/ 3030583 w 3885176"/>
              <a:gd name="connsiteY0" fmla="*/ 0 h 4789714"/>
              <a:gd name="connsiteX1" fmla="*/ 0 w 3885176"/>
              <a:gd name="connsiteY1" fmla="*/ 3762103 h 4789714"/>
              <a:gd name="connsiteX2" fmla="*/ 548640 w 3885176"/>
              <a:gd name="connsiteY2" fmla="*/ 4789714 h 4789714"/>
              <a:gd name="connsiteX3" fmla="*/ 3885176 w 3885176"/>
              <a:gd name="connsiteY3" fmla="*/ 160637 h 4789714"/>
              <a:gd name="connsiteX0" fmla="*/ 3030583 w 3923544"/>
              <a:gd name="connsiteY0" fmla="*/ 0 h 4789714"/>
              <a:gd name="connsiteX1" fmla="*/ 0 w 3923544"/>
              <a:gd name="connsiteY1" fmla="*/ 3762103 h 4789714"/>
              <a:gd name="connsiteX2" fmla="*/ 548640 w 3923544"/>
              <a:gd name="connsiteY2" fmla="*/ 4789714 h 4789714"/>
              <a:gd name="connsiteX3" fmla="*/ 3923544 w 3923544"/>
              <a:gd name="connsiteY3" fmla="*/ 188004 h 4789714"/>
              <a:gd name="connsiteX0" fmla="*/ 3030583 w 3912542"/>
              <a:gd name="connsiteY0" fmla="*/ 0 h 4789714"/>
              <a:gd name="connsiteX1" fmla="*/ 0 w 3912542"/>
              <a:gd name="connsiteY1" fmla="*/ 3762103 h 4789714"/>
              <a:gd name="connsiteX2" fmla="*/ 548640 w 3912542"/>
              <a:gd name="connsiteY2" fmla="*/ 4789714 h 4789714"/>
              <a:gd name="connsiteX3" fmla="*/ 3912542 w 3912542"/>
              <a:gd name="connsiteY3" fmla="*/ 122270 h 4789714"/>
              <a:gd name="connsiteX0" fmla="*/ 3030583 w 3938664"/>
              <a:gd name="connsiteY0" fmla="*/ 0 h 4789714"/>
              <a:gd name="connsiteX1" fmla="*/ 0 w 3938664"/>
              <a:gd name="connsiteY1" fmla="*/ 3762103 h 4789714"/>
              <a:gd name="connsiteX2" fmla="*/ 548640 w 3938664"/>
              <a:gd name="connsiteY2" fmla="*/ 4789714 h 4789714"/>
              <a:gd name="connsiteX3" fmla="*/ 3938664 w 3938664"/>
              <a:gd name="connsiteY3" fmla="*/ 162495 h 4789714"/>
              <a:gd name="connsiteX0" fmla="*/ 2481943 w 3390024"/>
              <a:gd name="connsiteY0" fmla="*/ 0 h 4789714"/>
              <a:gd name="connsiteX1" fmla="*/ 1001028 w 3390024"/>
              <a:gd name="connsiteY1" fmla="*/ 2604518 h 4789714"/>
              <a:gd name="connsiteX2" fmla="*/ 0 w 3390024"/>
              <a:gd name="connsiteY2" fmla="*/ 4789714 h 4789714"/>
              <a:gd name="connsiteX3" fmla="*/ 3390024 w 3390024"/>
              <a:gd name="connsiteY3" fmla="*/ 162495 h 4789714"/>
              <a:gd name="connsiteX0" fmla="*/ 1480915 w 2388996"/>
              <a:gd name="connsiteY0" fmla="*/ 0 h 3694903"/>
              <a:gd name="connsiteX1" fmla="*/ 0 w 2388996"/>
              <a:gd name="connsiteY1" fmla="*/ 2604518 h 3694903"/>
              <a:gd name="connsiteX2" fmla="*/ 1015223 w 2388996"/>
              <a:gd name="connsiteY2" fmla="*/ 3694903 h 3694903"/>
              <a:gd name="connsiteX3" fmla="*/ 2388996 w 2388996"/>
              <a:gd name="connsiteY3" fmla="*/ 162495 h 3694903"/>
              <a:gd name="connsiteX0" fmla="*/ 1517727 w 2388996"/>
              <a:gd name="connsiteY0" fmla="*/ 0 h 3766618"/>
              <a:gd name="connsiteX1" fmla="*/ 0 w 2388996"/>
              <a:gd name="connsiteY1" fmla="*/ 2676233 h 3766618"/>
              <a:gd name="connsiteX2" fmla="*/ 1015223 w 2388996"/>
              <a:gd name="connsiteY2" fmla="*/ 3766618 h 3766618"/>
              <a:gd name="connsiteX3" fmla="*/ 2388996 w 2388996"/>
              <a:gd name="connsiteY3" fmla="*/ 234210 h 3766618"/>
              <a:gd name="connsiteX0" fmla="*/ 1513197 w 2388996"/>
              <a:gd name="connsiteY0" fmla="*/ 0 h 3777017"/>
              <a:gd name="connsiteX1" fmla="*/ 0 w 2388996"/>
              <a:gd name="connsiteY1" fmla="*/ 2686632 h 3777017"/>
              <a:gd name="connsiteX2" fmla="*/ 1015223 w 2388996"/>
              <a:gd name="connsiteY2" fmla="*/ 3777017 h 3777017"/>
              <a:gd name="connsiteX3" fmla="*/ 2388996 w 2388996"/>
              <a:gd name="connsiteY3" fmla="*/ 244609 h 3777017"/>
              <a:gd name="connsiteX0" fmla="*/ 1513197 w 2551022"/>
              <a:gd name="connsiteY0" fmla="*/ 0 h 3598113"/>
              <a:gd name="connsiteX1" fmla="*/ 0 w 2551022"/>
              <a:gd name="connsiteY1" fmla="*/ 2686632 h 3598113"/>
              <a:gd name="connsiteX2" fmla="*/ 2551022 w 2551022"/>
              <a:gd name="connsiteY2" fmla="*/ 3598113 h 3598113"/>
              <a:gd name="connsiteX3" fmla="*/ 2388996 w 2551022"/>
              <a:gd name="connsiteY3" fmla="*/ 244609 h 3598113"/>
              <a:gd name="connsiteX0" fmla="*/ 157108 w 1194933"/>
              <a:gd name="connsiteY0" fmla="*/ 0 h 4235603"/>
              <a:gd name="connsiteX1" fmla="*/ 0 w 1194933"/>
              <a:gd name="connsiteY1" fmla="*/ 4235603 h 4235603"/>
              <a:gd name="connsiteX2" fmla="*/ 1194933 w 1194933"/>
              <a:gd name="connsiteY2" fmla="*/ 3598113 h 4235603"/>
              <a:gd name="connsiteX3" fmla="*/ 1032907 w 1194933"/>
              <a:gd name="connsiteY3" fmla="*/ 244609 h 4235603"/>
              <a:gd name="connsiteX0" fmla="*/ 48814 w 1086639"/>
              <a:gd name="connsiteY0" fmla="*/ 0 h 3811893"/>
              <a:gd name="connsiteX1" fmla="*/ 0 w 1086639"/>
              <a:gd name="connsiteY1" fmla="*/ 3811893 h 3811893"/>
              <a:gd name="connsiteX2" fmla="*/ 1086639 w 1086639"/>
              <a:gd name="connsiteY2" fmla="*/ 3598113 h 3811893"/>
              <a:gd name="connsiteX3" fmla="*/ 924613 w 1086639"/>
              <a:gd name="connsiteY3" fmla="*/ 244609 h 3811893"/>
              <a:gd name="connsiteX0" fmla="*/ 138496 w 1176321"/>
              <a:gd name="connsiteY0" fmla="*/ 0 h 3976471"/>
              <a:gd name="connsiteX1" fmla="*/ 0 w 1176321"/>
              <a:gd name="connsiteY1" fmla="*/ 3976471 h 3976471"/>
              <a:gd name="connsiteX2" fmla="*/ 1176321 w 1176321"/>
              <a:gd name="connsiteY2" fmla="*/ 3598113 h 3976471"/>
              <a:gd name="connsiteX3" fmla="*/ 1014295 w 1176321"/>
              <a:gd name="connsiteY3" fmla="*/ 244609 h 3976471"/>
              <a:gd name="connsiteX0" fmla="*/ 477585 w 1176321"/>
              <a:gd name="connsiteY0" fmla="*/ 396618 h 3731862"/>
              <a:gd name="connsiteX1" fmla="*/ 0 w 1176321"/>
              <a:gd name="connsiteY1" fmla="*/ 3731862 h 3731862"/>
              <a:gd name="connsiteX2" fmla="*/ 1176321 w 1176321"/>
              <a:gd name="connsiteY2" fmla="*/ 3353504 h 3731862"/>
              <a:gd name="connsiteX3" fmla="*/ 1014295 w 1176321"/>
              <a:gd name="connsiteY3" fmla="*/ 0 h 3731862"/>
              <a:gd name="connsiteX0" fmla="*/ 477585 w 1403735"/>
              <a:gd name="connsiteY0" fmla="*/ 243513 h 3578757"/>
              <a:gd name="connsiteX1" fmla="*/ 0 w 1403735"/>
              <a:gd name="connsiteY1" fmla="*/ 3578757 h 3578757"/>
              <a:gd name="connsiteX2" fmla="*/ 1176321 w 1403735"/>
              <a:gd name="connsiteY2" fmla="*/ 3200399 h 3578757"/>
              <a:gd name="connsiteX3" fmla="*/ 1403735 w 1403735"/>
              <a:gd name="connsiteY3" fmla="*/ 0 h 3578757"/>
              <a:gd name="connsiteX0" fmla="*/ 477585 w 1403735"/>
              <a:gd name="connsiteY0" fmla="*/ 243513 h 3578757"/>
              <a:gd name="connsiteX1" fmla="*/ 0 w 1403735"/>
              <a:gd name="connsiteY1" fmla="*/ 3578757 h 3578757"/>
              <a:gd name="connsiteX2" fmla="*/ 1142051 w 1403735"/>
              <a:gd name="connsiteY2" fmla="*/ 3245211 h 3578757"/>
              <a:gd name="connsiteX3" fmla="*/ 1403735 w 1403735"/>
              <a:gd name="connsiteY3" fmla="*/ 0 h 3578757"/>
              <a:gd name="connsiteX0" fmla="*/ 477585 w 1403735"/>
              <a:gd name="connsiteY0" fmla="*/ 243513 h 3578757"/>
              <a:gd name="connsiteX1" fmla="*/ 0 w 1403735"/>
              <a:gd name="connsiteY1" fmla="*/ 3578757 h 3578757"/>
              <a:gd name="connsiteX2" fmla="*/ 1151052 w 1403735"/>
              <a:gd name="connsiteY2" fmla="*/ 3307035 h 3578757"/>
              <a:gd name="connsiteX3" fmla="*/ 1403735 w 1403735"/>
              <a:gd name="connsiteY3" fmla="*/ 0 h 3578757"/>
              <a:gd name="connsiteX0" fmla="*/ 0 w 5299938"/>
              <a:gd name="connsiteY0" fmla="*/ 0 h 3807290"/>
              <a:gd name="connsiteX1" fmla="*/ 3896203 w 5299938"/>
              <a:gd name="connsiteY1" fmla="*/ 3807290 h 3807290"/>
              <a:gd name="connsiteX2" fmla="*/ 5047255 w 5299938"/>
              <a:gd name="connsiteY2" fmla="*/ 3535568 h 3807290"/>
              <a:gd name="connsiteX3" fmla="*/ 5299938 w 5299938"/>
              <a:gd name="connsiteY3" fmla="*/ 228533 h 3807290"/>
              <a:gd name="connsiteX0" fmla="*/ 0 w 5047255"/>
              <a:gd name="connsiteY0" fmla="*/ 0 h 3807290"/>
              <a:gd name="connsiteX1" fmla="*/ 3896203 w 5047255"/>
              <a:gd name="connsiteY1" fmla="*/ 3807290 h 3807290"/>
              <a:gd name="connsiteX2" fmla="*/ 5047255 w 5047255"/>
              <a:gd name="connsiteY2" fmla="*/ 3535568 h 3807290"/>
              <a:gd name="connsiteX3" fmla="*/ 427071 w 5047255"/>
              <a:gd name="connsiteY3" fmla="*/ 211618 h 3807290"/>
              <a:gd name="connsiteX0" fmla="*/ 0 w 5229333"/>
              <a:gd name="connsiteY0" fmla="*/ 0 h 3807290"/>
              <a:gd name="connsiteX1" fmla="*/ 3896203 w 5229333"/>
              <a:gd name="connsiteY1" fmla="*/ 3807290 h 3807290"/>
              <a:gd name="connsiteX2" fmla="*/ 5229333 w 5229333"/>
              <a:gd name="connsiteY2" fmla="*/ 3353238 h 3807290"/>
              <a:gd name="connsiteX3" fmla="*/ 427071 w 5229333"/>
              <a:gd name="connsiteY3" fmla="*/ 211618 h 3807290"/>
              <a:gd name="connsiteX0" fmla="*/ 0 w 5229333"/>
              <a:gd name="connsiteY0" fmla="*/ 0 h 4402462"/>
              <a:gd name="connsiteX1" fmla="*/ 4462470 w 5229333"/>
              <a:gd name="connsiteY1" fmla="*/ 4402462 h 4402462"/>
              <a:gd name="connsiteX2" fmla="*/ 5229333 w 5229333"/>
              <a:gd name="connsiteY2" fmla="*/ 3353238 h 4402462"/>
              <a:gd name="connsiteX3" fmla="*/ 427071 w 5229333"/>
              <a:gd name="connsiteY3" fmla="*/ 211618 h 4402462"/>
              <a:gd name="connsiteX0" fmla="*/ 0 w 5261487"/>
              <a:gd name="connsiteY0" fmla="*/ 0 h 4402462"/>
              <a:gd name="connsiteX1" fmla="*/ 4462470 w 5261487"/>
              <a:gd name="connsiteY1" fmla="*/ 4402462 h 4402462"/>
              <a:gd name="connsiteX2" fmla="*/ 5261487 w 5261487"/>
              <a:gd name="connsiteY2" fmla="*/ 3578371 h 4402462"/>
              <a:gd name="connsiteX3" fmla="*/ 427071 w 5261487"/>
              <a:gd name="connsiteY3" fmla="*/ 211618 h 4402462"/>
              <a:gd name="connsiteX0" fmla="*/ 0 w 5350016"/>
              <a:gd name="connsiteY0" fmla="*/ 0 h 4402462"/>
              <a:gd name="connsiteX1" fmla="*/ 4462470 w 5350016"/>
              <a:gd name="connsiteY1" fmla="*/ 4402462 h 4402462"/>
              <a:gd name="connsiteX2" fmla="*/ 5350016 w 5350016"/>
              <a:gd name="connsiteY2" fmla="*/ 3439959 h 4402462"/>
              <a:gd name="connsiteX3" fmla="*/ 427071 w 5350016"/>
              <a:gd name="connsiteY3" fmla="*/ 211618 h 4402462"/>
              <a:gd name="connsiteX0" fmla="*/ 0 w 5350016"/>
              <a:gd name="connsiteY0" fmla="*/ 0 h 4416379"/>
              <a:gd name="connsiteX1" fmla="*/ 4463807 w 5350016"/>
              <a:gd name="connsiteY1" fmla="*/ 4416379 h 4416379"/>
              <a:gd name="connsiteX2" fmla="*/ 5350016 w 5350016"/>
              <a:gd name="connsiteY2" fmla="*/ 3439959 h 4416379"/>
              <a:gd name="connsiteX3" fmla="*/ 427071 w 5350016"/>
              <a:gd name="connsiteY3" fmla="*/ 211618 h 4416379"/>
              <a:gd name="connsiteX0" fmla="*/ 0 w 5350016"/>
              <a:gd name="connsiteY0" fmla="*/ 0 h 4416379"/>
              <a:gd name="connsiteX1" fmla="*/ 4463807 w 5350016"/>
              <a:gd name="connsiteY1" fmla="*/ 4416379 h 4416379"/>
              <a:gd name="connsiteX2" fmla="*/ 5350016 w 5350016"/>
              <a:gd name="connsiteY2" fmla="*/ 3439959 h 4416379"/>
              <a:gd name="connsiteX3" fmla="*/ 2413717 w 5350016"/>
              <a:gd name="connsiteY3" fmla="*/ 1489386 h 4416379"/>
              <a:gd name="connsiteX0" fmla="*/ 0 w 3706049"/>
              <a:gd name="connsiteY0" fmla="*/ 0 h 2957435"/>
              <a:gd name="connsiteX1" fmla="*/ 2819840 w 3706049"/>
              <a:gd name="connsiteY1" fmla="*/ 2957435 h 2957435"/>
              <a:gd name="connsiteX2" fmla="*/ 3706049 w 3706049"/>
              <a:gd name="connsiteY2" fmla="*/ 1981015 h 2957435"/>
              <a:gd name="connsiteX3" fmla="*/ 769750 w 3706049"/>
              <a:gd name="connsiteY3" fmla="*/ 30442 h 2957435"/>
              <a:gd name="connsiteX0" fmla="*/ 0 w 3706049"/>
              <a:gd name="connsiteY0" fmla="*/ 0 h 2957435"/>
              <a:gd name="connsiteX1" fmla="*/ 2819840 w 3706049"/>
              <a:gd name="connsiteY1" fmla="*/ 2957435 h 2957435"/>
              <a:gd name="connsiteX2" fmla="*/ 3706049 w 3706049"/>
              <a:gd name="connsiteY2" fmla="*/ 1981015 h 2957435"/>
              <a:gd name="connsiteX3" fmla="*/ 887452 w 3706049"/>
              <a:gd name="connsiteY3" fmla="*/ 153286 h 2957435"/>
              <a:gd name="connsiteX0" fmla="*/ 0 w 4066453"/>
              <a:gd name="connsiteY0" fmla="*/ 0 h 2957435"/>
              <a:gd name="connsiteX1" fmla="*/ 2819840 w 4066453"/>
              <a:gd name="connsiteY1" fmla="*/ 2957435 h 2957435"/>
              <a:gd name="connsiteX2" fmla="*/ 4066453 w 4066453"/>
              <a:gd name="connsiteY2" fmla="*/ 516058 h 2957435"/>
              <a:gd name="connsiteX3" fmla="*/ 887452 w 4066453"/>
              <a:gd name="connsiteY3" fmla="*/ 153286 h 2957435"/>
              <a:gd name="connsiteX0" fmla="*/ 0 w 4066453"/>
              <a:gd name="connsiteY0" fmla="*/ 0 h 1535675"/>
              <a:gd name="connsiteX1" fmla="*/ 3855332 w 4066453"/>
              <a:gd name="connsiteY1" fmla="*/ 1535675 h 1535675"/>
              <a:gd name="connsiteX2" fmla="*/ 4066453 w 4066453"/>
              <a:gd name="connsiteY2" fmla="*/ 516058 h 1535675"/>
              <a:gd name="connsiteX3" fmla="*/ 887452 w 4066453"/>
              <a:gd name="connsiteY3" fmla="*/ 153286 h 1535675"/>
              <a:gd name="connsiteX0" fmla="*/ 607260 w 3179001"/>
              <a:gd name="connsiteY0" fmla="*/ 2700589 h 2700589"/>
              <a:gd name="connsiteX1" fmla="*/ 2967880 w 3179001"/>
              <a:gd name="connsiteY1" fmla="*/ 1382389 h 2700589"/>
              <a:gd name="connsiteX2" fmla="*/ 3179001 w 3179001"/>
              <a:gd name="connsiteY2" fmla="*/ 362772 h 2700589"/>
              <a:gd name="connsiteX3" fmla="*/ 0 w 3179001"/>
              <a:gd name="connsiteY3" fmla="*/ 0 h 2700589"/>
              <a:gd name="connsiteX0" fmla="*/ 607260 w 3179001"/>
              <a:gd name="connsiteY0" fmla="*/ 2700589 h 2700589"/>
              <a:gd name="connsiteX1" fmla="*/ 1127907 w 3179001"/>
              <a:gd name="connsiteY1" fmla="*/ 2402432 h 2700589"/>
              <a:gd name="connsiteX2" fmla="*/ 2967880 w 3179001"/>
              <a:gd name="connsiteY2" fmla="*/ 1382389 h 2700589"/>
              <a:gd name="connsiteX3" fmla="*/ 3179001 w 3179001"/>
              <a:gd name="connsiteY3" fmla="*/ 362772 h 2700589"/>
              <a:gd name="connsiteX4" fmla="*/ 0 w 3179001"/>
              <a:gd name="connsiteY4" fmla="*/ 0 h 2700589"/>
              <a:gd name="connsiteX0" fmla="*/ 607260 w 3179001"/>
              <a:gd name="connsiteY0" fmla="*/ 2700589 h 2999499"/>
              <a:gd name="connsiteX1" fmla="*/ 2219456 w 3179001"/>
              <a:gd name="connsiteY1" fmla="*/ 2999499 h 2999499"/>
              <a:gd name="connsiteX2" fmla="*/ 2967880 w 3179001"/>
              <a:gd name="connsiteY2" fmla="*/ 1382389 h 2999499"/>
              <a:gd name="connsiteX3" fmla="*/ 3179001 w 3179001"/>
              <a:gd name="connsiteY3" fmla="*/ 362772 h 2999499"/>
              <a:gd name="connsiteX4" fmla="*/ 0 w 3179001"/>
              <a:gd name="connsiteY4" fmla="*/ 0 h 2999499"/>
              <a:gd name="connsiteX0" fmla="*/ 0 w 2571741"/>
              <a:gd name="connsiteY0" fmla="*/ 2337817 h 2636727"/>
              <a:gd name="connsiteX1" fmla="*/ 1612196 w 2571741"/>
              <a:gd name="connsiteY1" fmla="*/ 2636727 h 2636727"/>
              <a:gd name="connsiteX2" fmla="*/ 2360620 w 2571741"/>
              <a:gd name="connsiteY2" fmla="*/ 1019617 h 2636727"/>
              <a:gd name="connsiteX3" fmla="*/ 2571741 w 2571741"/>
              <a:gd name="connsiteY3" fmla="*/ 0 h 2636727"/>
              <a:gd name="connsiteX4" fmla="*/ 414275 w 2571741"/>
              <a:gd name="connsiteY4" fmla="*/ 278669 h 2636727"/>
              <a:gd name="connsiteX0" fmla="*/ 0 w 2571741"/>
              <a:gd name="connsiteY0" fmla="*/ 2337817 h 2337817"/>
              <a:gd name="connsiteX1" fmla="*/ 470690 w 2571741"/>
              <a:gd name="connsiteY1" fmla="*/ 1547923 h 2337817"/>
              <a:gd name="connsiteX2" fmla="*/ 2360620 w 2571741"/>
              <a:gd name="connsiteY2" fmla="*/ 1019617 h 2337817"/>
              <a:gd name="connsiteX3" fmla="*/ 2571741 w 2571741"/>
              <a:gd name="connsiteY3" fmla="*/ 0 h 2337817"/>
              <a:gd name="connsiteX4" fmla="*/ 414275 w 2571741"/>
              <a:gd name="connsiteY4" fmla="*/ 278669 h 2337817"/>
              <a:gd name="connsiteX0" fmla="*/ 0 w 3060908"/>
              <a:gd name="connsiteY0" fmla="*/ 1679553 h 1679553"/>
              <a:gd name="connsiteX1" fmla="*/ 959857 w 3060908"/>
              <a:gd name="connsiteY1" fmla="*/ 1547923 h 1679553"/>
              <a:gd name="connsiteX2" fmla="*/ 2849787 w 3060908"/>
              <a:gd name="connsiteY2" fmla="*/ 1019617 h 1679553"/>
              <a:gd name="connsiteX3" fmla="*/ 3060908 w 3060908"/>
              <a:gd name="connsiteY3" fmla="*/ 0 h 1679553"/>
              <a:gd name="connsiteX4" fmla="*/ 903442 w 3060908"/>
              <a:gd name="connsiteY4" fmla="*/ 278669 h 1679553"/>
              <a:gd name="connsiteX0" fmla="*/ 0 w 3060908"/>
              <a:gd name="connsiteY0" fmla="*/ 1679553 h 1679553"/>
              <a:gd name="connsiteX1" fmla="*/ 965710 w 3060908"/>
              <a:gd name="connsiteY1" fmla="*/ 1361023 h 1679553"/>
              <a:gd name="connsiteX2" fmla="*/ 2849787 w 3060908"/>
              <a:gd name="connsiteY2" fmla="*/ 1019617 h 1679553"/>
              <a:gd name="connsiteX3" fmla="*/ 3060908 w 3060908"/>
              <a:gd name="connsiteY3" fmla="*/ 0 h 1679553"/>
              <a:gd name="connsiteX4" fmla="*/ 903442 w 3060908"/>
              <a:gd name="connsiteY4" fmla="*/ 278669 h 1679553"/>
              <a:gd name="connsiteX0" fmla="*/ 0 w 3060908"/>
              <a:gd name="connsiteY0" fmla="*/ 1679553 h 1679553"/>
              <a:gd name="connsiteX1" fmla="*/ 2849787 w 3060908"/>
              <a:gd name="connsiteY1" fmla="*/ 1019617 h 1679553"/>
              <a:gd name="connsiteX2" fmla="*/ 3060908 w 3060908"/>
              <a:gd name="connsiteY2" fmla="*/ 0 h 1679553"/>
              <a:gd name="connsiteX3" fmla="*/ 903442 w 3060908"/>
              <a:gd name="connsiteY3" fmla="*/ 278669 h 1679553"/>
              <a:gd name="connsiteX0" fmla="*/ 215656 w 2157466"/>
              <a:gd name="connsiteY0" fmla="*/ 1814267 h 1814267"/>
              <a:gd name="connsiteX1" fmla="*/ 1946345 w 2157466"/>
              <a:gd name="connsiteY1" fmla="*/ 1019617 h 1814267"/>
              <a:gd name="connsiteX2" fmla="*/ 2157466 w 2157466"/>
              <a:gd name="connsiteY2" fmla="*/ 0 h 1814267"/>
              <a:gd name="connsiteX3" fmla="*/ 0 w 2157466"/>
              <a:gd name="connsiteY3" fmla="*/ 278669 h 1814267"/>
              <a:gd name="connsiteX0" fmla="*/ 37768 w 1979578"/>
              <a:gd name="connsiteY0" fmla="*/ 1814267 h 1814267"/>
              <a:gd name="connsiteX1" fmla="*/ 1768457 w 1979578"/>
              <a:gd name="connsiteY1" fmla="*/ 1019617 h 1814267"/>
              <a:gd name="connsiteX2" fmla="*/ 1979578 w 1979578"/>
              <a:gd name="connsiteY2" fmla="*/ 0 h 1814267"/>
              <a:gd name="connsiteX3" fmla="*/ 0 w 1979578"/>
              <a:gd name="connsiteY3" fmla="*/ 807093 h 1814267"/>
              <a:gd name="connsiteX0" fmla="*/ 0 w 2566047"/>
              <a:gd name="connsiteY0" fmla="*/ 4351957 h 4351957"/>
              <a:gd name="connsiteX1" fmla="*/ 1730689 w 2566047"/>
              <a:gd name="connsiteY1" fmla="*/ 3557307 h 4351957"/>
              <a:gd name="connsiteX2" fmla="*/ 1941810 w 2566047"/>
              <a:gd name="connsiteY2" fmla="*/ 2537690 h 4351957"/>
              <a:gd name="connsiteX3" fmla="*/ 2566047 w 2566047"/>
              <a:gd name="connsiteY3" fmla="*/ 0 h 4351957"/>
              <a:gd name="connsiteX0" fmla="*/ 0 w 1688656"/>
              <a:gd name="connsiteY0" fmla="*/ 2474287 h 3557307"/>
              <a:gd name="connsiteX1" fmla="*/ 853298 w 1688656"/>
              <a:gd name="connsiteY1" fmla="*/ 3557307 h 3557307"/>
              <a:gd name="connsiteX2" fmla="*/ 1064419 w 1688656"/>
              <a:gd name="connsiteY2" fmla="*/ 2537690 h 3557307"/>
              <a:gd name="connsiteX3" fmla="*/ 1688656 w 1688656"/>
              <a:gd name="connsiteY3" fmla="*/ 0 h 3557307"/>
              <a:gd name="connsiteX0" fmla="*/ 0 w 1688656"/>
              <a:gd name="connsiteY0" fmla="*/ 2474287 h 3557307"/>
              <a:gd name="connsiteX1" fmla="*/ 853298 w 1688656"/>
              <a:gd name="connsiteY1" fmla="*/ 3557307 h 3557307"/>
              <a:gd name="connsiteX2" fmla="*/ 1064419 w 1688656"/>
              <a:gd name="connsiteY2" fmla="*/ 2537690 h 3557307"/>
              <a:gd name="connsiteX3" fmla="*/ 1542595 w 1688656"/>
              <a:gd name="connsiteY3" fmla="*/ 743325 h 3557307"/>
              <a:gd name="connsiteX4" fmla="*/ 1688656 w 1688656"/>
              <a:gd name="connsiteY4" fmla="*/ 0 h 3557307"/>
              <a:gd name="connsiteX0" fmla="*/ 0 w 1688656"/>
              <a:gd name="connsiteY0" fmla="*/ 2474287 h 3557307"/>
              <a:gd name="connsiteX1" fmla="*/ 853298 w 1688656"/>
              <a:gd name="connsiteY1" fmla="*/ 3557307 h 3557307"/>
              <a:gd name="connsiteX2" fmla="*/ 1064419 w 1688656"/>
              <a:gd name="connsiteY2" fmla="*/ 2537690 h 3557307"/>
              <a:gd name="connsiteX3" fmla="*/ 783558 w 1688656"/>
              <a:gd name="connsiteY3" fmla="*/ 485088 h 3557307"/>
              <a:gd name="connsiteX4" fmla="*/ 1688656 w 1688656"/>
              <a:gd name="connsiteY4" fmla="*/ 0 h 3557307"/>
              <a:gd name="connsiteX0" fmla="*/ 0 w 2193953"/>
              <a:gd name="connsiteY0" fmla="*/ 2474287 h 3557307"/>
              <a:gd name="connsiteX1" fmla="*/ 853298 w 2193953"/>
              <a:gd name="connsiteY1" fmla="*/ 3557307 h 3557307"/>
              <a:gd name="connsiteX2" fmla="*/ 1064419 w 2193953"/>
              <a:gd name="connsiteY2" fmla="*/ 2537690 h 3557307"/>
              <a:gd name="connsiteX3" fmla="*/ 2193953 w 2193953"/>
              <a:gd name="connsiteY3" fmla="*/ 552946 h 3557307"/>
              <a:gd name="connsiteX4" fmla="*/ 1688656 w 2193953"/>
              <a:gd name="connsiteY4" fmla="*/ 0 h 3557307"/>
              <a:gd name="connsiteX0" fmla="*/ 0 w 2193953"/>
              <a:gd name="connsiteY0" fmla="*/ 2413749 h 3496769"/>
              <a:gd name="connsiteX1" fmla="*/ 853298 w 2193953"/>
              <a:gd name="connsiteY1" fmla="*/ 3496769 h 3496769"/>
              <a:gd name="connsiteX2" fmla="*/ 1064419 w 2193953"/>
              <a:gd name="connsiteY2" fmla="*/ 2477152 h 3496769"/>
              <a:gd name="connsiteX3" fmla="*/ 2193953 w 2193953"/>
              <a:gd name="connsiteY3" fmla="*/ 492408 h 3496769"/>
              <a:gd name="connsiteX4" fmla="*/ 726018 w 2193953"/>
              <a:gd name="connsiteY4" fmla="*/ 0 h 3496769"/>
              <a:gd name="connsiteX0" fmla="*/ 0 w 1670795"/>
              <a:gd name="connsiteY0" fmla="*/ 2413749 h 3496769"/>
              <a:gd name="connsiteX1" fmla="*/ 853298 w 1670795"/>
              <a:gd name="connsiteY1" fmla="*/ 3496769 h 3496769"/>
              <a:gd name="connsiteX2" fmla="*/ 1064419 w 1670795"/>
              <a:gd name="connsiteY2" fmla="*/ 2477152 h 3496769"/>
              <a:gd name="connsiteX3" fmla="*/ 1670795 w 1670795"/>
              <a:gd name="connsiteY3" fmla="*/ 110846 h 3496769"/>
              <a:gd name="connsiteX4" fmla="*/ 726018 w 1670795"/>
              <a:gd name="connsiteY4" fmla="*/ 0 h 3496769"/>
              <a:gd name="connsiteX0" fmla="*/ 305116 w 1975911"/>
              <a:gd name="connsiteY0" fmla="*/ 2905169 h 3988189"/>
              <a:gd name="connsiteX1" fmla="*/ 1158414 w 1975911"/>
              <a:gd name="connsiteY1" fmla="*/ 3988189 h 3988189"/>
              <a:gd name="connsiteX2" fmla="*/ 1369535 w 1975911"/>
              <a:gd name="connsiteY2" fmla="*/ 2968572 h 3988189"/>
              <a:gd name="connsiteX3" fmla="*/ 1975911 w 1975911"/>
              <a:gd name="connsiteY3" fmla="*/ 602266 h 3988189"/>
              <a:gd name="connsiteX4" fmla="*/ 0 w 1975911"/>
              <a:gd name="connsiteY4" fmla="*/ 0 h 3988189"/>
              <a:gd name="connsiteX0" fmla="*/ 305116 w 1715324"/>
              <a:gd name="connsiteY0" fmla="*/ 3034071 h 4117091"/>
              <a:gd name="connsiteX1" fmla="*/ 1158414 w 1715324"/>
              <a:gd name="connsiteY1" fmla="*/ 4117091 h 4117091"/>
              <a:gd name="connsiteX2" fmla="*/ 1369535 w 1715324"/>
              <a:gd name="connsiteY2" fmla="*/ 3097474 h 4117091"/>
              <a:gd name="connsiteX3" fmla="*/ 1715324 w 1715324"/>
              <a:gd name="connsiteY3" fmla="*/ 0 h 4117091"/>
              <a:gd name="connsiteX4" fmla="*/ 0 w 1715324"/>
              <a:gd name="connsiteY4" fmla="*/ 128902 h 4117091"/>
              <a:gd name="connsiteX0" fmla="*/ 12252 w 1422460"/>
              <a:gd name="connsiteY0" fmla="*/ 3034071 h 4117091"/>
              <a:gd name="connsiteX1" fmla="*/ 865550 w 1422460"/>
              <a:gd name="connsiteY1" fmla="*/ 4117091 h 4117091"/>
              <a:gd name="connsiteX2" fmla="*/ 1076671 w 1422460"/>
              <a:gd name="connsiteY2" fmla="*/ 3097474 h 4117091"/>
              <a:gd name="connsiteX3" fmla="*/ 1422460 w 1422460"/>
              <a:gd name="connsiteY3" fmla="*/ 0 h 4117091"/>
              <a:gd name="connsiteX4" fmla="*/ 0 w 1422460"/>
              <a:gd name="connsiteY4" fmla="*/ 1055517 h 4117091"/>
              <a:gd name="connsiteX0" fmla="*/ 0 w 1410208"/>
              <a:gd name="connsiteY0" fmla="*/ 3034071 h 4117091"/>
              <a:gd name="connsiteX1" fmla="*/ 853298 w 1410208"/>
              <a:gd name="connsiteY1" fmla="*/ 4117091 h 4117091"/>
              <a:gd name="connsiteX2" fmla="*/ 1064419 w 1410208"/>
              <a:gd name="connsiteY2" fmla="*/ 3097474 h 4117091"/>
              <a:gd name="connsiteX3" fmla="*/ 1410208 w 1410208"/>
              <a:gd name="connsiteY3" fmla="*/ 0 h 4117091"/>
              <a:gd name="connsiteX4" fmla="*/ 22841 w 1410208"/>
              <a:gd name="connsiteY4" fmla="*/ 2256728 h 4117091"/>
              <a:gd name="connsiteX0" fmla="*/ 0 w 1891295"/>
              <a:gd name="connsiteY0" fmla="*/ 2822119 h 3905139"/>
              <a:gd name="connsiteX1" fmla="*/ 853298 w 1891295"/>
              <a:gd name="connsiteY1" fmla="*/ 3905139 h 3905139"/>
              <a:gd name="connsiteX2" fmla="*/ 1064419 w 1891295"/>
              <a:gd name="connsiteY2" fmla="*/ 2885522 h 3905139"/>
              <a:gd name="connsiteX3" fmla="*/ 1891295 w 1891295"/>
              <a:gd name="connsiteY3" fmla="*/ 0 h 3905139"/>
              <a:gd name="connsiteX4" fmla="*/ 22841 w 1891295"/>
              <a:gd name="connsiteY4" fmla="*/ 2044776 h 3905139"/>
              <a:gd name="connsiteX0" fmla="*/ 0 w 1919702"/>
              <a:gd name="connsiteY0" fmla="*/ 3520543 h 4603563"/>
              <a:gd name="connsiteX1" fmla="*/ 853298 w 1919702"/>
              <a:gd name="connsiteY1" fmla="*/ 4603563 h 4603563"/>
              <a:gd name="connsiteX2" fmla="*/ 1064419 w 1919702"/>
              <a:gd name="connsiteY2" fmla="*/ 3583946 h 4603563"/>
              <a:gd name="connsiteX3" fmla="*/ 1919702 w 1919702"/>
              <a:gd name="connsiteY3" fmla="*/ 0 h 4603563"/>
              <a:gd name="connsiteX4" fmla="*/ 22841 w 1919702"/>
              <a:gd name="connsiteY4" fmla="*/ 2743200 h 4603563"/>
              <a:gd name="connsiteX0" fmla="*/ 0 w 2147497"/>
              <a:gd name="connsiteY0" fmla="*/ 4090181 h 4603563"/>
              <a:gd name="connsiteX1" fmla="*/ 1081093 w 2147497"/>
              <a:gd name="connsiteY1" fmla="*/ 4603563 h 4603563"/>
              <a:gd name="connsiteX2" fmla="*/ 1292214 w 2147497"/>
              <a:gd name="connsiteY2" fmla="*/ 3583946 h 4603563"/>
              <a:gd name="connsiteX3" fmla="*/ 2147497 w 2147497"/>
              <a:gd name="connsiteY3" fmla="*/ 0 h 4603563"/>
              <a:gd name="connsiteX4" fmla="*/ 250636 w 2147497"/>
              <a:gd name="connsiteY4" fmla="*/ 2743200 h 4603563"/>
              <a:gd name="connsiteX0" fmla="*/ 0 w 2147497"/>
              <a:gd name="connsiteY0" fmla="*/ 4090181 h 4706711"/>
              <a:gd name="connsiteX1" fmla="*/ 1166094 w 2147497"/>
              <a:gd name="connsiteY1" fmla="*/ 4706711 h 4706711"/>
              <a:gd name="connsiteX2" fmla="*/ 1292214 w 2147497"/>
              <a:gd name="connsiteY2" fmla="*/ 3583946 h 4706711"/>
              <a:gd name="connsiteX3" fmla="*/ 2147497 w 2147497"/>
              <a:gd name="connsiteY3" fmla="*/ 0 h 4706711"/>
              <a:gd name="connsiteX4" fmla="*/ 250636 w 2147497"/>
              <a:gd name="connsiteY4" fmla="*/ 2743200 h 4706711"/>
              <a:gd name="connsiteX0" fmla="*/ 0 w 2147497"/>
              <a:gd name="connsiteY0" fmla="*/ 4090181 h 4706711"/>
              <a:gd name="connsiteX1" fmla="*/ 1166094 w 2147497"/>
              <a:gd name="connsiteY1" fmla="*/ 4706711 h 4706711"/>
              <a:gd name="connsiteX2" fmla="*/ 2147497 w 2147497"/>
              <a:gd name="connsiteY2" fmla="*/ 0 h 4706711"/>
              <a:gd name="connsiteX3" fmla="*/ 250636 w 2147497"/>
              <a:gd name="connsiteY3" fmla="*/ 2743200 h 4706711"/>
              <a:gd name="connsiteX0" fmla="*/ 0 w 2147497"/>
              <a:gd name="connsiteY0" fmla="*/ 4090181 h 4706711"/>
              <a:gd name="connsiteX1" fmla="*/ 1166094 w 2147497"/>
              <a:gd name="connsiteY1" fmla="*/ 4706711 h 4706711"/>
              <a:gd name="connsiteX2" fmla="*/ 2147497 w 2147497"/>
              <a:gd name="connsiteY2" fmla="*/ 0 h 4706711"/>
              <a:gd name="connsiteX3" fmla="*/ 379423 w 2147497"/>
              <a:gd name="connsiteY3" fmla="*/ 2543811 h 4706711"/>
              <a:gd name="connsiteX0" fmla="*/ 0 w 1434722"/>
              <a:gd name="connsiteY0" fmla="*/ 2303758 h 2920288"/>
              <a:gd name="connsiteX1" fmla="*/ 1166094 w 1434722"/>
              <a:gd name="connsiteY1" fmla="*/ 2920288 h 2920288"/>
              <a:gd name="connsiteX2" fmla="*/ 1434722 w 1434722"/>
              <a:gd name="connsiteY2" fmla="*/ 0 h 2920288"/>
              <a:gd name="connsiteX3" fmla="*/ 379423 w 1434722"/>
              <a:gd name="connsiteY3" fmla="*/ 757388 h 2920288"/>
              <a:gd name="connsiteX0" fmla="*/ 0 w 3269212"/>
              <a:gd name="connsiteY0" fmla="*/ 1818477 h 2435007"/>
              <a:gd name="connsiteX1" fmla="*/ 1166094 w 3269212"/>
              <a:gd name="connsiteY1" fmla="*/ 2435007 h 2435007"/>
              <a:gd name="connsiteX2" fmla="*/ 3269212 w 3269212"/>
              <a:gd name="connsiteY2" fmla="*/ 0 h 2435007"/>
              <a:gd name="connsiteX3" fmla="*/ 379423 w 3269212"/>
              <a:gd name="connsiteY3" fmla="*/ 272107 h 2435007"/>
              <a:gd name="connsiteX0" fmla="*/ 0 w 3269212"/>
              <a:gd name="connsiteY0" fmla="*/ 1818477 h 2435007"/>
              <a:gd name="connsiteX1" fmla="*/ 1166094 w 3269212"/>
              <a:gd name="connsiteY1" fmla="*/ 2435007 h 2435007"/>
              <a:gd name="connsiteX2" fmla="*/ 3269212 w 3269212"/>
              <a:gd name="connsiteY2" fmla="*/ 0 h 2435007"/>
              <a:gd name="connsiteX3" fmla="*/ 1914780 w 3269212"/>
              <a:gd name="connsiteY3" fmla="*/ 248687 h 2435007"/>
              <a:gd name="connsiteX0" fmla="*/ 0 w 3269212"/>
              <a:gd name="connsiteY0" fmla="*/ 1954232 h 2570762"/>
              <a:gd name="connsiteX1" fmla="*/ 1166094 w 3269212"/>
              <a:gd name="connsiteY1" fmla="*/ 2570762 h 2570762"/>
              <a:gd name="connsiteX2" fmla="*/ 3269212 w 3269212"/>
              <a:gd name="connsiteY2" fmla="*/ 135755 h 2570762"/>
              <a:gd name="connsiteX3" fmla="*/ 2174134 w 3269212"/>
              <a:gd name="connsiteY3" fmla="*/ 0 h 2570762"/>
              <a:gd name="connsiteX0" fmla="*/ 0 w 3269212"/>
              <a:gd name="connsiteY0" fmla="*/ 2696107 h 3312637"/>
              <a:gd name="connsiteX1" fmla="*/ 1166094 w 3269212"/>
              <a:gd name="connsiteY1" fmla="*/ 3312637 h 3312637"/>
              <a:gd name="connsiteX2" fmla="*/ 3269212 w 3269212"/>
              <a:gd name="connsiteY2" fmla="*/ 877630 h 3312637"/>
              <a:gd name="connsiteX3" fmla="*/ 3229624 w 3269212"/>
              <a:gd name="connsiteY3" fmla="*/ 0 h 3312637"/>
              <a:gd name="connsiteX0" fmla="*/ 0 w 2255829"/>
              <a:gd name="connsiteY0" fmla="*/ 2197070 h 3312637"/>
              <a:gd name="connsiteX1" fmla="*/ 152711 w 2255829"/>
              <a:gd name="connsiteY1" fmla="*/ 3312637 h 3312637"/>
              <a:gd name="connsiteX2" fmla="*/ 2255829 w 2255829"/>
              <a:gd name="connsiteY2" fmla="*/ 877630 h 3312637"/>
              <a:gd name="connsiteX3" fmla="*/ 2216241 w 2255829"/>
              <a:gd name="connsiteY3" fmla="*/ 0 h 3312637"/>
              <a:gd name="connsiteX0" fmla="*/ 0 w 2440652"/>
              <a:gd name="connsiteY0" fmla="*/ 2257255 h 3372822"/>
              <a:gd name="connsiteX1" fmla="*/ 152711 w 2440652"/>
              <a:gd name="connsiteY1" fmla="*/ 3372822 h 3372822"/>
              <a:gd name="connsiteX2" fmla="*/ 2255829 w 2440652"/>
              <a:gd name="connsiteY2" fmla="*/ 937815 h 3372822"/>
              <a:gd name="connsiteX3" fmla="*/ 2440652 w 2440652"/>
              <a:gd name="connsiteY3" fmla="*/ 0 h 3372822"/>
              <a:gd name="connsiteX0" fmla="*/ 0 w 3195802"/>
              <a:gd name="connsiteY0" fmla="*/ 3555269 h 3555269"/>
              <a:gd name="connsiteX1" fmla="*/ 907861 w 3195802"/>
              <a:gd name="connsiteY1" fmla="*/ 3372822 h 3555269"/>
              <a:gd name="connsiteX2" fmla="*/ 3010979 w 3195802"/>
              <a:gd name="connsiteY2" fmla="*/ 937815 h 3555269"/>
              <a:gd name="connsiteX3" fmla="*/ 3195802 w 3195802"/>
              <a:gd name="connsiteY3" fmla="*/ 0 h 3555269"/>
              <a:gd name="connsiteX0" fmla="*/ 0 w 3422089"/>
              <a:gd name="connsiteY0" fmla="*/ 3597454 h 3597454"/>
              <a:gd name="connsiteX1" fmla="*/ 1134148 w 3422089"/>
              <a:gd name="connsiteY1" fmla="*/ 3372822 h 3597454"/>
              <a:gd name="connsiteX2" fmla="*/ 3237266 w 3422089"/>
              <a:gd name="connsiteY2" fmla="*/ 937815 h 3597454"/>
              <a:gd name="connsiteX3" fmla="*/ 3422089 w 3422089"/>
              <a:gd name="connsiteY3" fmla="*/ 0 h 3597454"/>
              <a:gd name="connsiteX0" fmla="*/ 0 w 3750041"/>
              <a:gd name="connsiteY0" fmla="*/ 3674516 h 3674516"/>
              <a:gd name="connsiteX1" fmla="*/ 1462100 w 3750041"/>
              <a:gd name="connsiteY1" fmla="*/ 3372822 h 3674516"/>
              <a:gd name="connsiteX2" fmla="*/ 3565218 w 3750041"/>
              <a:gd name="connsiteY2" fmla="*/ 937815 h 3674516"/>
              <a:gd name="connsiteX3" fmla="*/ 3750041 w 3750041"/>
              <a:gd name="connsiteY3" fmla="*/ 0 h 3674516"/>
              <a:gd name="connsiteX0" fmla="*/ 0 w 3817714"/>
              <a:gd name="connsiteY0" fmla="*/ 3690418 h 3690418"/>
              <a:gd name="connsiteX1" fmla="*/ 1529773 w 3817714"/>
              <a:gd name="connsiteY1" fmla="*/ 3372822 h 3690418"/>
              <a:gd name="connsiteX2" fmla="*/ 3632891 w 3817714"/>
              <a:gd name="connsiteY2" fmla="*/ 937815 h 3690418"/>
              <a:gd name="connsiteX3" fmla="*/ 3817714 w 3817714"/>
              <a:gd name="connsiteY3" fmla="*/ 0 h 3690418"/>
              <a:gd name="connsiteX0" fmla="*/ 0 w 3817714"/>
              <a:gd name="connsiteY0" fmla="*/ 3690418 h 3690418"/>
              <a:gd name="connsiteX1" fmla="*/ 2813633 w 3817714"/>
              <a:gd name="connsiteY1" fmla="*/ 3013165 h 3690418"/>
              <a:gd name="connsiteX2" fmla="*/ 3632891 w 3817714"/>
              <a:gd name="connsiteY2" fmla="*/ 937815 h 3690418"/>
              <a:gd name="connsiteX3" fmla="*/ 3817714 w 3817714"/>
              <a:gd name="connsiteY3" fmla="*/ 0 h 3690418"/>
              <a:gd name="connsiteX0" fmla="*/ 0 w 1468709"/>
              <a:gd name="connsiteY0" fmla="*/ 1596148 h 3013165"/>
              <a:gd name="connsiteX1" fmla="*/ 464628 w 1468709"/>
              <a:gd name="connsiteY1" fmla="*/ 3013165 h 3013165"/>
              <a:gd name="connsiteX2" fmla="*/ 1283886 w 1468709"/>
              <a:gd name="connsiteY2" fmla="*/ 937815 h 3013165"/>
              <a:gd name="connsiteX3" fmla="*/ 1468709 w 1468709"/>
              <a:gd name="connsiteY3" fmla="*/ 0 h 3013165"/>
              <a:gd name="connsiteX0" fmla="*/ 994225 w 2462934"/>
              <a:gd name="connsiteY0" fmla="*/ 1596148 h 2776142"/>
              <a:gd name="connsiteX1" fmla="*/ 0 w 2462934"/>
              <a:gd name="connsiteY1" fmla="*/ 2776142 h 2776142"/>
              <a:gd name="connsiteX2" fmla="*/ 2278111 w 2462934"/>
              <a:gd name="connsiteY2" fmla="*/ 937815 h 2776142"/>
              <a:gd name="connsiteX3" fmla="*/ 2462934 w 2462934"/>
              <a:gd name="connsiteY3" fmla="*/ 0 h 2776142"/>
              <a:gd name="connsiteX0" fmla="*/ 0 w 2617331"/>
              <a:gd name="connsiteY0" fmla="*/ 1494962 h 2776142"/>
              <a:gd name="connsiteX1" fmla="*/ 154397 w 2617331"/>
              <a:gd name="connsiteY1" fmla="*/ 2776142 h 2776142"/>
              <a:gd name="connsiteX2" fmla="*/ 2432508 w 2617331"/>
              <a:gd name="connsiteY2" fmla="*/ 937815 h 2776142"/>
              <a:gd name="connsiteX3" fmla="*/ 2617331 w 2617331"/>
              <a:gd name="connsiteY3" fmla="*/ 0 h 2776142"/>
              <a:gd name="connsiteX0" fmla="*/ 815268 w 3432599"/>
              <a:gd name="connsiteY0" fmla="*/ 1494962 h 2992392"/>
              <a:gd name="connsiteX1" fmla="*/ 0 w 3432599"/>
              <a:gd name="connsiteY1" fmla="*/ 2992392 h 2992392"/>
              <a:gd name="connsiteX2" fmla="*/ 3247776 w 3432599"/>
              <a:gd name="connsiteY2" fmla="*/ 937815 h 2992392"/>
              <a:gd name="connsiteX3" fmla="*/ 3432599 w 3432599"/>
              <a:gd name="connsiteY3" fmla="*/ 0 h 2992392"/>
            </a:gdLst>
            <a:ahLst/>
            <a:cxnLst>
              <a:cxn ang="0">
                <a:pos x="connsiteX0" y="connsiteY0"/>
              </a:cxn>
              <a:cxn ang="0">
                <a:pos x="connsiteX1" y="connsiteY1"/>
              </a:cxn>
              <a:cxn ang="0">
                <a:pos x="connsiteX2" y="connsiteY2"/>
              </a:cxn>
              <a:cxn ang="0">
                <a:pos x="connsiteX3" y="connsiteY3"/>
              </a:cxn>
            </a:cxnLst>
            <a:rect l="l" t="t" r="r" b="b"/>
            <a:pathLst>
              <a:path w="3432599" h="2992392" extrusionOk="0">
                <a:moveTo>
                  <a:pt x="815268" y="1494962"/>
                </a:moveTo>
                <a:lnTo>
                  <a:pt x="0" y="2992392"/>
                </a:lnTo>
                <a:lnTo>
                  <a:pt x="3247776" y="937815"/>
                </a:lnTo>
                <a:lnTo>
                  <a:pt x="3432599" y="0"/>
                </a:lnTo>
              </a:path>
            </a:pathLst>
          </a:cu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3" name="Прямоугольник 12"/>
          <p:cNvSpPr/>
          <p:nvPr userDrawn="1"/>
        </p:nvSpPr>
        <p:spPr bwMode="auto">
          <a:xfrm>
            <a:off x="-508894" y="0"/>
            <a:ext cx="329783" cy="1274163"/>
          </a:xfrm>
          <a:prstGeom prst="rect">
            <a:avLst/>
          </a:prstGeom>
          <a:solidFill>
            <a:srgbClr val="3E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4" name="Прямоугольник 13"/>
          <p:cNvSpPr/>
          <p:nvPr userDrawn="1"/>
        </p:nvSpPr>
        <p:spPr bwMode="auto">
          <a:xfrm>
            <a:off x="-508894" y="1294334"/>
            <a:ext cx="329783" cy="12741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ln>
                <a:solidFill>
                  <a:schemeClr val="tx1">
                    <a:lumMod val="75000"/>
                    <a:lumOff val="25000"/>
                  </a:schemeClr>
                </a:solidFill>
              </a:ln>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type="title" userDrawn="1">
  <p:cSld name="1_Титульный слайд">
    <p:spTree>
      <p:nvGrpSpPr>
        <p:cNvPr id="1" name=""/>
        <p:cNvGrpSpPr/>
        <p:nvPr/>
      </p:nvGrpSpPr>
      <p:grpSpPr bwMode="auto">
        <a:xfrm>
          <a:off x="0" y="0"/>
          <a:ext cx="0" cy="0"/>
          <a:chOff x="0" y="0"/>
          <a:chExt cx="0" cy="0"/>
        </a:xfrm>
      </p:grpSpPr>
      <p:sp>
        <p:nvSpPr>
          <p:cNvPr id="2" name="Заголовок 1"/>
          <p:cNvSpPr>
            <a:spLocks noGrp="1"/>
          </p:cNvSpPr>
          <p:nvPr>
            <p:ph type="ctrTitle"/>
          </p:nvPr>
        </p:nvSpPr>
        <p:spPr bwMode="auto">
          <a:xfrm>
            <a:off x="1524000" y="1122363"/>
            <a:ext cx="9144000" cy="2387600"/>
          </a:xfrm>
        </p:spPr>
        <p:txBody>
          <a:bodyPr anchor="b"/>
          <a:lstStyle>
            <a:lvl1pPr algn="ctr">
              <a:defRPr sz="6000"/>
            </a:lvl1pPr>
          </a:lstStyle>
          <a:p>
            <a:pPr>
              <a:defRPr/>
            </a:pPr>
            <a:r>
              <a:rPr lang="ru-RU"/>
              <a:t>Образец заголовка</a:t>
            </a:r>
            <a:endParaRPr/>
          </a:p>
        </p:txBody>
      </p:sp>
      <p:sp>
        <p:nvSpPr>
          <p:cNvPr id="3" name="Подзаголовок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ru-RU"/>
              <a:t>Образец подзаголовка</a:t>
            </a:r>
            <a:endParaRPr/>
          </a:p>
        </p:txBody>
      </p:sp>
      <p:sp>
        <p:nvSpPr>
          <p:cNvPr id="4" name="Дата 3"/>
          <p:cNvSpPr>
            <a:spLocks noGrp="1"/>
          </p:cNvSpPr>
          <p:nvPr>
            <p:ph type="dt" sz="half" idx="10"/>
          </p:nvPr>
        </p:nvSpPr>
        <p:spPr bwMode="auto"/>
        <p:txBody>
          <a:bodyPr/>
          <a:lstStyle/>
          <a:p>
            <a:pPr>
              <a:defRPr/>
            </a:pPr>
            <a:endParaRPr lang="ru-RU"/>
          </a:p>
        </p:txBody>
      </p:sp>
      <p:sp>
        <p:nvSpPr>
          <p:cNvPr id="5" name="Нижний колонтитул 4"/>
          <p:cNvSpPr>
            <a:spLocks noGrp="1"/>
          </p:cNvSpPr>
          <p:nvPr>
            <p:ph type="ftr" sz="quarter" idx="11"/>
          </p:nvPr>
        </p:nvSpPr>
        <p:spPr bwMode="auto"/>
        <p:txBody>
          <a:bodyPr/>
          <a:lstStyle/>
          <a:p>
            <a:pPr>
              <a:defRPr/>
            </a:pPr>
            <a:endParaRPr lang="ru-RU"/>
          </a:p>
        </p:txBody>
      </p:sp>
      <p:sp>
        <p:nvSpPr>
          <p:cNvPr id="6" name="Номер слайда 5"/>
          <p:cNvSpPr>
            <a:spLocks noGrp="1"/>
          </p:cNvSpPr>
          <p:nvPr>
            <p:ph type="sldNum" sz="quarter" idx="12"/>
          </p:nvPr>
        </p:nvSpPr>
        <p:spPr bwMode="auto"/>
        <p:txBody>
          <a:bodyPr/>
          <a:lstStyle/>
          <a:p>
            <a:pPr>
              <a:defRPr/>
            </a:pPr>
            <a:fld id="{77740B2C-CFFF-4CB9-998A-4E64EBAA9DCC}" type="slidenum">
              <a:rPr lang="ru-RU"/>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3" r:id="rId34"/>
  </p:sldLayoutIdLst>
  <p:hf hdr="0" ftr="0" dt="0"/>
  <p:txStyles>
    <p:titleStyle>
      <a:lvl1pPr algn="l" defTabSz="914400">
        <a:lnSpc>
          <a:spcPct val="80000"/>
        </a:lnSpc>
        <a:spcBef>
          <a:spcPts val="0"/>
        </a:spcBef>
        <a:buNone/>
        <a:defRPr sz="3200" b="1" cap="all">
          <a:solidFill>
            <a:schemeClr val="tx1">
              <a:lumMod val="60000"/>
              <a:lumOff val="40000"/>
            </a:schemeClr>
          </a:solidFill>
          <a:latin typeface="+mj-lt"/>
          <a:ea typeface="+mj-ea"/>
          <a:cs typeface="+mj-cs"/>
        </a:defRPr>
      </a:lvl1pPr>
    </p:titleStyle>
    <p:bodyStyle>
      <a:lvl1pPr marL="0" indent="0" algn="l" defTabSz="914400">
        <a:lnSpc>
          <a:spcPct val="90000"/>
        </a:lnSpc>
        <a:spcBef>
          <a:spcPts val="1200"/>
        </a:spcBef>
        <a:spcAft>
          <a:spcPts val="0"/>
        </a:spcAft>
        <a:buClr>
          <a:schemeClr val="accent1"/>
        </a:buClr>
        <a:buSzPct val="90000"/>
        <a:buFont typeface="Wingdings"/>
        <a:buNone/>
        <a:defRPr sz="1800" b="1" cap="all">
          <a:solidFill>
            <a:schemeClr val="tx1"/>
          </a:solidFill>
          <a:latin typeface="+mj-lt"/>
          <a:ea typeface="+mn-ea"/>
          <a:cs typeface="+mn-cs"/>
        </a:defRPr>
      </a:lvl1pPr>
      <a:lvl2pPr marL="266700" marR="0" indent="-266700" algn="l" defTabSz="914400">
        <a:lnSpc>
          <a:spcPct val="90000"/>
        </a:lnSpc>
        <a:spcBef>
          <a:spcPts val="600"/>
        </a:spcBef>
        <a:spcAft>
          <a:spcPts val="0"/>
        </a:spcAft>
        <a:buClr>
          <a:schemeClr val="accent1"/>
        </a:buClr>
        <a:buSzPct val="100000"/>
        <a:buFont typeface="Wingdings"/>
        <a:buChar char="§"/>
        <a:defRPr sz="1600">
          <a:solidFill>
            <a:schemeClr val="tx1"/>
          </a:solidFill>
          <a:latin typeface="+mn-lt"/>
          <a:ea typeface="+mn-ea"/>
          <a:cs typeface="+mn-cs"/>
        </a:defRPr>
      </a:lvl2pPr>
      <a:lvl3pPr marL="449263" indent="-169862" algn="l" defTabSz="914400">
        <a:lnSpc>
          <a:spcPct val="90000"/>
        </a:lnSpc>
        <a:spcBef>
          <a:spcPts val="300"/>
        </a:spcBef>
        <a:buClr>
          <a:schemeClr val="accent3"/>
        </a:buClr>
        <a:buFont typeface="Wingdings"/>
        <a:buChar char="§"/>
        <a:defRPr sz="1400">
          <a:solidFill>
            <a:schemeClr val="tx1"/>
          </a:solidFill>
          <a:latin typeface="+mn-lt"/>
          <a:ea typeface="+mn-ea"/>
          <a:cs typeface="+mn-cs"/>
        </a:defRPr>
      </a:lvl3pPr>
      <a:lvl4pPr marL="1600200" indent="-228600" algn="l" defTabSz="914400">
        <a:spcBef>
          <a:spcPts val="0"/>
        </a:spcBef>
        <a:buFont typeface="Arial"/>
        <a:buChar char="–"/>
        <a:defRPr sz="1800">
          <a:solidFill>
            <a:schemeClr val="tx1"/>
          </a:solidFill>
          <a:latin typeface="+mn-lt"/>
          <a:ea typeface="+mn-ea"/>
          <a:cs typeface="+mn-cs"/>
        </a:defRPr>
      </a:lvl4pPr>
      <a:lvl5pPr marL="2057400" indent="-228600" algn="l" defTabSz="914400">
        <a:spcBef>
          <a:spcPts val="0"/>
        </a:spcBef>
        <a:buFont typeface="Arial"/>
        <a:buChar char="»"/>
        <a:defRPr sz="18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9.png"/><Relationship Id="rId8"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21.png"/><Relationship Id="rId5"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21.png"/><Relationship Id="rId4" Type="http://schemas.microsoft.com/office/2007/relationships/hdphoto" Target="../media/hdphoto1.wdp"/><Relationship Id="rId5" Type="http://schemas.openxmlformats.org/officeDocument/2006/relationships/hyperlink" Target="uprazhneniya/01-oblast.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1.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23.png"/><Relationship Id="rId5" Type="http://schemas.microsoft.com/office/2007/relationships/hdphoto" Target="../media/hdphoto2.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1.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5.png"/><Relationship Id="rId5" Type="http://schemas.microsoft.com/office/2007/relationships/hdphoto" Target="../media/hdphoto3.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1.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1.png"/><Relationship Id="rId4" Type="http://schemas.microsoft.com/office/2007/relationships/hdphoto" Target="../media/hdphoto1.wdp"/><Relationship Id="rId5" Type="http://schemas.openxmlformats.org/officeDocument/2006/relationships/hyperlink" Target="uprazhneniya/02-processy.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1.png"/><Relationship Id="rId5" Type="http://schemas.microsoft.com/office/2007/relationships/hdphoto" Target="../media/hdphoto1.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1.png"/><Relationship Id="rId4" Type="http://schemas.microsoft.com/office/2007/relationships/hdphoto" Target="../media/hdphoto1.wdp"/><Relationship Id="rId5" Type="http://schemas.openxmlformats.org/officeDocument/2006/relationships/hyperlink" Target="uprazhneniya/03-sreda.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chart" Target="../charts/chart2.xml"/><Relationship Id="rId4" Type="http://schemas.openxmlformats.org/officeDocument/2006/relationships/image" Target="../media/image25.png"/><Relationship Id="rId5" Type="http://schemas.microsoft.com/office/2007/relationships/hdphoto" Target="../media/hdphoto3.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1.png"/><Relationship Id="rId5" Type="http://schemas.microsoft.com/office/2007/relationships/hdphoto" Target="../media/hdphoto1.wd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1.png"/><Relationship Id="rId4" Type="http://schemas.microsoft.com/office/2007/relationships/hdphoto" Target="../media/hdphoto1.wdp"/><Relationship Id="rId5" Type="http://schemas.openxmlformats.org/officeDocument/2006/relationships/hyperlink" Target="uprazhneniya/04-zainteresovannye.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chart" Target="../charts/chart3.xml"/><Relationship Id="rId4" Type="http://schemas.openxmlformats.org/officeDocument/2006/relationships/image" Target="../media/image25.png"/><Relationship Id="rId5" Type="http://schemas.microsoft.com/office/2007/relationships/hdphoto" Target="../media/hdphoto3.wdp"/></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25.png"/><Relationship Id="rId5" Type="http://schemas.microsoft.com/office/2007/relationships/hdphoto" Target="../media/hdphoto3.wdp"/></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21.png"/><Relationship Id="rId5" Type="http://schemas.microsoft.com/office/2007/relationships/hdphoto" Target="../media/hdphoto1.wdp"/></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1.png"/><Relationship Id="rId4" Type="http://schemas.microsoft.com/office/2007/relationships/hdphoto" Target="../media/hdphoto1.wdp"/><Relationship Id="rId5" Type="http://schemas.openxmlformats.org/officeDocument/2006/relationships/image" Target="../media/image26.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25.png"/><Relationship Id="rId7" Type="http://schemas.microsoft.com/office/2007/relationships/hdphoto" Target="../media/hdphoto3.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20.png"/><Relationship Id="rId4" Type="http://schemas.openxmlformats.org/officeDocument/2006/relationships/image" Target="../media/image21.png"/><Relationship Id="rId5" Type="http://schemas.microsoft.com/office/2007/relationships/hdphoto" Target="../media/hdphoto1.wdp"/></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21.png"/><Relationship Id="rId4" Type="http://schemas.microsoft.com/office/2007/relationships/hdphoto" Target="../media/hdphoto1.wdp"/><Relationship Id="rId5" Type="http://schemas.openxmlformats.org/officeDocument/2006/relationships/image" Target="../media/image2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image" Target="../media/image25.png"/><Relationship Id="rId5" Type="http://schemas.microsoft.com/office/2007/relationships/hdphoto" Target="../media/hdphoto3.wdp"/></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21.png"/><Relationship Id="rId5" Type="http://schemas.microsoft.com/office/2007/relationships/hdphoto" Target="../media/hdphoto1.wdp"/></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1.png"/><Relationship Id="rId4" Type="http://schemas.microsoft.com/office/2007/relationships/hdphoto" Target="../media/hdphoto1.wdp"/><Relationship Id="rId5" Type="http://schemas.openxmlformats.org/officeDocument/2006/relationships/hyperlink" Target="uprazhneniya/05-zapisi.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 Id="rId3" Type="http://schemas.openxmlformats.org/officeDocument/2006/relationships/image" Target="../media/image31.png"/><Relationship Id="rId4" Type="http://schemas.microsoft.com/office/2007/relationships/hdphoto" Target="../media/hdphoto4.wdp"/></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21.png"/><Relationship Id="rId5" Type="http://schemas.microsoft.com/office/2007/relationships/hdphoto" Target="../media/hdphoto1.wdp"/><Relationship Id="rId6" Type="http://schemas.openxmlformats.org/officeDocument/2006/relationships/hyperlink" Target="uprazhneniya/06-risk-ili-net.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21.png"/><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jpg"/><Relationship Id="rId6" Type="http://schemas.openxmlformats.org/officeDocument/2006/relationships/image" Target="../media/image3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21.png"/><Relationship Id="rId4" Type="http://schemas.microsoft.com/office/2007/relationships/hdphoto" Target="../media/hdphoto1.wdp"/><Relationship Id="rId5" Type="http://schemas.openxmlformats.org/officeDocument/2006/relationships/hyperlink" Target="uprazhneniya/07-strategii.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21.png"/><Relationship Id="rId4" Type="http://schemas.microsoft.com/office/2007/relationships/hdphoto" Target="../media/hdphoto1.wdp"/><Relationship Id="rId5" Type="http://schemas.openxmlformats.org/officeDocument/2006/relationships/hyperlink" Target="uprazhneniya/08-opasnosti-aspekty.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chart" Target="../charts/char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21.png"/><Relationship Id="rId4" Type="http://schemas.microsoft.com/office/2007/relationships/hdphoto" Target="../media/hdphoto1.wdp"/><Relationship Id="rId5" Type="http://schemas.openxmlformats.org/officeDocument/2006/relationships/hyperlink" Target="uprazhneniya/09-proverka.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20.png"/><Relationship Id="rId4" Type="http://schemas.openxmlformats.org/officeDocument/2006/relationships/chart" Target="../charts/char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21.png"/><Relationship Id="rId4" Type="http://schemas.microsoft.com/office/2007/relationships/hdphoto" Target="../media/hdphoto1.wdp"/><Relationship Id="rId5" Type="http://schemas.openxmlformats.org/officeDocument/2006/relationships/hyperlink" Target="uprazhneniya/10-nesootvetstviya.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jpg"/><Relationship Id="rId7" Type="http://schemas.openxmlformats.org/officeDocument/2006/relationships/image" Target="../media/image41.png"/><Relationship Id="rId8"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20.png"/><Relationship Id="rId4" Type="http://schemas.openxmlformats.org/officeDocument/2006/relationships/image" Target="../media/image25.png"/><Relationship Id="rId5" Type="http://schemas.microsoft.com/office/2007/relationships/hdphoto" Target="../media/hdphoto3.wdp"/></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20.png"/><Relationship Id="rId4" Type="http://schemas.openxmlformats.org/officeDocument/2006/relationships/image" Target="../media/image21.png"/><Relationship Id="rId5" Type="http://schemas.microsoft.com/office/2007/relationships/hdphoto" Target="../media/hdphoto1.wdp"/><Relationship Id="rId6" Type="http://schemas.openxmlformats.org/officeDocument/2006/relationships/image" Target="../media/image4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21.png"/><Relationship Id="rId4" Type="http://schemas.microsoft.com/office/2007/relationships/hdphoto" Target="../media/hdphoto1.wdp"/><Relationship Id="rId5" Type="http://schemas.openxmlformats.org/officeDocument/2006/relationships/image" Target="../media/image43.png"/><Relationship Id="rId6" Type="http://schemas.openxmlformats.org/officeDocument/2006/relationships/hyperlink" Target="uprazhneniya/11-velosiped.htm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6.xml"/><Relationship Id="rId3" Type="http://schemas.openxmlformats.org/officeDocument/2006/relationships/image" Target="../media/image31.png"/><Relationship Id="rId4" Type="http://schemas.microsoft.com/office/2007/relationships/hdphoto" Target="../media/hdphoto4.wdp"/><Relationship Id="rId5" Type="http://schemas.openxmlformats.org/officeDocument/2006/relationships/hyperlink" Target="uprazhneniya/12-pit-stop.html"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7.xml"/><Relationship Id="rId3" Type="http://schemas.openxmlformats.org/officeDocument/2006/relationships/image" Target="../media/image31.png"/><Relationship Id="rId4" Type="http://schemas.microsoft.com/office/2007/relationships/hdphoto" Target="../media/hdphoto4.wdp"/><Relationship Id="rId5"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8.xml"/><Relationship Id="rId3" Type="http://schemas.openxmlformats.org/officeDocument/2006/relationships/image" Target="../media/image31.png"/><Relationship Id="rId4" Type="http://schemas.microsoft.com/office/2007/relationships/hdphoto" Target="../media/hdphoto4.wdp"/></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 name="Прямоугольник 10"/>
          <p:cNvSpPr/>
          <p:nvPr/>
        </p:nvSpPr>
        <p:spPr bwMode="auto">
          <a:xfrm>
            <a:off x="0" y="4281"/>
            <a:ext cx="12191999" cy="6858000"/>
          </a:xfrm>
          <a:prstGeom prst="rect">
            <a:avLst/>
          </a:prstGeom>
          <a:solidFill>
            <a:srgbClr val="0070B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defRPr/>
            </a:pPr>
            <a:endParaRPr lang="ru-RU" sz="1200">
              <a:solidFill>
                <a:schemeClr val="tx1"/>
              </a:solidFill>
            </a:endParaRPr>
          </a:p>
        </p:txBody>
      </p:sp>
      <p:grpSp>
        <p:nvGrpSpPr>
          <p:cNvPr id="29" name="Группа 28"/>
          <p:cNvGrpSpPr/>
          <p:nvPr/>
        </p:nvGrpSpPr>
        <p:grpSpPr bwMode="auto">
          <a:xfrm>
            <a:off x="10750886" y="4573492"/>
            <a:ext cx="610275" cy="612000"/>
            <a:chOff x="10750886" y="4573492"/>
            <a:chExt cx="610275" cy="612000"/>
          </a:xfrm>
        </p:grpSpPr>
        <p:pic>
          <p:nvPicPr>
            <p:cNvPr id="57" name="Рисунок 56"/>
            <p:cNvPicPr>
              <a:picLocks noChangeAspect="1"/>
            </p:cNvPicPr>
            <p:nvPr/>
          </p:nvPicPr>
          <p:blipFill>
            <a:blip r:embed="rId3">
              <a:duotone>
                <a:schemeClr val="bg2">
                  <a:shade val="45000"/>
                  <a:satMod val="135000"/>
                </a:schemeClr>
                <a:prstClr val="white"/>
              </a:duotone>
            </a:blip>
            <a:stretch/>
          </p:blipFill>
          <p:spPr bwMode="auto">
            <a:xfrm>
              <a:off x="10750886" y="4573492"/>
              <a:ext cx="610275" cy="612000"/>
            </a:xfrm>
            <a:prstGeom prst="rect">
              <a:avLst/>
            </a:prstGeom>
          </p:spPr>
        </p:pic>
        <p:pic>
          <p:nvPicPr>
            <p:cNvPr id="28" name="Рисунок 27"/>
            <p:cNvPicPr>
              <a:picLocks noChangeAspect="1"/>
            </p:cNvPicPr>
            <p:nvPr/>
          </p:nvPicPr>
          <p:blipFill>
            <a:blip r:embed="rId4">
              <a:duotone>
                <a:schemeClr val="bg2">
                  <a:shade val="45000"/>
                  <a:satMod val="135000"/>
                </a:schemeClr>
                <a:prstClr val="white"/>
              </a:duotone>
            </a:blip>
            <a:stretch/>
          </p:blipFill>
          <p:spPr bwMode="auto">
            <a:xfrm>
              <a:off x="10905406" y="4779454"/>
              <a:ext cx="301234" cy="200077"/>
            </a:xfrm>
            <a:prstGeom prst="rect">
              <a:avLst/>
            </a:prstGeom>
          </p:spPr>
        </p:pic>
      </p:grpSp>
      <p:grpSp>
        <p:nvGrpSpPr>
          <p:cNvPr id="26" name="Группа 25"/>
          <p:cNvGrpSpPr/>
          <p:nvPr/>
        </p:nvGrpSpPr>
        <p:grpSpPr bwMode="auto">
          <a:xfrm>
            <a:off x="9452468" y="4573492"/>
            <a:ext cx="610275" cy="612000"/>
            <a:chOff x="9448462" y="4573492"/>
            <a:chExt cx="610275" cy="612000"/>
          </a:xfrm>
        </p:grpSpPr>
        <p:pic>
          <p:nvPicPr>
            <p:cNvPr id="55" name="Рисунок 54"/>
            <p:cNvPicPr>
              <a:picLocks noChangeAspect="1"/>
            </p:cNvPicPr>
            <p:nvPr/>
          </p:nvPicPr>
          <p:blipFill>
            <a:blip r:embed="rId3">
              <a:duotone>
                <a:schemeClr val="bg2">
                  <a:shade val="45000"/>
                  <a:satMod val="135000"/>
                </a:schemeClr>
                <a:prstClr val="white"/>
              </a:duotone>
            </a:blip>
            <a:stretch/>
          </p:blipFill>
          <p:spPr bwMode="auto">
            <a:xfrm>
              <a:off x="9448462" y="4573492"/>
              <a:ext cx="610275" cy="612000"/>
            </a:xfrm>
            <a:prstGeom prst="rect">
              <a:avLst/>
            </a:prstGeom>
          </p:spPr>
        </p:pic>
        <p:pic>
          <p:nvPicPr>
            <p:cNvPr id="10" name="Рисунок 9"/>
            <p:cNvPicPr>
              <a:picLocks noChangeAspect="1"/>
            </p:cNvPicPr>
            <p:nvPr/>
          </p:nvPicPr>
          <p:blipFill>
            <a:blip r:embed="rId5">
              <a:duotone>
                <a:schemeClr val="bg2">
                  <a:shade val="45000"/>
                  <a:satMod val="135000"/>
                </a:schemeClr>
                <a:prstClr val="white"/>
              </a:duotone>
            </a:blip>
            <a:stretch/>
          </p:blipFill>
          <p:spPr bwMode="auto">
            <a:xfrm>
              <a:off x="9589940" y="4793812"/>
              <a:ext cx="327319" cy="171360"/>
            </a:xfrm>
            <a:prstGeom prst="rect">
              <a:avLst/>
            </a:prstGeom>
          </p:spPr>
        </p:pic>
      </p:grpSp>
      <p:grpSp>
        <p:nvGrpSpPr>
          <p:cNvPr id="20" name="Группа 19"/>
          <p:cNvGrpSpPr/>
          <p:nvPr/>
        </p:nvGrpSpPr>
        <p:grpSpPr bwMode="auto">
          <a:xfrm>
            <a:off x="7504841" y="4573492"/>
            <a:ext cx="610275" cy="612000"/>
            <a:chOff x="7513108" y="4573492"/>
            <a:chExt cx="610275" cy="612000"/>
          </a:xfrm>
        </p:grpSpPr>
        <p:pic>
          <p:nvPicPr>
            <p:cNvPr id="52" name="Рисунок 51"/>
            <p:cNvPicPr>
              <a:picLocks noChangeAspect="1"/>
            </p:cNvPicPr>
            <p:nvPr/>
          </p:nvPicPr>
          <p:blipFill>
            <a:blip r:embed="rId3">
              <a:duotone>
                <a:schemeClr val="bg2">
                  <a:shade val="45000"/>
                  <a:satMod val="135000"/>
                </a:schemeClr>
                <a:prstClr val="white"/>
              </a:duotone>
            </a:blip>
            <a:stretch/>
          </p:blipFill>
          <p:spPr bwMode="auto">
            <a:xfrm>
              <a:off x="7513108" y="4573492"/>
              <a:ext cx="610275" cy="612000"/>
            </a:xfrm>
            <a:prstGeom prst="rect">
              <a:avLst/>
            </a:prstGeom>
          </p:spPr>
        </p:pic>
        <p:pic>
          <p:nvPicPr>
            <p:cNvPr id="21" name="Рисунок 20"/>
            <p:cNvPicPr>
              <a:picLocks noChangeAspect="1"/>
            </p:cNvPicPr>
            <p:nvPr/>
          </p:nvPicPr>
          <p:blipFill>
            <a:blip r:embed="rId6">
              <a:duotone>
                <a:schemeClr val="bg2">
                  <a:shade val="45000"/>
                  <a:satMod val="135000"/>
                </a:schemeClr>
                <a:prstClr val="white"/>
              </a:duotone>
            </a:blip>
            <a:stretch/>
          </p:blipFill>
          <p:spPr bwMode="auto">
            <a:xfrm>
              <a:off x="7707484" y="4746700"/>
              <a:ext cx="221523" cy="265585"/>
            </a:xfrm>
            <a:prstGeom prst="rect">
              <a:avLst/>
            </a:prstGeom>
          </p:spPr>
        </p:pic>
      </p:grpSp>
      <p:grpSp>
        <p:nvGrpSpPr>
          <p:cNvPr id="24" name="Группа 23"/>
          <p:cNvGrpSpPr/>
          <p:nvPr/>
        </p:nvGrpSpPr>
        <p:grpSpPr bwMode="auto">
          <a:xfrm>
            <a:off x="8154050" y="4573492"/>
            <a:ext cx="610275" cy="612000"/>
            <a:chOff x="8173610" y="4573492"/>
            <a:chExt cx="610275" cy="612000"/>
          </a:xfrm>
        </p:grpSpPr>
        <p:pic>
          <p:nvPicPr>
            <p:cNvPr id="8" name="Рисунок 7"/>
            <p:cNvPicPr>
              <a:picLocks noChangeAspect="1"/>
            </p:cNvPicPr>
            <p:nvPr/>
          </p:nvPicPr>
          <p:blipFill>
            <a:blip r:embed="rId3">
              <a:duotone>
                <a:schemeClr val="bg2">
                  <a:shade val="45000"/>
                  <a:satMod val="135000"/>
                </a:schemeClr>
                <a:prstClr val="white"/>
              </a:duotone>
            </a:blip>
            <a:stretch/>
          </p:blipFill>
          <p:spPr bwMode="auto">
            <a:xfrm>
              <a:off x="8173610" y="4573492"/>
              <a:ext cx="610275" cy="612000"/>
            </a:xfrm>
            <a:prstGeom prst="rect">
              <a:avLst/>
            </a:prstGeom>
          </p:spPr>
        </p:pic>
        <p:pic>
          <p:nvPicPr>
            <p:cNvPr id="23" name="Рисунок 22"/>
            <p:cNvPicPr>
              <a:picLocks noChangeAspect="1"/>
            </p:cNvPicPr>
            <p:nvPr/>
          </p:nvPicPr>
          <p:blipFill>
            <a:blip r:embed="rId7">
              <a:duotone>
                <a:schemeClr val="bg2">
                  <a:shade val="45000"/>
                  <a:satMod val="135000"/>
                </a:schemeClr>
                <a:prstClr val="white"/>
              </a:duotone>
            </a:blip>
            <a:stretch/>
          </p:blipFill>
          <p:spPr bwMode="auto">
            <a:xfrm>
              <a:off x="8358747" y="4759492"/>
              <a:ext cx="240000" cy="240000"/>
            </a:xfrm>
            <a:prstGeom prst="rect">
              <a:avLst/>
            </a:prstGeom>
          </p:spPr>
        </p:pic>
      </p:grpSp>
      <p:grpSp>
        <p:nvGrpSpPr>
          <p:cNvPr id="25" name="Группа 24"/>
          <p:cNvGrpSpPr/>
          <p:nvPr/>
        </p:nvGrpSpPr>
        <p:grpSpPr bwMode="auto">
          <a:xfrm>
            <a:off x="8803259" y="4573492"/>
            <a:ext cx="610275" cy="612000"/>
            <a:chOff x="8809285" y="4573492"/>
            <a:chExt cx="610275" cy="612000"/>
          </a:xfrm>
        </p:grpSpPr>
        <p:pic>
          <p:nvPicPr>
            <p:cNvPr id="54" name="Рисунок 53"/>
            <p:cNvPicPr>
              <a:picLocks noChangeAspect="1"/>
            </p:cNvPicPr>
            <p:nvPr/>
          </p:nvPicPr>
          <p:blipFill>
            <a:blip r:embed="rId3">
              <a:duotone>
                <a:schemeClr val="bg2">
                  <a:shade val="45000"/>
                  <a:satMod val="135000"/>
                </a:schemeClr>
                <a:prstClr val="white"/>
              </a:duotone>
            </a:blip>
            <a:stretch/>
          </p:blipFill>
          <p:spPr bwMode="auto">
            <a:xfrm>
              <a:off x="8809285" y="4573492"/>
              <a:ext cx="610275" cy="612000"/>
            </a:xfrm>
            <a:prstGeom prst="rect">
              <a:avLst/>
            </a:prstGeom>
          </p:spPr>
        </p:pic>
        <p:pic>
          <p:nvPicPr>
            <p:cNvPr id="32" name="Рисунок 31"/>
            <p:cNvPicPr>
              <a:picLocks noChangeAspect="1"/>
            </p:cNvPicPr>
            <p:nvPr/>
          </p:nvPicPr>
          <p:blipFill>
            <a:blip r:embed="rId8">
              <a:duotone>
                <a:schemeClr val="bg2">
                  <a:shade val="45000"/>
                  <a:satMod val="135000"/>
                </a:schemeClr>
                <a:prstClr val="white"/>
              </a:duotone>
            </a:blip>
            <a:stretch/>
          </p:blipFill>
          <p:spPr bwMode="auto">
            <a:xfrm>
              <a:off x="8993770" y="4768220"/>
              <a:ext cx="241303" cy="222545"/>
            </a:xfrm>
            <a:prstGeom prst="rect">
              <a:avLst/>
            </a:prstGeom>
          </p:spPr>
        </p:pic>
      </p:grpSp>
      <p:grpSp>
        <p:nvGrpSpPr>
          <p:cNvPr id="27" name="Группа 26"/>
          <p:cNvGrpSpPr/>
          <p:nvPr/>
        </p:nvGrpSpPr>
        <p:grpSpPr bwMode="auto">
          <a:xfrm>
            <a:off x="10101677" y="4573492"/>
            <a:ext cx="610275" cy="612000"/>
            <a:chOff x="10140612" y="4573492"/>
            <a:chExt cx="610275" cy="612000"/>
          </a:xfrm>
        </p:grpSpPr>
        <p:pic>
          <p:nvPicPr>
            <p:cNvPr id="56" name="Рисунок 55"/>
            <p:cNvPicPr>
              <a:picLocks noChangeAspect="1"/>
            </p:cNvPicPr>
            <p:nvPr/>
          </p:nvPicPr>
          <p:blipFill>
            <a:blip r:embed="rId3">
              <a:duotone>
                <a:schemeClr val="bg2">
                  <a:shade val="45000"/>
                  <a:satMod val="135000"/>
                </a:schemeClr>
                <a:prstClr val="white"/>
              </a:duotone>
            </a:blip>
            <a:stretch/>
          </p:blipFill>
          <p:spPr bwMode="auto">
            <a:xfrm>
              <a:off x="10140612" y="4573492"/>
              <a:ext cx="610275" cy="612000"/>
            </a:xfrm>
            <a:prstGeom prst="rect">
              <a:avLst/>
            </a:prstGeom>
          </p:spPr>
        </p:pic>
        <p:pic>
          <p:nvPicPr>
            <p:cNvPr id="33" name="Рисунок 32"/>
            <p:cNvPicPr>
              <a:picLocks noChangeAspect="1"/>
            </p:cNvPicPr>
            <p:nvPr/>
          </p:nvPicPr>
          <p:blipFill>
            <a:blip r:embed="rId9">
              <a:duotone>
                <a:schemeClr val="bg2">
                  <a:shade val="45000"/>
                  <a:satMod val="135000"/>
                </a:schemeClr>
                <a:prstClr val="white"/>
              </a:duotone>
            </a:blip>
            <a:stretch/>
          </p:blipFill>
          <p:spPr bwMode="auto">
            <a:xfrm>
              <a:off x="10339827" y="4773569"/>
              <a:ext cx="211845" cy="211846"/>
            </a:xfrm>
            <a:prstGeom prst="rect">
              <a:avLst/>
            </a:prstGeom>
          </p:spPr>
        </p:pic>
      </p:grpSp>
      <p:grpSp>
        <p:nvGrpSpPr>
          <p:cNvPr id="15" name="Группа 14"/>
          <p:cNvGrpSpPr/>
          <p:nvPr/>
        </p:nvGrpSpPr>
        <p:grpSpPr bwMode="auto">
          <a:xfrm>
            <a:off x="6855632" y="4573492"/>
            <a:ext cx="610275" cy="612000"/>
            <a:chOff x="6855632" y="4573492"/>
            <a:chExt cx="610275" cy="612000"/>
          </a:xfrm>
        </p:grpSpPr>
        <p:pic>
          <p:nvPicPr>
            <p:cNvPr id="53" name="Рисунок 52"/>
            <p:cNvPicPr>
              <a:picLocks noChangeAspect="1"/>
            </p:cNvPicPr>
            <p:nvPr/>
          </p:nvPicPr>
          <p:blipFill>
            <a:blip r:embed="rId3">
              <a:duotone>
                <a:schemeClr val="bg2">
                  <a:shade val="45000"/>
                  <a:satMod val="135000"/>
                </a:schemeClr>
                <a:prstClr val="white"/>
              </a:duotone>
            </a:blip>
            <a:stretch/>
          </p:blipFill>
          <p:spPr bwMode="auto">
            <a:xfrm>
              <a:off x="6855632" y="4573492"/>
              <a:ext cx="610275" cy="612000"/>
            </a:xfrm>
            <a:prstGeom prst="rect">
              <a:avLst/>
            </a:prstGeom>
          </p:spPr>
        </p:pic>
        <p:pic>
          <p:nvPicPr>
            <p:cNvPr id="35" name="Рисунок 34"/>
            <p:cNvPicPr>
              <a:picLocks noChangeAspect="1"/>
            </p:cNvPicPr>
            <p:nvPr/>
          </p:nvPicPr>
          <p:blipFill>
            <a:blip r:embed="rId10">
              <a:duotone>
                <a:schemeClr val="bg2">
                  <a:shade val="45000"/>
                  <a:satMod val="135000"/>
                </a:schemeClr>
                <a:prstClr val="white"/>
              </a:duotone>
            </a:blip>
            <a:stretch/>
          </p:blipFill>
          <p:spPr bwMode="auto">
            <a:xfrm>
              <a:off x="7046094" y="4777492"/>
              <a:ext cx="229350" cy="204000"/>
            </a:xfrm>
            <a:prstGeom prst="rect">
              <a:avLst/>
            </a:prstGeom>
          </p:spPr>
        </p:pic>
      </p:grpSp>
      <p:sp>
        <p:nvSpPr>
          <p:cNvPr id="49" name="TextBox 48"/>
          <p:cNvSpPr txBox="1"/>
          <p:nvPr/>
        </p:nvSpPr>
        <p:spPr bwMode="auto">
          <a:xfrm>
            <a:off x="609600" y="5261542"/>
            <a:ext cx="4699795" cy="705562"/>
          </a:xfrm>
          <a:prstGeom prst="rect">
            <a:avLst/>
          </a:prstGeom>
          <a:noFill/>
        </p:spPr>
        <p:txBody>
          <a:bodyPr wrap="square" lIns="36000" tIns="36000" rIns="36000" bIns="36000" rtlCol="0">
            <a:noAutofit/>
          </a:bodyPr>
          <a:lstStyle/>
          <a:p>
            <a:pPr algn="l">
              <a:spcBef>
                <a:spcPts val="300"/>
              </a:spcBef>
              <a:spcAft>
                <a:spcPts val="1200"/>
              </a:spcAft>
              <a:defRPr/>
            </a:pPr>
            <a:r>
              <a:rPr lang="ru-RU" dirty="0">
                <a:solidFill>
                  <a:schemeClr val="bg1"/>
                </a:solidFill>
                <a:latin typeface="GPN_DIN Medium"/>
                <a:ea typeface="GPN_DIN Medium"/>
              </a:rPr>
              <a:t>И немного про интегрированную систему </a:t>
            </a:r>
            <a:r>
              <a:rPr lang="ru-RU" dirty="0" smtClean="0">
                <a:solidFill>
                  <a:schemeClr val="bg1"/>
                </a:solidFill>
                <a:latin typeface="GPN_DIN Medium"/>
                <a:ea typeface="GPN_DIN Medium"/>
              </a:rPr>
              <a:t>менеджмента ГПН-Снабжение</a:t>
            </a:r>
            <a:endParaRPr dirty="0"/>
          </a:p>
        </p:txBody>
      </p:sp>
      <p:sp>
        <p:nvSpPr>
          <p:cNvPr id="37" name="TextBox 36"/>
          <p:cNvSpPr txBox="1"/>
          <p:nvPr/>
        </p:nvSpPr>
        <p:spPr bwMode="auto">
          <a:xfrm>
            <a:off x="609600" y="1635640"/>
            <a:ext cx="6172775" cy="2533541"/>
          </a:xfrm>
          <a:prstGeom prst="rect">
            <a:avLst/>
          </a:prstGeom>
          <a:noFill/>
          <a:ln>
            <a:noFill/>
          </a:ln>
        </p:spPr>
        <p:txBody>
          <a:bodyPr wrap="square" lIns="36000" tIns="36000" rIns="36000" bIns="36000" rtlCol="0" anchor="ctr">
            <a:noAutofit/>
          </a:bodyPr>
          <a:lstStyle/>
          <a:p>
            <a:pPr>
              <a:lnSpc>
                <a:spcPct val="80000"/>
              </a:lnSpc>
              <a:spcBef>
                <a:spcPts val="300"/>
              </a:spcBef>
              <a:spcAft>
                <a:spcPts val="1800"/>
              </a:spcAft>
              <a:defRPr/>
            </a:pPr>
            <a:r>
              <a:rPr lang="ru-RU" sz="6000" b="1" dirty="0" smtClean="0">
                <a:solidFill>
                  <a:schemeClr val="bg1"/>
                </a:solidFill>
                <a:latin typeface="GPN_DIN Bold"/>
                <a:ea typeface="GPN_DIN Bold"/>
              </a:rPr>
              <a:t>ЗАДАЧА:</a:t>
            </a:r>
            <a:endParaRPr dirty="0"/>
          </a:p>
          <a:p>
            <a:pPr>
              <a:lnSpc>
                <a:spcPct val="80000"/>
              </a:lnSpc>
              <a:spcBef>
                <a:spcPts val="300"/>
              </a:spcBef>
              <a:spcAft>
                <a:spcPts val="1200"/>
              </a:spcAft>
              <a:defRPr/>
            </a:pPr>
            <a:r>
              <a:rPr lang="ru-RU" sz="4800" b="1" dirty="0" smtClean="0">
                <a:solidFill>
                  <a:schemeClr val="bg1"/>
                </a:solidFill>
                <a:latin typeface="GPN_DIN Bold"/>
                <a:ea typeface="GPN_DIN Bold"/>
              </a:rPr>
              <a:t>ВНЕДРИТЬ СИСТЕМУ МЕНЕДЖМЕНТА</a:t>
            </a:r>
            <a:endParaRPr lang="ru-RU" sz="4800" b="1" dirty="0">
              <a:solidFill>
                <a:schemeClr val="bg1"/>
              </a:solidFill>
              <a:latin typeface="GPN_DIN Bold"/>
              <a:ea typeface="GPN_DIN Bold"/>
            </a:endParaRPr>
          </a:p>
        </p:txBody>
      </p:sp>
      <p:cxnSp>
        <p:nvCxnSpPr>
          <p:cNvPr id="19" name="Прямая соединительная линия 18"/>
          <p:cNvCxnSpPr>
            <a:cxnSpLocks/>
          </p:cNvCxnSpPr>
          <p:nvPr/>
        </p:nvCxnSpPr>
        <p:spPr bwMode="auto">
          <a:xfrm>
            <a:off x="5011615" y="4012187"/>
            <a:ext cx="1762164" cy="1262637"/>
          </a:xfrm>
          <a:prstGeom prst="line">
            <a:avLst/>
          </a:prstGeom>
          <a:ln w="12700">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a:cxnSpLocks/>
          </p:cNvCxnSpPr>
          <p:nvPr/>
        </p:nvCxnSpPr>
        <p:spPr bwMode="auto">
          <a:xfrm>
            <a:off x="6773778" y="5274824"/>
            <a:ext cx="4788000" cy="0"/>
          </a:xfrm>
          <a:prstGeom prst="line">
            <a:avLst/>
          </a:prstGeom>
          <a:ln w="1270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bwMode="auto">
          <a:xfrm>
            <a:off x="6893732" y="5344222"/>
            <a:ext cx="4699795" cy="367410"/>
          </a:xfrm>
          <a:prstGeom prst="rect">
            <a:avLst/>
          </a:prstGeom>
          <a:noFill/>
        </p:spPr>
        <p:txBody>
          <a:bodyPr wrap="none" lIns="36000" tIns="36000" rIns="36000" bIns="36000" rtlCol="0">
            <a:noAutofit/>
          </a:bodyPr>
          <a:lstStyle/>
          <a:p>
            <a:pPr algn="l">
              <a:spcBef>
                <a:spcPts val="300"/>
              </a:spcBef>
              <a:spcAft>
                <a:spcPts val="1200"/>
              </a:spcAft>
              <a:defRPr/>
            </a:pPr>
            <a:r>
              <a:rPr lang="ru-RU" sz="1900" dirty="0" smtClean="0">
                <a:solidFill>
                  <a:schemeClr val="bg1"/>
                </a:solidFill>
                <a:latin typeface="GPN_DIN Medium"/>
                <a:ea typeface="GPN_DIN Medium"/>
              </a:rPr>
              <a:t>СИСТЕМА УПРАВЛЕНИЯ ПРЕДПРИЯТИЕМ</a:t>
            </a:r>
            <a:endParaRPr sz="1900" dirty="0"/>
          </a:p>
        </p:txBody>
      </p:sp>
      <p:sp>
        <p:nvSpPr>
          <p:cNvPr id="4" name="TextBox 3"/>
          <p:cNvSpPr txBox="1"/>
          <p:nvPr/>
        </p:nvSpPr>
        <p:spPr bwMode="auto">
          <a:xfrm>
            <a:off x="12309312" y="5083669"/>
            <a:ext cx="2133600" cy="308988"/>
          </a:xfrm>
          <a:prstGeom prst="rect">
            <a:avLst/>
          </a:prstGeom>
          <a:noFill/>
        </p:spPr>
        <p:txBody>
          <a:bodyPr wrap="square" lIns="36000" tIns="36000" rIns="36000" bIns="36000" rtlCol="0">
            <a:noAutofit/>
          </a:bodyPr>
          <a:lstStyle/>
          <a:p>
            <a:pPr algn="l">
              <a:lnSpc>
                <a:spcPct val="80000"/>
              </a:lnSpc>
              <a:spcBef>
                <a:spcPts val="300"/>
              </a:spcBef>
              <a:defRPr/>
            </a:pPr>
            <a:endParaRPr lang="ru-RU" sz="120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9" name="TextBox 48"/>
          <p:cNvSpPr txBox="1"/>
          <p:nvPr/>
        </p:nvSpPr>
        <p:spPr bwMode="auto">
          <a:xfrm>
            <a:off x="609600" y="578065"/>
            <a:ext cx="4699795" cy="591516"/>
          </a:xfrm>
          <a:prstGeom prst="rect">
            <a:avLst/>
          </a:prstGeom>
          <a:noFill/>
        </p:spPr>
        <p:txBody>
          <a:bodyPr wrap="none" lIns="36000" tIns="36000" rIns="36000" bIns="36000" rtlCol="0">
            <a:noAutofit/>
          </a:bodyPr>
          <a:lstStyle/>
          <a:p>
            <a:pPr>
              <a:spcBef>
                <a:spcPts val="300"/>
              </a:spcBef>
              <a:spcAft>
                <a:spcPts val="1200"/>
              </a:spcAft>
              <a:defRPr/>
            </a:pPr>
            <a:r>
              <a:rPr lang="ru-RU" sz="2400" b="1" dirty="0">
                <a:solidFill>
                  <a:srgbClr val="0070C0"/>
                </a:solidFill>
                <a:latin typeface="GPN_DIN Bold"/>
                <a:ea typeface="GPN_DIN Bold"/>
              </a:rPr>
              <a:t>5 ПРАВИЛ, ЧТОБЫ УЧИТЬСЯ ЭФФЕКТИВНЕЕ</a:t>
            </a:r>
            <a:endParaRPr dirty="0">
              <a:solidFill>
                <a:srgbClr val="0070C0"/>
              </a:solidFill>
            </a:endParaRPr>
          </a:p>
        </p:txBody>
      </p:sp>
      <p:pic>
        <p:nvPicPr>
          <p:cNvPr id="12" name="Рисунок 11"/>
          <p:cNvPicPr>
            <a:picLocks noChangeAspect="1"/>
          </p:cNvPicPr>
          <p:nvPr/>
        </p:nvPicPr>
        <p:blipFill>
          <a:blip r:embed="rId3"/>
          <a:srcRect t="8967"/>
          <a:stretch/>
        </p:blipFill>
        <p:spPr bwMode="auto">
          <a:xfrm>
            <a:off x="7152000" y="-14439"/>
            <a:ext cx="5040000" cy="6882063"/>
          </a:xfrm>
          <a:prstGeom prst="rect">
            <a:avLst/>
          </a:prstGeom>
        </p:spPr>
      </p:pic>
      <p:grpSp>
        <p:nvGrpSpPr>
          <p:cNvPr id="19" name="Группа 18"/>
          <p:cNvGrpSpPr/>
          <p:nvPr/>
        </p:nvGrpSpPr>
        <p:grpSpPr bwMode="auto">
          <a:xfrm>
            <a:off x="714114" y="1705373"/>
            <a:ext cx="5749763" cy="612000"/>
            <a:chOff x="737594" y="1481241"/>
            <a:chExt cx="5749763" cy="612000"/>
          </a:xfrm>
        </p:grpSpPr>
        <p:grpSp>
          <p:nvGrpSpPr>
            <p:cNvPr id="18" name="Группа 17"/>
            <p:cNvGrpSpPr/>
            <p:nvPr/>
          </p:nvGrpSpPr>
          <p:grpSpPr bwMode="auto">
            <a:xfrm>
              <a:off x="737594" y="1481241"/>
              <a:ext cx="612000" cy="612000"/>
              <a:chOff x="737594" y="1481241"/>
              <a:chExt cx="612000" cy="612000"/>
            </a:xfrm>
          </p:grpSpPr>
          <p:sp>
            <p:nvSpPr>
              <p:cNvPr id="30" name="Скругленный прямоугольник 29"/>
              <p:cNvSpPr/>
              <p:nvPr/>
            </p:nvSpPr>
            <p:spPr bwMode="auto">
              <a:xfrm rot="2700000">
                <a:off x="737594" y="1481241"/>
                <a:ext cx="612000" cy="612000"/>
              </a:xfrm>
              <a:prstGeom prst="roundRect">
                <a:avLst>
                  <a:gd name="adj" fmla="val 16667"/>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defRPr/>
                </a:pPr>
                <a:endParaRPr lang="ru-RU" sz="2000">
                  <a:solidFill>
                    <a:schemeClr val="tx1">
                      <a:lumMod val="50000"/>
                      <a:lumOff val="50000"/>
                    </a:schemeClr>
                  </a:solidFill>
                  <a:latin typeface="GPN_DIN Bold"/>
                  <a:ea typeface="GPN_DIN Bold"/>
                </a:endParaRPr>
              </a:p>
            </p:txBody>
          </p:sp>
          <p:pic>
            <p:nvPicPr>
              <p:cNvPr id="22" name="Рисунок 21"/>
              <p:cNvPicPr>
                <a:picLocks noChangeAspect="1"/>
              </p:cNvPicPr>
              <p:nvPr/>
            </p:nvPicPr>
            <p:blipFill>
              <a:blip r:embed="rId4">
                <a:lum bright="70000" contrast="-70000"/>
              </a:blip>
              <a:stretch/>
            </p:blipFill>
            <p:spPr bwMode="auto">
              <a:xfrm>
                <a:off x="809594" y="1557898"/>
                <a:ext cx="468000" cy="458687"/>
              </a:xfrm>
              <a:prstGeom prst="rect">
                <a:avLst/>
              </a:prstGeom>
            </p:spPr>
          </p:pic>
        </p:grpSp>
        <p:sp>
          <p:nvSpPr>
            <p:cNvPr id="72" name="TextBox 71"/>
            <p:cNvSpPr txBox="1"/>
            <p:nvPr/>
          </p:nvSpPr>
          <p:spPr bwMode="auto">
            <a:xfrm>
              <a:off x="1787562" y="1570863"/>
              <a:ext cx="4699795" cy="432756"/>
            </a:xfrm>
            <a:prstGeom prst="rect">
              <a:avLst/>
            </a:prstGeom>
            <a:noFill/>
          </p:spPr>
          <p:txBody>
            <a:bodyPr wrap="none" lIns="36000" tIns="36000" rIns="36000" bIns="36000" rtlCol="0" anchor="ctr" anchorCtr="0">
              <a:noAutofit/>
            </a:bodyPr>
            <a:lstStyle/>
            <a:p>
              <a:pPr>
                <a:spcBef>
                  <a:spcPts val="300"/>
                </a:spcBef>
                <a:spcAft>
                  <a:spcPts val="1200"/>
                </a:spcAft>
                <a:defRPr/>
              </a:pPr>
              <a:r>
                <a:rPr lang="ru-RU" sz="1600">
                  <a:latin typeface="DINPro-Light"/>
                  <a:ea typeface="GPN_DIN Regular"/>
                </a:rPr>
                <a:t>ТЕЛЕФОН</a:t>
              </a:r>
              <a:r>
                <a:rPr lang="en-US" sz="1600">
                  <a:latin typeface="DINPro-Light"/>
                  <a:ea typeface="GPN_DIN Regular"/>
                </a:rPr>
                <a:t> </a:t>
              </a:r>
              <a:r>
                <a:rPr lang="ru-RU" sz="1600">
                  <a:latin typeface="DINPro-Light"/>
                  <a:ea typeface="GPN_DIN Regular"/>
                </a:rPr>
                <a:t>на виброрежиме</a:t>
              </a:r>
            </a:p>
          </p:txBody>
        </p:sp>
      </p:grpSp>
      <p:grpSp>
        <p:nvGrpSpPr>
          <p:cNvPr id="21" name="Группа 20"/>
          <p:cNvGrpSpPr/>
          <p:nvPr/>
        </p:nvGrpSpPr>
        <p:grpSpPr bwMode="auto">
          <a:xfrm>
            <a:off x="745114" y="2701847"/>
            <a:ext cx="5749763" cy="612000"/>
            <a:chOff x="745114" y="2534908"/>
            <a:chExt cx="5749763" cy="612000"/>
          </a:xfrm>
        </p:grpSpPr>
        <p:sp>
          <p:nvSpPr>
            <p:cNvPr id="73" name="TextBox 72"/>
            <p:cNvSpPr txBox="1"/>
            <p:nvPr/>
          </p:nvSpPr>
          <p:spPr bwMode="auto">
            <a:xfrm>
              <a:off x="1795082" y="2624529"/>
              <a:ext cx="4699795" cy="432756"/>
            </a:xfrm>
            <a:prstGeom prst="rect">
              <a:avLst/>
            </a:prstGeom>
            <a:noFill/>
          </p:spPr>
          <p:txBody>
            <a:bodyPr wrap="none" lIns="36000" tIns="36000" rIns="36000" bIns="36000" rtlCol="0" anchor="ctr" anchorCtr="0">
              <a:noAutofit/>
            </a:bodyPr>
            <a:lstStyle/>
            <a:p>
              <a:pPr>
                <a:spcBef>
                  <a:spcPts val="300"/>
                </a:spcBef>
                <a:spcAft>
                  <a:spcPts val="1200"/>
                </a:spcAft>
                <a:defRPr/>
              </a:pPr>
              <a:r>
                <a:rPr lang="ru-RU" sz="1600">
                  <a:latin typeface="DINPro-Light"/>
                  <a:ea typeface="GPN_DIN Condensed Regular"/>
                </a:rPr>
                <a:t>ПУНКТУАЛЬНОСТЬ</a:t>
              </a:r>
            </a:p>
          </p:txBody>
        </p:sp>
        <p:grpSp>
          <p:nvGrpSpPr>
            <p:cNvPr id="20" name="Группа 19"/>
            <p:cNvGrpSpPr/>
            <p:nvPr/>
          </p:nvGrpSpPr>
          <p:grpSpPr bwMode="auto">
            <a:xfrm>
              <a:off x="745114" y="2534908"/>
              <a:ext cx="612000" cy="612000"/>
              <a:chOff x="745114" y="2534908"/>
              <a:chExt cx="612000" cy="612000"/>
            </a:xfrm>
          </p:grpSpPr>
          <p:sp>
            <p:nvSpPr>
              <p:cNvPr id="67" name="Скругленный прямоугольник 66"/>
              <p:cNvSpPr/>
              <p:nvPr/>
            </p:nvSpPr>
            <p:spPr bwMode="auto">
              <a:xfrm rot="2700000">
                <a:off x="745114" y="2534908"/>
                <a:ext cx="612000" cy="612000"/>
              </a:xfrm>
              <a:prstGeom prst="roundRect">
                <a:avLst>
                  <a:gd name="adj" fmla="val 16667"/>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defRPr/>
                </a:pPr>
                <a:endParaRPr lang="ru-RU" sz="2000">
                  <a:solidFill>
                    <a:schemeClr val="tx1">
                      <a:lumMod val="50000"/>
                      <a:lumOff val="50000"/>
                    </a:schemeClr>
                  </a:solidFill>
                  <a:latin typeface="GPN_DIN Bold"/>
                  <a:ea typeface="GPN_DIN Bold"/>
                </a:endParaRPr>
              </a:p>
            </p:txBody>
          </p:sp>
          <p:pic>
            <p:nvPicPr>
              <p:cNvPr id="32" name="Рисунок 31"/>
              <p:cNvPicPr>
                <a:picLocks noChangeAspect="1"/>
              </p:cNvPicPr>
              <p:nvPr/>
            </p:nvPicPr>
            <p:blipFill>
              <a:blip r:embed="rId5">
                <a:lum bright="70000" contrast="-70000"/>
              </a:blip>
              <a:srcRect l="45158" t="18456" r="47952" b="68974"/>
              <a:stretch/>
            </p:blipFill>
            <p:spPr bwMode="auto">
              <a:xfrm>
                <a:off x="805706" y="2588908"/>
                <a:ext cx="490817" cy="504000"/>
              </a:xfrm>
              <a:prstGeom prst="rect">
                <a:avLst/>
              </a:prstGeom>
              <a:ln>
                <a:noFill/>
              </a:ln>
            </p:spPr>
          </p:pic>
        </p:grpSp>
      </p:grpSp>
      <p:grpSp>
        <p:nvGrpSpPr>
          <p:cNvPr id="35" name="Группа 34"/>
          <p:cNvGrpSpPr/>
          <p:nvPr/>
        </p:nvGrpSpPr>
        <p:grpSpPr bwMode="auto">
          <a:xfrm>
            <a:off x="714114" y="4699435"/>
            <a:ext cx="5749763" cy="612000"/>
            <a:chOff x="714114" y="4642242"/>
            <a:chExt cx="5749763" cy="612000"/>
          </a:xfrm>
        </p:grpSpPr>
        <p:sp>
          <p:nvSpPr>
            <p:cNvPr id="75" name="TextBox 74"/>
            <p:cNvSpPr txBox="1"/>
            <p:nvPr/>
          </p:nvSpPr>
          <p:spPr bwMode="auto">
            <a:xfrm>
              <a:off x="1764082" y="4731864"/>
              <a:ext cx="4699795" cy="432756"/>
            </a:xfrm>
            <a:prstGeom prst="rect">
              <a:avLst/>
            </a:prstGeom>
            <a:noFill/>
          </p:spPr>
          <p:txBody>
            <a:bodyPr wrap="none" lIns="36000" tIns="36000" rIns="36000" bIns="36000" rtlCol="0" anchor="ctr" anchorCtr="0">
              <a:noAutofit/>
            </a:bodyPr>
            <a:lstStyle/>
            <a:p>
              <a:pPr>
                <a:spcBef>
                  <a:spcPts val="300"/>
                </a:spcBef>
                <a:spcAft>
                  <a:spcPts val="1200"/>
                </a:spcAft>
                <a:defRPr/>
              </a:pPr>
              <a:r>
                <a:rPr lang="ru-RU" sz="1600">
                  <a:latin typeface="DINPro-Light"/>
                  <a:ea typeface="GPN_DIN Medium"/>
                </a:rPr>
                <a:t>ВОПРОСЫ приветствуются</a:t>
              </a:r>
            </a:p>
          </p:txBody>
        </p:sp>
        <p:grpSp>
          <p:nvGrpSpPr>
            <p:cNvPr id="34" name="Группа 33"/>
            <p:cNvGrpSpPr/>
            <p:nvPr/>
          </p:nvGrpSpPr>
          <p:grpSpPr bwMode="auto">
            <a:xfrm>
              <a:off x="714114" y="4642242"/>
              <a:ext cx="612000" cy="612000"/>
              <a:chOff x="714114" y="4642242"/>
              <a:chExt cx="612000" cy="612000"/>
            </a:xfrm>
          </p:grpSpPr>
          <p:sp>
            <p:nvSpPr>
              <p:cNvPr id="69" name="Скругленный прямоугольник 68"/>
              <p:cNvSpPr/>
              <p:nvPr/>
            </p:nvSpPr>
            <p:spPr bwMode="auto">
              <a:xfrm rot="2700000">
                <a:off x="714114" y="4642242"/>
                <a:ext cx="612000" cy="612000"/>
              </a:xfrm>
              <a:prstGeom prst="roundRect">
                <a:avLst>
                  <a:gd name="adj" fmla="val 16667"/>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defRPr/>
                </a:pPr>
                <a:endParaRPr lang="ru-RU" sz="2000">
                  <a:solidFill>
                    <a:schemeClr val="tx1">
                      <a:lumMod val="50000"/>
                      <a:lumOff val="50000"/>
                    </a:schemeClr>
                  </a:solidFill>
                  <a:latin typeface="GPN_DIN Bold"/>
                  <a:ea typeface="GPN_DIN Bold"/>
                </a:endParaRPr>
              </a:p>
            </p:txBody>
          </p:sp>
          <p:pic>
            <p:nvPicPr>
              <p:cNvPr id="20482" name="Picture 2" descr="Picture background"/>
              <p:cNvPicPr>
                <a:picLocks noChangeAspect="1" noChangeArrowheads="1"/>
              </p:cNvPicPr>
              <p:nvPr/>
            </p:nvPicPr>
            <p:blipFill>
              <a:blip r:embed="rId6">
                <a:biLevel thresh="25000"/>
              </a:blip>
              <a:srcRect l="31223" r="31305"/>
              <a:stretch/>
            </p:blipFill>
            <p:spPr bwMode="auto">
              <a:xfrm>
                <a:off x="862564" y="4714242"/>
                <a:ext cx="315101" cy="468000"/>
              </a:xfrm>
              <a:prstGeom prst="rect">
                <a:avLst/>
              </a:prstGeom>
              <a:noFill/>
            </p:spPr>
          </p:pic>
        </p:grpSp>
      </p:grpSp>
      <p:grpSp>
        <p:nvGrpSpPr>
          <p:cNvPr id="38" name="Группа 37"/>
          <p:cNvGrpSpPr/>
          <p:nvPr/>
        </p:nvGrpSpPr>
        <p:grpSpPr bwMode="auto">
          <a:xfrm>
            <a:off x="730496" y="5695910"/>
            <a:ext cx="5756861" cy="612000"/>
            <a:chOff x="730496" y="5695910"/>
            <a:chExt cx="5756861" cy="612000"/>
          </a:xfrm>
        </p:grpSpPr>
        <p:sp>
          <p:nvSpPr>
            <p:cNvPr id="76" name="TextBox 75"/>
            <p:cNvSpPr txBox="1"/>
            <p:nvPr/>
          </p:nvSpPr>
          <p:spPr bwMode="auto">
            <a:xfrm>
              <a:off x="1787562" y="5785532"/>
              <a:ext cx="4699795" cy="432756"/>
            </a:xfrm>
            <a:prstGeom prst="rect">
              <a:avLst/>
            </a:prstGeom>
            <a:noFill/>
          </p:spPr>
          <p:txBody>
            <a:bodyPr wrap="none" lIns="36000" tIns="36000" rIns="36000" bIns="36000" rtlCol="0" anchor="ctr" anchorCtr="0">
              <a:noAutofit/>
            </a:bodyPr>
            <a:lstStyle/>
            <a:p>
              <a:pPr>
                <a:spcBef>
                  <a:spcPts val="300"/>
                </a:spcBef>
                <a:spcAft>
                  <a:spcPts val="1200"/>
                </a:spcAft>
                <a:defRPr/>
              </a:pPr>
              <a:r>
                <a:rPr lang="ru-RU" sz="1600">
                  <a:latin typeface="DINPro-Light"/>
                  <a:ea typeface="GPN_DIN Medium"/>
                </a:rPr>
                <a:t>ПОЗИТИВ и УВАЖЕНИЕ</a:t>
              </a:r>
            </a:p>
          </p:txBody>
        </p:sp>
        <p:grpSp>
          <p:nvGrpSpPr>
            <p:cNvPr id="37" name="Группа 36"/>
            <p:cNvGrpSpPr/>
            <p:nvPr/>
          </p:nvGrpSpPr>
          <p:grpSpPr bwMode="auto">
            <a:xfrm>
              <a:off x="730496" y="5695910"/>
              <a:ext cx="618882" cy="612000"/>
              <a:chOff x="730496" y="5695910"/>
              <a:chExt cx="618882" cy="612000"/>
            </a:xfrm>
          </p:grpSpPr>
          <p:sp>
            <p:nvSpPr>
              <p:cNvPr id="70" name="Скругленный прямоугольник 69"/>
              <p:cNvSpPr/>
              <p:nvPr/>
            </p:nvSpPr>
            <p:spPr bwMode="auto">
              <a:xfrm rot="2700000">
                <a:off x="733937" y="5695910"/>
                <a:ext cx="612000" cy="612000"/>
              </a:xfrm>
              <a:prstGeom prst="roundRect">
                <a:avLst>
                  <a:gd name="adj" fmla="val 16667"/>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defRPr/>
                </a:pPr>
                <a:endParaRPr lang="ru-RU" sz="2000">
                  <a:solidFill>
                    <a:schemeClr val="tx1">
                      <a:lumMod val="50000"/>
                      <a:lumOff val="50000"/>
                    </a:schemeClr>
                  </a:solidFill>
                  <a:latin typeface="GPN_DIN Bold"/>
                  <a:ea typeface="GPN_DIN Bold"/>
                </a:endParaRPr>
              </a:p>
            </p:txBody>
          </p:sp>
          <p:pic>
            <p:nvPicPr>
              <p:cNvPr id="33" name="Рисунок 32"/>
              <p:cNvPicPr>
                <a:picLocks noChangeAspect="1"/>
              </p:cNvPicPr>
              <p:nvPr/>
            </p:nvPicPr>
            <p:blipFill>
              <a:blip r:embed="rId7">
                <a:duotone>
                  <a:schemeClr val="bg2">
                    <a:shade val="45000"/>
                    <a:satMod val="135000"/>
                  </a:schemeClr>
                  <a:prstClr val="white"/>
                </a:duotone>
              </a:blip>
              <a:stretch/>
            </p:blipFill>
            <p:spPr bwMode="auto">
              <a:xfrm>
                <a:off x="730496" y="5839910"/>
                <a:ext cx="618882" cy="324000"/>
              </a:xfrm>
              <a:prstGeom prst="rect">
                <a:avLst/>
              </a:prstGeom>
            </p:spPr>
          </p:pic>
        </p:grpSp>
      </p:grpSp>
      <p:grpSp>
        <p:nvGrpSpPr>
          <p:cNvPr id="28" name="Группа 27"/>
          <p:cNvGrpSpPr/>
          <p:nvPr/>
        </p:nvGrpSpPr>
        <p:grpSpPr bwMode="auto">
          <a:xfrm>
            <a:off x="714114" y="3698321"/>
            <a:ext cx="5749763" cy="616640"/>
            <a:chOff x="714114" y="3600143"/>
            <a:chExt cx="5749763" cy="616640"/>
          </a:xfrm>
        </p:grpSpPr>
        <p:sp>
          <p:nvSpPr>
            <p:cNvPr id="74" name="TextBox 73"/>
            <p:cNvSpPr txBox="1"/>
            <p:nvPr/>
          </p:nvSpPr>
          <p:spPr bwMode="auto">
            <a:xfrm>
              <a:off x="1764082" y="3600143"/>
              <a:ext cx="4699795" cy="616640"/>
            </a:xfrm>
            <a:prstGeom prst="rect">
              <a:avLst/>
            </a:prstGeom>
            <a:noFill/>
          </p:spPr>
          <p:txBody>
            <a:bodyPr wrap="none" lIns="36000" tIns="36000" rIns="36000" bIns="36000" rtlCol="0" anchor="ctr" anchorCtr="0">
              <a:noAutofit/>
            </a:bodyPr>
            <a:lstStyle/>
            <a:p>
              <a:pPr>
                <a:defRPr/>
              </a:pPr>
              <a:r>
                <a:rPr lang="ru-RU" sz="1600">
                  <a:latin typeface="DINPro-Light"/>
                  <a:ea typeface="GPN_DIN Regular"/>
                </a:rPr>
                <a:t>Участвуют ВСЕ – говорит ОДИН</a:t>
              </a:r>
            </a:p>
          </p:txBody>
        </p:sp>
        <p:grpSp>
          <p:nvGrpSpPr>
            <p:cNvPr id="23" name="Группа 22"/>
            <p:cNvGrpSpPr/>
            <p:nvPr/>
          </p:nvGrpSpPr>
          <p:grpSpPr bwMode="auto">
            <a:xfrm>
              <a:off x="714114" y="3602463"/>
              <a:ext cx="612000" cy="612000"/>
              <a:chOff x="714114" y="3588575"/>
              <a:chExt cx="612000" cy="612000"/>
            </a:xfrm>
          </p:grpSpPr>
          <p:sp>
            <p:nvSpPr>
              <p:cNvPr id="68" name="Скругленный прямоугольник 67"/>
              <p:cNvSpPr/>
              <p:nvPr/>
            </p:nvSpPr>
            <p:spPr bwMode="auto">
              <a:xfrm rot="2700000">
                <a:off x="714114" y="3588575"/>
                <a:ext cx="612000" cy="612000"/>
              </a:xfrm>
              <a:prstGeom prst="roundRect">
                <a:avLst>
                  <a:gd name="adj" fmla="val 16667"/>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defRPr/>
                </a:pPr>
                <a:endParaRPr lang="ru-RU" sz="2000">
                  <a:solidFill>
                    <a:schemeClr val="tx1">
                      <a:lumMod val="50000"/>
                      <a:lumOff val="50000"/>
                    </a:schemeClr>
                  </a:solidFill>
                  <a:latin typeface="GPN_DIN Bold"/>
                  <a:ea typeface="GPN_DIN Bold"/>
                </a:endParaRPr>
              </a:p>
            </p:txBody>
          </p:sp>
          <p:pic>
            <p:nvPicPr>
              <p:cNvPr id="20484" name="Picture 4" descr="Picture background"/>
              <p:cNvPicPr>
                <a:picLocks noChangeAspect="1" noChangeArrowheads="1"/>
              </p:cNvPicPr>
              <p:nvPr/>
            </p:nvPicPr>
            <p:blipFill>
              <a:blip r:embed="rId8">
                <a:lum bright="70000" contrast="-70000"/>
              </a:blip>
              <a:srcRect l="14188" t="5242" r="14212" b="4298"/>
              <a:stretch/>
            </p:blipFill>
            <p:spPr bwMode="auto">
              <a:xfrm>
                <a:off x="805000" y="3660575"/>
                <a:ext cx="430229" cy="468000"/>
              </a:xfrm>
              <a:prstGeom prst="rect">
                <a:avLst/>
              </a:prstGeom>
              <a:noFill/>
            </p:spPr>
          </p:pic>
        </p:grpSp>
      </p:grpSp>
    </p:spTree>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1. ОБЛАСТЬ ПРИМЕНЕНИЯ</a:t>
            </a:r>
            <a:endParaRPr sz="2000" dirty="0">
              <a:latin typeface="DINPro-Bold" panose="02000503030000020004" pitchFamily="50" charset="0"/>
            </a:endParaRPr>
          </a:p>
        </p:txBody>
      </p:sp>
      <p:grpSp>
        <p:nvGrpSpPr>
          <p:cNvPr id="49" name="Группа 48"/>
          <p:cNvGrpSpPr/>
          <p:nvPr/>
        </p:nvGrpSpPr>
        <p:grpSpPr>
          <a:xfrm>
            <a:off x="423307" y="1509747"/>
            <a:ext cx="3744000" cy="4057326"/>
            <a:chOff x="423307" y="1382151"/>
            <a:chExt cx="3744000" cy="4057326"/>
          </a:xfrm>
        </p:grpSpPr>
        <p:sp>
          <p:nvSpPr>
            <p:cNvPr id="44" name="Прямоугольник 27">
              <a:extLst>
                <a:ext uri="{FF2B5EF4-FFF2-40B4-BE49-F238E27FC236}">
                  <a16:creationId xmlns:a16="http://schemas.microsoft.com/office/drawing/2014/main" id="{0F67F8FC-846B-7DC9-7278-B25D2ABC8AED}"/>
                </a:ext>
              </a:extLst>
            </p:cNvPr>
            <p:cNvSpPr/>
            <p:nvPr/>
          </p:nvSpPr>
          <p:spPr>
            <a:xfrm>
              <a:off x="423307" y="1382151"/>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45" name="Прямоугольник 29">
              <a:extLst>
                <a:ext uri="{FF2B5EF4-FFF2-40B4-BE49-F238E27FC236}">
                  <a16:creationId xmlns:a16="http://schemas.microsoft.com/office/drawing/2014/main" id="{C3486913-A292-3BBC-8B74-66DCBC8DCF87}"/>
                </a:ext>
              </a:extLst>
            </p:cNvPr>
            <p:cNvSpPr/>
            <p:nvPr/>
          </p:nvSpPr>
          <p:spPr>
            <a:xfrm>
              <a:off x="423307"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Система</a:t>
              </a:r>
              <a:r>
                <a:rPr lang="ru-RU" sz="1200" dirty="0" smtClean="0">
                  <a:solidFill>
                    <a:schemeClr val="tx2"/>
                  </a:solidFill>
                  <a:latin typeface="DINPro-Light" panose="02000504040000020003" pitchFamily="50" charset="0"/>
                  <a:ea typeface="GPN_DIN Regular" panose="020B0504020202020204" pitchFamily="34" charset="-52"/>
                </a:rPr>
                <a:t> – совокупность взаимосвязанных элементов</a:t>
              </a:r>
            </a:p>
            <a:p>
              <a:pPr>
                <a:spcBef>
                  <a:spcPts val="600"/>
                </a:spcBef>
                <a:spcAft>
                  <a:spcPts val="600"/>
                </a:spcAft>
              </a:pPr>
              <a:r>
                <a:rPr lang="ru-RU" sz="1200" dirty="0">
                  <a:solidFill>
                    <a:schemeClr val="tx2"/>
                  </a:solidFill>
                  <a:latin typeface="DINPro-Bold" panose="02000503030000020004" pitchFamily="50" charset="0"/>
                  <a:ea typeface="GPN_DIN Regular" panose="020B0504020202020204" pitchFamily="34" charset="-52"/>
                </a:rPr>
                <a:t>Система менеджмента </a:t>
              </a:r>
              <a:r>
                <a:rPr lang="ru-RU" sz="1200" dirty="0" smtClean="0">
                  <a:solidFill>
                    <a:schemeClr val="tx2"/>
                  </a:solidFill>
                  <a:latin typeface="DINPro-Light" panose="02000504040000020003" pitchFamily="50" charset="0"/>
                  <a:ea typeface="GPN_DIN Regular" panose="020B0504020202020204" pitchFamily="34" charset="-52"/>
                </a:rPr>
                <a:t>—совокупность </a:t>
              </a:r>
              <a:r>
                <a:rPr lang="ru-RU" sz="1200" dirty="0">
                  <a:solidFill>
                    <a:schemeClr val="tx2"/>
                  </a:solidFill>
                  <a:latin typeface="DINPro-Light" panose="02000504040000020003" pitchFamily="50" charset="0"/>
                  <a:ea typeface="GPN_DIN Regular" panose="020B0504020202020204" pitchFamily="34" charset="-52"/>
                </a:rPr>
                <a:t>взаимосвязанных и взаимодействующих элементов организации, направленных на планирование, контроль и улучшение процессов для достижения целей </a:t>
              </a:r>
              <a:r>
                <a:rPr lang="ru-RU" sz="1200" dirty="0" smtClean="0">
                  <a:solidFill>
                    <a:schemeClr val="tx2"/>
                  </a:solidFill>
                  <a:latin typeface="DINPro-Light" panose="02000504040000020003" pitchFamily="50" charset="0"/>
                  <a:ea typeface="GPN_DIN Regular" panose="020B0504020202020204" pitchFamily="34" charset="-52"/>
                </a:rPr>
                <a:t>компании</a:t>
              </a:r>
              <a:endParaRPr lang="ru-RU" sz="1200" dirty="0">
                <a:solidFill>
                  <a:schemeClr val="tx2"/>
                </a:solidFill>
                <a:latin typeface="DINPro-Light" panose="02000504040000020003" pitchFamily="50" charset="0"/>
                <a:ea typeface="GPN_DIN Regular" panose="020B0504020202020204" pitchFamily="34" charset="-52"/>
              </a:endParaRPr>
            </a:p>
            <a:p>
              <a:pPr>
                <a:spcBef>
                  <a:spcPts val="600"/>
                </a:spcBef>
              </a:pPr>
              <a:r>
                <a:rPr lang="ru-RU" sz="1200" dirty="0">
                  <a:solidFill>
                    <a:schemeClr val="tx2"/>
                  </a:solidFill>
                  <a:latin typeface="DINPro-Bold" panose="02000503030000020004" pitchFamily="50" charset="0"/>
                  <a:ea typeface="GPN_DIN Regular" panose="020B0504020202020204" pitchFamily="34" charset="-52"/>
                </a:rPr>
                <a:t>Область </a:t>
              </a:r>
              <a:r>
                <a:rPr lang="ru-RU" sz="1200" dirty="0" smtClean="0">
                  <a:solidFill>
                    <a:schemeClr val="tx2"/>
                  </a:solidFill>
                  <a:latin typeface="DINPro-Bold" panose="02000503030000020004" pitchFamily="50" charset="0"/>
                  <a:ea typeface="GPN_DIN Regular" panose="020B0504020202020204" pitchFamily="34" charset="-52"/>
                </a:rPr>
                <a:t>применения</a:t>
              </a:r>
            </a:p>
            <a:p>
              <a:pPr marL="171450" indent="-171450">
                <a:spcBef>
                  <a:spcPts val="600"/>
                </a:spcBef>
                <a:buFontTx/>
                <a:buChar char="-"/>
              </a:pPr>
              <a:r>
                <a:rPr lang="ru-RU" sz="1200" dirty="0" smtClean="0">
                  <a:solidFill>
                    <a:schemeClr val="tx2"/>
                  </a:solidFill>
                  <a:latin typeface="DINPro-Light" panose="02000504040000020003" pitchFamily="50" charset="0"/>
                  <a:ea typeface="GPN_DIN Regular" panose="020B0504020202020204" pitchFamily="34" charset="-52"/>
                </a:rPr>
                <a:t>виды </a:t>
              </a:r>
              <a:r>
                <a:rPr lang="ru-RU" sz="1200" dirty="0">
                  <a:solidFill>
                    <a:schemeClr val="tx2"/>
                  </a:solidFill>
                  <a:latin typeface="DINPro-Light" panose="02000504040000020003" pitchFamily="50" charset="0"/>
                  <a:ea typeface="GPN_DIN Regular" panose="020B0504020202020204" pitchFamily="34" charset="-52"/>
                </a:rPr>
                <a:t>продукции </a:t>
              </a:r>
              <a:r>
                <a:rPr lang="ru-RU" sz="1200" dirty="0" smtClean="0">
                  <a:solidFill>
                    <a:schemeClr val="tx2"/>
                  </a:solidFill>
                  <a:latin typeface="DINPro-Light" panose="02000504040000020003" pitchFamily="50" charset="0"/>
                  <a:ea typeface="GPN_DIN Regular" panose="020B0504020202020204" pitchFamily="34" charset="-52"/>
                </a:rPr>
                <a:t>и/или </a:t>
              </a:r>
              <a:r>
                <a:rPr lang="ru-RU" sz="1200" dirty="0">
                  <a:solidFill>
                    <a:schemeClr val="tx2"/>
                  </a:solidFill>
                  <a:latin typeface="DINPro-Light" panose="02000504040000020003" pitchFamily="50" charset="0"/>
                  <a:ea typeface="GPN_DIN Regular" panose="020B0504020202020204" pitchFamily="34" charset="-52"/>
                </a:rPr>
                <a:t>виды услуг, на которые распространяется </a:t>
              </a:r>
              <a:r>
                <a:rPr lang="ru-RU" sz="1200" dirty="0" smtClean="0">
                  <a:solidFill>
                    <a:schemeClr val="tx2"/>
                  </a:solidFill>
                  <a:latin typeface="DINPro-Light" panose="02000504040000020003" pitchFamily="50" charset="0"/>
                  <a:ea typeface="GPN_DIN Regular" panose="020B0504020202020204" pitchFamily="34" charset="-52"/>
                </a:rPr>
                <a:t>система менеджмента;</a:t>
              </a:r>
            </a:p>
            <a:p>
              <a:pPr marL="171450" indent="-171450">
                <a:spcBef>
                  <a:spcPts val="600"/>
                </a:spcBef>
                <a:buFontTx/>
                <a:buChar char="-"/>
              </a:pPr>
              <a:r>
                <a:rPr lang="ru-RU" sz="1200" dirty="0" smtClean="0">
                  <a:solidFill>
                    <a:schemeClr val="tx2"/>
                  </a:solidFill>
                  <a:latin typeface="DINPro-Light" panose="02000504040000020003" pitchFamily="50" charset="0"/>
                  <a:ea typeface="GPN_DIN Regular" panose="020B0504020202020204" pitchFamily="34" charset="-52"/>
                </a:rPr>
                <a:t>объекты (площадки, участки, филиалы), на которые распространяется система менеджмента</a:t>
              </a:r>
              <a:endParaRPr lang="ru-RU" sz="1200" dirty="0">
                <a:solidFill>
                  <a:schemeClr val="tx2"/>
                </a:solidFill>
                <a:latin typeface="DINPro-Light" panose="02000504040000020003" pitchFamily="50" charset="0"/>
                <a:ea typeface="GPN_DIN Condensed Bold" panose="020B0504020202020204" pitchFamily="34" charset="0"/>
              </a:endParaRPr>
            </a:p>
          </p:txBody>
        </p:sp>
        <p:pic>
          <p:nvPicPr>
            <p:cNvPr id="5" name="Рисунок 4"/>
            <p:cNvPicPr>
              <a:picLocks noChangeAspect="1"/>
            </p:cNvPicPr>
            <p:nvPr/>
          </p:nvPicPr>
          <p:blipFill rotWithShape="1">
            <a:blip r:embed="rId3"/>
            <a:srcRect l="9020" r="9257"/>
            <a:stretch/>
          </p:blipFill>
          <p:spPr>
            <a:xfrm>
              <a:off x="492323" y="1433907"/>
              <a:ext cx="441293" cy="540000"/>
            </a:xfrm>
            <a:prstGeom prst="rect">
              <a:avLst/>
            </a:prstGeom>
          </p:spPr>
        </p:pic>
      </p:grpSp>
      <p:grpSp>
        <p:nvGrpSpPr>
          <p:cNvPr id="65" name="Группа 64"/>
          <p:cNvGrpSpPr/>
          <p:nvPr/>
        </p:nvGrpSpPr>
        <p:grpSpPr>
          <a:xfrm>
            <a:off x="6184771" y="1509747"/>
            <a:ext cx="3744000" cy="4057326"/>
            <a:chOff x="6184771" y="1382151"/>
            <a:chExt cx="3744000" cy="4057326"/>
          </a:xfrm>
        </p:grpSpPr>
        <p:sp>
          <p:nvSpPr>
            <p:cNvPr id="51" name="Прямоугольник 27">
              <a:extLst>
                <a:ext uri="{FF2B5EF4-FFF2-40B4-BE49-F238E27FC236}">
                  <a16:creationId xmlns:a16="http://schemas.microsoft.com/office/drawing/2014/main" id="{0F67F8FC-846B-7DC9-7278-B25D2ABC8AED}"/>
                </a:ext>
              </a:extLst>
            </p:cNvPr>
            <p:cNvSpPr/>
            <p:nvPr/>
          </p:nvSpPr>
          <p:spPr>
            <a:xfrm>
              <a:off x="6184771" y="1382151"/>
              <a:ext cx="3743377" cy="704398"/>
            </a:xfrm>
            <a:prstGeom prst="rect">
              <a:avLst/>
            </a:prstGeom>
            <a:solidFill>
              <a:srgbClr val="48A044"/>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ЗАДАНИЕ</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6184771"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Light" panose="02000504040000020003" pitchFamily="50" charset="0"/>
                  <a:ea typeface="GPN_DIN Regular" panose="020B0504020202020204" pitchFamily="34" charset="-52"/>
                </a:rPr>
                <a:t>Определить область применения системы менеджмента организации (ГПН-Снабжение)</a:t>
              </a:r>
            </a:p>
          </p:txBody>
        </p:sp>
        <p:pic>
          <p:nvPicPr>
            <p:cNvPr id="63" name="Рисунок 62"/>
            <p:cNvPicPr>
              <a:picLocks noChangeAspect="1"/>
            </p:cNvPicPr>
            <p:nvPr/>
          </p:nvPicPr>
          <p:blipFill rotWithShape="1">
            <a:blip r:embed="rId4">
              <a:extLst>
                <a:ext uri="{BEBA8EAE-BF5A-486C-A8C5-ECC9F3942E4B}">
                  <a14:imgProps xmlns:a14="http://schemas.microsoft.com/office/drawing/2010/main">
                    <a14:imgLayer r:embed="rId5">
                      <a14:imgEffect>
                        <a14:backgroundRemoval t="2930" b="100000" l="11133" r="98926"/>
                      </a14:imgEffect>
                    </a14:imgLayer>
                  </a14:imgProps>
                </a:ext>
              </a:extLst>
            </a:blip>
            <a:srcRect l="10869" t="2218"/>
            <a:stretch/>
          </p:blipFill>
          <p:spPr>
            <a:xfrm>
              <a:off x="6315738" y="1433907"/>
              <a:ext cx="492226" cy="5400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391187" y="1309271"/>
            <a:ext cx="8000338" cy="65288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r>
              <a:rPr lang="ru-RU" sz="1600" dirty="0">
                <a:solidFill>
                  <a:schemeClr val="tx2"/>
                </a:solidFill>
                <a:latin typeface="GPN_DIN Condensed Medium" panose="020B0606020202020204" pitchFamily="34" charset="-52"/>
                <a:ea typeface="GPN_DIN Condensed Medium" panose="020B0606020202020204" pitchFamily="34" charset="-52"/>
              </a:rPr>
              <a:t>Определить область применения системы менеджмента организации (ГПН-Снабжение)</a:t>
            </a: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sp>
        <p:nvSpPr>
          <p:cNvPr id="11" name="Прямоугольник 29">
            <a:extLst>
              <a:ext uri="{FF2B5EF4-FFF2-40B4-BE49-F238E27FC236}">
                <a16:creationId xmlns:a16="http://schemas.microsoft.com/office/drawing/2014/main" id="{C3486913-A292-3BBC-8B74-66DCBC8DCF87}"/>
              </a:ext>
            </a:extLst>
          </p:cNvPr>
          <p:cNvSpPr/>
          <p:nvPr/>
        </p:nvSpPr>
        <p:spPr>
          <a:xfrm>
            <a:off x="391187" y="2309395"/>
            <a:ext cx="2330748" cy="2024479"/>
          </a:xfrm>
          <a:prstGeom prst="rect">
            <a:avLst/>
          </a:prstGeom>
          <a:solidFill>
            <a:srgbClr val="F2F2F2"/>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marL="285750" indent="-285750">
              <a:spcBef>
                <a:spcPts val="600"/>
              </a:spcBef>
              <a:spcAft>
                <a:spcPts val="600"/>
              </a:spcAft>
              <a:buFont typeface="Arial" panose="020B0604020202020204" pitchFamily="34" charset="0"/>
              <a:buChar char="•"/>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9" name="Прямоугольник 29">
            <a:extLst>
              <a:ext uri="{FF2B5EF4-FFF2-40B4-BE49-F238E27FC236}">
                <a16:creationId xmlns:a16="http://schemas.microsoft.com/office/drawing/2014/main" id="{C3486913-A292-3BBC-8B74-66DCBC8DCF87}"/>
              </a:ext>
            </a:extLst>
          </p:cNvPr>
          <p:cNvSpPr/>
          <p:nvPr/>
        </p:nvSpPr>
        <p:spPr>
          <a:xfrm>
            <a:off x="3225982" y="2309395"/>
            <a:ext cx="2330748" cy="2024479"/>
          </a:xfrm>
          <a:prstGeom prst="rect">
            <a:avLst/>
          </a:prstGeom>
          <a:solidFill>
            <a:srgbClr val="F2F2F2"/>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marL="285750" indent="-285750">
              <a:spcBef>
                <a:spcPts val="600"/>
              </a:spcBef>
              <a:spcAft>
                <a:spcPts val="600"/>
              </a:spcAft>
              <a:buFont typeface="Arial" panose="020B0604020202020204" pitchFamily="34" charset="0"/>
              <a:buChar char="•"/>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13" name="Прямоугольник 29">
            <a:extLst>
              <a:ext uri="{FF2B5EF4-FFF2-40B4-BE49-F238E27FC236}">
                <a16:creationId xmlns:a16="http://schemas.microsoft.com/office/drawing/2014/main" id="{C3486913-A292-3BBC-8B74-66DCBC8DCF87}"/>
              </a:ext>
            </a:extLst>
          </p:cNvPr>
          <p:cNvSpPr/>
          <p:nvPr/>
        </p:nvSpPr>
        <p:spPr>
          <a:xfrm>
            <a:off x="6060777" y="2309395"/>
            <a:ext cx="2330748" cy="2024479"/>
          </a:xfrm>
          <a:prstGeom prst="rect">
            <a:avLst/>
          </a:prstGeom>
          <a:solidFill>
            <a:srgbClr val="F2F2F2"/>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marL="285750" indent="-285750">
              <a:spcBef>
                <a:spcPts val="600"/>
              </a:spcBef>
              <a:spcAft>
                <a:spcPts val="600"/>
              </a:spcAft>
              <a:buFont typeface="Arial" panose="020B0604020202020204" pitchFamily="34" charset="0"/>
              <a:buChar char="•"/>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64" name="Кнопка интерактив">
            <a:hlinkClick r:id="rId5"/>
          </p:cNvPr>
          <p:cNvSpPr/>
          <p:nvPr/>
        </p:nvSpPr>
        <p:spPr>
          <a:xfrm>
            <a:off x="9642000" y="6098000"/>
            <a:ext cx="2300000" cy="560000"/>
          </a:xfrm>
          <a:prstGeom prst="roundRect">
            <a:avLst/>
          </a:prstGeom>
          <a:solidFill>
            <a:srgbClr val="E659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  ИНТЕРАКТИВ</a:t>
            </a:r>
          </a:p>
        </p:txBody>
      </p:sp>
    </p:spTree>
    <p:extLst>
      <p:ext uri="{BB962C8B-B14F-4D97-AF65-F5344CB8AC3E}">
        <p14:creationId xmlns:p14="http://schemas.microsoft.com/office/powerpoint/2010/main" val="265330071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391187" y="1309271"/>
            <a:ext cx="8000338" cy="65288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r>
              <a:rPr lang="ru-RU" sz="1600" dirty="0">
                <a:solidFill>
                  <a:schemeClr val="tx2"/>
                </a:solidFill>
                <a:latin typeface="GPN_DIN Condensed Medium" panose="020B0606020202020204" pitchFamily="34" charset="-52"/>
                <a:ea typeface="GPN_DIN Condensed Medium" panose="020B0606020202020204" pitchFamily="34" charset="-52"/>
              </a:rPr>
              <a:t>Определить область применения системы менеджмента организации (ГПН-Снабжение)</a:t>
            </a: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sp>
        <p:nvSpPr>
          <p:cNvPr id="11" name="Прямоугольник 29">
            <a:extLst>
              <a:ext uri="{FF2B5EF4-FFF2-40B4-BE49-F238E27FC236}">
                <a16:creationId xmlns:a16="http://schemas.microsoft.com/office/drawing/2014/main" id="{C3486913-A292-3BBC-8B74-66DCBC8DCF87}"/>
              </a:ext>
            </a:extLst>
          </p:cNvPr>
          <p:cNvSpPr/>
          <p:nvPr/>
        </p:nvSpPr>
        <p:spPr>
          <a:xfrm>
            <a:off x="391187" y="2309395"/>
            <a:ext cx="8000338" cy="2024479"/>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marL="285750" indent="-285750">
              <a:spcBef>
                <a:spcPts val="600"/>
              </a:spcBef>
              <a:spcAft>
                <a:spcPts val="600"/>
              </a:spcAft>
              <a:buFont typeface="Arial" panose="020B0604020202020204" pitchFamily="34" charset="0"/>
              <a:buChar char="•"/>
            </a:pPr>
            <a:r>
              <a:rPr lang="ru-RU" sz="1600" dirty="0" smtClean="0">
                <a:solidFill>
                  <a:schemeClr val="tx2"/>
                </a:solidFill>
                <a:latin typeface="DINPro-Light" panose="02000504040000020003" pitchFamily="50" charset="0"/>
                <a:ea typeface="GPN_DIN Condensed Medium" panose="020B0606020202020204" pitchFamily="34" charset="-52"/>
              </a:rPr>
              <a:t>услуги </a:t>
            </a:r>
            <a:r>
              <a:rPr lang="ru-RU" sz="1600" dirty="0">
                <a:solidFill>
                  <a:schemeClr val="tx2"/>
                </a:solidFill>
                <a:latin typeface="DINPro-Light" panose="02000504040000020003" pitchFamily="50" charset="0"/>
                <a:ea typeface="GPN_DIN Condensed Medium" panose="020B0606020202020204" pitchFamily="34" charset="-52"/>
              </a:rPr>
              <a:t>складской логистики и управление транспортной логистикой</a:t>
            </a:r>
            <a:r>
              <a:rPr lang="ru-RU" sz="1600" dirty="0" smtClean="0">
                <a:solidFill>
                  <a:schemeClr val="tx2"/>
                </a:solidFill>
                <a:latin typeface="DINPro-Light" panose="02000504040000020003" pitchFamily="50" charset="0"/>
                <a:ea typeface="GPN_DIN Condensed Medium" panose="020B0606020202020204" pitchFamily="34" charset="-52"/>
              </a:rPr>
              <a:t>,</a:t>
            </a:r>
          </a:p>
          <a:p>
            <a:pPr marL="285750" indent="-285750">
              <a:spcBef>
                <a:spcPts val="600"/>
              </a:spcBef>
              <a:spcAft>
                <a:spcPts val="600"/>
              </a:spcAft>
              <a:buFont typeface="Arial" panose="020B0604020202020204" pitchFamily="34" charset="0"/>
              <a:buChar char="•"/>
            </a:pPr>
            <a:r>
              <a:rPr lang="ru-RU" sz="1600" dirty="0" smtClean="0">
                <a:solidFill>
                  <a:schemeClr val="tx2"/>
                </a:solidFill>
                <a:latin typeface="DINPro-Light" panose="02000504040000020003" pitchFamily="50" charset="0"/>
                <a:ea typeface="GPN_DIN Condensed Medium" panose="020B0606020202020204" pitchFamily="34" charset="-52"/>
              </a:rPr>
              <a:t>управление закупками,</a:t>
            </a:r>
          </a:p>
          <a:p>
            <a:pPr marL="285750" indent="-285750">
              <a:spcBef>
                <a:spcPts val="600"/>
              </a:spcBef>
              <a:spcAft>
                <a:spcPts val="600"/>
              </a:spcAft>
              <a:buFont typeface="Arial" panose="020B0604020202020204" pitchFamily="34" charset="0"/>
              <a:buChar char="•"/>
            </a:pPr>
            <a:r>
              <a:rPr lang="ru-RU" sz="1600" dirty="0" smtClean="0">
                <a:solidFill>
                  <a:schemeClr val="tx2"/>
                </a:solidFill>
                <a:latin typeface="DINPro-Light" panose="02000504040000020003" pitchFamily="50" charset="0"/>
                <a:ea typeface="GPN_DIN Condensed Medium" panose="020B0606020202020204" pitchFamily="34" charset="-52"/>
              </a:rPr>
              <a:t>организация </a:t>
            </a:r>
            <a:r>
              <a:rPr lang="ru-RU" sz="1600" dirty="0">
                <a:solidFill>
                  <a:schemeClr val="tx2"/>
                </a:solidFill>
                <a:latin typeface="DINPro-Light" panose="02000504040000020003" pitchFamily="50" charset="0"/>
                <a:ea typeface="GPN_DIN Condensed Medium" panose="020B0606020202020204" pitchFamily="34" charset="-52"/>
              </a:rPr>
              <a:t>перевозки груза авиационным, речным и морским </a:t>
            </a:r>
            <a:r>
              <a:rPr lang="ru-RU" sz="1600" dirty="0" smtClean="0">
                <a:solidFill>
                  <a:schemeClr val="tx2"/>
                </a:solidFill>
                <a:latin typeface="DINPro-Light" panose="02000504040000020003" pitchFamily="50" charset="0"/>
                <a:ea typeface="GPN_DIN Condensed Medium" panose="020B0606020202020204" pitchFamily="34" charset="-52"/>
              </a:rPr>
              <a:t>транспортом,</a:t>
            </a:r>
          </a:p>
          <a:p>
            <a:pPr marL="285750" indent="-285750">
              <a:spcBef>
                <a:spcPts val="600"/>
              </a:spcBef>
              <a:spcAft>
                <a:spcPts val="600"/>
              </a:spcAft>
              <a:buFont typeface="Arial" panose="020B0604020202020204" pitchFamily="34" charset="0"/>
              <a:buChar char="•"/>
            </a:pPr>
            <a:r>
              <a:rPr lang="ru-RU" sz="1600" dirty="0" smtClean="0">
                <a:solidFill>
                  <a:schemeClr val="tx2"/>
                </a:solidFill>
                <a:latin typeface="DINPro-Light" panose="02000504040000020003" pitchFamily="50" charset="0"/>
                <a:ea typeface="GPN_DIN Condensed Medium" panose="020B0606020202020204" pitchFamily="34" charset="-52"/>
              </a:rPr>
              <a:t>организация </a:t>
            </a:r>
            <a:r>
              <a:rPr lang="ru-RU" sz="1600" dirty="0">
                <a:solidFill>
                  <a:schemeClr val="tx2"/>
                </a:solidFill>
                <a:latin typeface="DINPro-Light" panose="02000504040000020003" pitchFamily="50" charset="0"/>
                <a:ea typeface="GPN_DIN Condensed Medium" panose="020B0606020202020204" pitchFamily="34" charset="-52"/>
              </a:rPr>
              <a:t>инспекционных услуг и услуг по проведению технических </a:t>
            </a:r>
            <a:r>
              <a:rPr lang="ru-RU" sz="1600" dirty="0" smtClean="0">
                <a:solidFill>
                  <a:schemeClr val="tx2"/>
                </a:solidFill>
                <a:latin typeface="DINPro-Light" panose="02000504040000020003" pitchFamily="50" charset="0"/>
                <a:ea typeface="GPN_DIN Condensed Medium" panose="020B0606020202020204" pitchFamily="34" charset="-52"/>
              </a:rPr>
              <a:t>аудитов,</a:t>
            </a:r>
          </a:p>
          <a:p>
            <a:pPr marL="285750" indent="-285750">
              <a:spcBef>
                <a:spcPts val="600"/>
              </a:spcBef>
              <a:spcAft>
                <a:spcPts val="600"/>
              </a:spcAft>
              <a:buFont typeface="Arial" panose="020B0604020202020204" pitchFamily="34" charset="0"/>
              <a:buChar char="•"/>
            </a:pPr>
            <a:r>
              <a:rPr lang="ru-RU" sz="1600" dirty="0" smtClean="0">
                <a:solidFill>
                  <a:schemeClr val="tx2"/>
                </a:solidFill>
                <a:latin typeface="DINPro-Light" panose="02000504040000020003" pitchFamily="50" charset="0"/>
                <a:ea typeface="GPN_DIN Condensed Medium" panose="020B0606020202020204" pitchFamily="34" charset="-52"/>
              </a:rPr>
              <a:t>инженерные </a:t>
            </a:r>
            <a:r>
              <a:rPr lang="ru-RU" sz="1600" dirty="0">
                <a:solidFill>
                  <a:schemeClr val="tx2"/>
                </a:solidFill>
                <a:latin typeface="DINPro-Light" panose="02000504040000020003" pitchFamily="50" charset="0"/>
                <a:ea typeface="GPN_DIN Condensed Medium" panose="020B0606020202020204" pitchFamily="34" charset="-52"/>
              </a:rPr>
              <a:t>изыскания в строительстве</a:t>
            </a:r>
          </a:p>
        </p:txBody>
      </p:sp>
    </p:spTree>
    <p:extLst>
      <p:ext uri="{BB962C8B-B14F-4D97-AF65-F5344CB8AC3E}">
        <p14:creationId xmlns:p14="http://schemas.microsoft.com/office/powerpoint/2010/main" val="426096378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7957B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СТАНДАРТЫ НА СИСТЕМЫ МЕНЕДЖМЕНТА</a:t>
            </a:r>
            <a:endParaRPr sz="2000" dirty="0">
              <a:latin typeface="DINPro-Bold" panose="02000503030000020004" pitchFamily="50" charset="0"/>
            </a:endParaRPr>
          </a:p>
        </p:txBody>
      </p:sp>
      <p:pic>
        <p:nvPicPr>
          <p:cNvPr id="2" name="Рисунок 1"/>
          <p:cNvPicPr>
            <a:picLocks noChangeAspect="1"/>
          </p:cNvPicPr>
          <p:nvPr/>
        </p:nvPicPr>
        <p:blipFill>
          <a:blip r:embed="rId3"/>
          <a:stretch>
            <a:fillRect/>
          </a:stretch>
        </p:blipFill>
        <p:spPr>
          <a:xfrm>
            <a:off x="8160000" y="971999"/>
            <a:ext cx="4032000" cy="2520000"/>
          </a:xfrm>
          <a:prstGeom prst="rect">
            <a:avLst/>
          </a:prstGeom>
        </p:spPr>
      </p:pic>
      <p:grpSp>
        <p:nvGrpSpPr>
          <p:cNvPr id="8" name="Группа 7"/>
          <p:cNvGrpSpPr/>
          <p:nvPr/>
        </p:nvGrpSpPr>
        <p:grpSpPr>
          <a:xfrm>
            <a:off x="127431" y="1251993"/>
            <a:ext cx="2784737" cy="1364445"/>
            <a:chOff x="127583" y="1467437"/>
            <a:chExt cx="2784737" cy="1364445"/>
          </a:xfrm>
        </p:grpSpPr>
        <p:grpSp>
          <p:nvGrpSpPr>
            <p:cNvPr id="6" name="Группа 5"/>
            <p:cNvGrpSpPr>
              <a:grpSpLocks noChangeAspect="1"/>
            </p:cNvGrpSpPr>
            <p:nvPr/>
          </p:nvGrpSpPr>
          <p:grpSpPr>
            <a:xfrm>
              <a:off x="817419" y="1467437"/>
              <a:ext cx="1405064" cy="828000"/>
              <a:chOff x="956930" y="1519624"/>
              <a:chExt cx="1892596" cy="1115300"/>
            </a:xfrm>
          </p:grpSpPr>
          <p:pic>
            <p:nvPicPr>
              <p:cNvPr id="3" name="Рисунок 2"/>
              <p:cNvPicPr>
                <a:picLocks noChangeAspect="1"/>
              </p:cNvPicPr>
              <p:nvPr/>
            </p:nvPicPr>
            <p:blipFill rotWithShape="1">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0" b="100000" l="10000" r="90000">
                            <a14:foregroundMark x1="28504" y1="32779" x2="28504" y2="32779"/>
                          </a14:backgroundRemoval>
                        </a14:imgEffect>
                      </a14:imgLayer>
                    </a14:imgProps>
                  </a:ext>
                </a:extLst>
              </a:blip>
              <a:srcRect l="18768" r="18826"/>
              <a:stretch/>
            </p:blipFill>
            <p:spPr>
              <a:xfrm>
                <a:off x="1244030" y="1574737"/>
                <a:ext cx="1329286" cy="1008000"/>
              </a:xfrm>
              <a:prstGeom prst="rect">
                <a:avLst/>
              </a:prstGeom>
            </p:spPr>
          </p:pic>
          <p:sp>
            <p:nvSpPr>
              <p:cNvPr id="4" name="Овал 3"/>
              <p:cNvSpPr/>
              <p:nvPr/>
            </p:nvSpPr>
            <p:spPr bwMode="auto">
              <a:xfrm>
                <a:off x="956930" y="1519624"/>
                <a:ext cx="1892596" cy="1115300"/>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7" name="TextBox 6"/>
            <p:cNvSpPr txBox="1"/>
            <p:nvPr/>
          </p:nvSpPr>
          <p:spPr bwMode="auto">
            <a:xfrm>
              <a:off x="127583" y="2308662"/>
              <a:ext cx="2784737" cy="523220"/>
            </a:xfrm>
            <a:prstGeom prst="rect">
              <a:avLst/>
            </a:prstGeom>
            <a:noFill/>
          </p:spPr>
          <p:txBody>
            <a:bodyPr wrap="none" rtlCol="0">
              <a:spAutoFit/>
            </a:bodyPr>
            <a:lstStyle/>
            <a:p>
              <a:pPr algn="ctr"/>
              <a:r>
                <a:rPr lang="ru-RU" sz="1400" dirty="0">
                  <a:solidFill>
                    <a:schemeClr val="bg2">
                      <a:lumMod val="25000"/>
                    </a:schemeClr>
                  </a:solidFill>
                </a:rPr>
                <a:t>ГОСТ Р ИСО </a:t>
              </a:r>
              <a:r>
                <a:rPr lang="ru-RU" sz="1400" dirty="0" smtClean="0">
                  <a:solidFill>
                    <a:schemeClr val="bg2">
                      <a:lumMod val="25000"/>
                    </a:schemeClr>
                  </a:solidFill>
                </a:rPr>
                <a:t>9001-2015</a:t>
              </a:r>
            </a:p>
            <a:p>
              <a:pPr algn="ctr"/>
              <a:r>
                <a:rPr lang="ru-RU" sz="1400" dirty="0" smtClean="0">
                  <a:solidFill>
                    <a:schemeClr val="bg2">
                      <a:lumMod val="25000"/>
                    </a:schemeClr>
                  </a:solidFill>
                </a:rPr>
                <a:t>Системы </a:t>
              </a:r>
              <a:r>
                <a:rPr lang="ru-RU" sz="1400" dirty="0">
                  <a:solidFill>
                    <a:schemeClr val="bg2">
                      <a:lumMod val="25000"/>
                    </a:schemeClr>
                  </a:solidFill>
                </a:rPr>
                <a:t>менеджмента качества</a:t>
              </a:r>
            </a:p>
          </p:txBody>
        </p:sp>
      </p:grpSp>
      <p:grpSp>
        <p:nvGrpSpPr>
          <p:cNvPr id="17" name="Группа 16"/>
          <p:cNvGrpSpPr/>
          <p:nvPr/>
        </p:nvGrpSpPr>
        <p:grpSpPr>
          <a:xfrm>
            <a:off x="749785" y="2966628"/>
            <a:ext cx="2157963" cy="1579889"/>
            <a:chOff x="440973" y="1467437"/>
            <a:chExt cx="2157963" cy="1579889"/>
          </a:xfrm>
        </p:grpSpPr>
        <p:grpSp>
          <p:nvGrpSpPr>
            <p:cNvPr id="18" name="Группа 17"/>
            <p:cNvGrpSpPr>
              <a:grpSpLocks noChangeAspect="1"/>
            </p:cNvGrpSpPr>
            <p:nvPr/>
          </p:nvGrpSpPr>
          <p:grpSpPr>
            <a:xfrm>
              <a:off x="817419" y="1467437"/>
              <a:ext cx="1405064" cy="828000"/>
              <a:chOff x="956930" y="1519624"/>
              <a:chExt cx="1892596" cy="1115300"/>
            </a:xfrm>
          </p:grpSpPr>
          <p:pic>
            <p:nvPicPr>
              <p:cNvPr id="20" name="Рисунок 19"/>
              <p:cNvPicPr>
                <a:picLocks noChangeAspect="1"/>
              </p:cNvPicPr>
              <p:nvPr/>
            </p:nvPicPr>
            <p:blipFill rotWithShape="1">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0" b="100000" l="10000" r="90000">
                            <a14:foregroundMark x1="28504" y1="32779" x2="28504" y2="32779"/>
                          </a14:backgroundRemoval>
                        </a14:imgEffect>
                      </a14:imgLayer>
                    </a14:imgProps>
                  </a:ext>
                </a:extLst>
              </a:blip>
              <a:srcRect l="18768" r="18826"/>
              <a:stretch/>
            </p:blipFill>
            <p:spPr>
              <a:xfrm>
                <a:off x="1244030" y="1574737"/>
                <a:ext cx="1329286" cy="1008000"/>
              </a:xfrm>
              <a:prstGeom prst="rect">
                <a:avLst/>
              </a:prstGeom>
            </p:spPr>
          </p:pic>
          <p:sp>
            <p:nvSpPr>
              <p:cNvPr id="21" name="Овал 20"/>
              <p:cNvSpPr/>
              <p:nvPr/>
            </p:nvSpPr>
            <p:spPr bwMode="auto">
              <a:xfrm>
                <a:off x="956930" y="1519624"/>
                <a:ext cx="1892596" cy="1115300"/>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19" name="TextBox 18"/>
            <p:cNvSpPr txBox="1"/>
            <p:nvPr/>
          </p:nvSpPr>
          <p:spPr bwMode="auto">
            <a:xfrm>
              <a:off x="440973" y="2308662"/>
              <a:ext cx="2157963" cy="738664"/>
            </a:xfrm>
            <a:prstGeom prst="rect">
              <a:avLst/>
            </a:prstGeom>
            <a:noFill/>
          </p:spPr>
          <p:txBody>
            <a:bodyPr wrap="none" rtlCol="0">
              <a:spAutoFit/>
            </a:bodyPr>
            <a:lstStyle/>
            <a:p>
              <a:pPr algn="ctr"/>
              <a:r>
                <a:rPr lang="ru-RU" sz="1400" dirty="0">
                  <a:solidFill>
                    <a:schemeClr val="bg2">
                      <a:lumMod val="25000"/>
                    </a:schemeClr>
                  </a:solidFill>
                </a:rPr>
                <a:t>ГОСТ Р ИСО </a:t>
              </a:r>
              <a:r>
                <a:rPr lang="ru-RU" sz="1400" dirty="0" smtClean="0">
                  <a:solidFill>
                    <a:schemeClr val="bg2">
                      <a:lumMod val="25000"/>
                    </a:schemeClr>
                  </a:solidFill>
                </a:rPr>
                <a:t>14001-2016</a:t>
              </a:r>
            </a:p>
            <a:p>
              <a:pPr algn="ctr"/>
              <a:r>
                <a:rPr lang="ru-RU" sz="1400" dirty="0" smtClean="0">
                  <a:solidFill>
                    <a:schemeClr val="bg2">
                      <a:lumMod val="25000"/>
                    </a:schemeClr>
                  </a:solidFill>
                </a:rPr>
                <a:t>Системы экологического</a:t>
              </a:r>
            </a:p>
            <a:p>
              <a:pPr algn="ctr"/>
              <a:r>
                <a:rPr lang="ru-RU" sz="1400" dirty="0" smtClean="0">
                  <a:solidFill>
                    <a:schemeClr val="bg2">
                      <a:lumMod val="25000"/>
                    </a:schemeClr>
                  </a:solidFill>
                </a:rPr>
                <a:t>менеджмента</a:t>
              </a:r>
              <a:endParaRPr lang="ru-RU" sz="1400" dirty="0">
                <a:solidFill>
                  <a:schemeClr val="bg2">
                    <a:lumMod val="25000"/>
                  </a:schemeClr>
                </a:solidFill>
              </a:endParaRPr>
            </a:p>
          </p:txBody>
        </p:sp>
      </p:grpSp>
      <p:grpSp>
        <p:nvGrpSpPr>
          <p:cNvPr id="22" name="Группа 21"/>
          <p:cNvGrpSpPr/>
          <p:nvPr/>
        </p:nvGrpSpPr>
        <p:grpSpPr>
          <a:xfrm>
            <a:off x="3263909" y="1386522"/>
            <a:ext cx="2090637" cy="1795332"/>
            <a:chOff x="474635" y="1467437"/>
            <a:chExt cx="2090637" cy="1795332"/>
          </a:xfrm>
        </p:grpSpPr>
        <p:grpSp>
          <p:nvGrpSpPr>
            <p:cNvPr id="23" name="Группа 22"/>
            <p:cNvGrpSpPr>
              <a:grpSpLocks noChangeAspect="1"/>
            </p:cNvGrpSpPr>
            <p:nvPr/>
          </p:nvGrpSpPr>
          <p:grpSpPr>
            <a:xfrm>
              <a:off x="817419" y="1467437"/>
              <a:ext cx="1405064" cy="828000"/>
              <a:chOff x="956930" y="1519624"/>
              <a:chExt cx="1892596" cy="1115300"/>
            </a:xfrm>
          </p:grpSpPr>
          <p:pic>
            <p:nvPicPr>
              <p:cNvPr id="25" name="Рисунок 24"/>
              <p:cNvPicPr>
                <a:picLocks noChangeAspect="1"/>
              </p:cNvPicPr>
              <p:nvPr/>
            </p:nvPicPr>
            <p:blipFill rotWithShape="1">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0" b="100000" l="10000" r="90000">
                            <a14:foregroundMark x1="28504" y1="32779" x2="28504" y2="32779"/>
                          </a14:backgroundRemoval>
                        </a14:imgEffect>
                      </a14:imgLayer>
                    </a14:imgProps>
                  </a:ext>
                </a:extLst>
              </a:blip>
              <a:srcRect l="18768" r="18826"/>
              <a:stretch/>
            </p:blipFill>
            <p:spPr>
              <a:xfrm>
                <a:off x="1244030" y="1574737"/>
                <a:ext cx="1329286" cy="1008000"/>
              </a:xfrm>
              <a:prstGeom prst="rect">
                <a:avLst/>
              </a:prstGeom>
            </p:spPr>
          </p:pic>
          <p:sp>
            <p:nvSpPr>
              <p:cNvPr id="26" name="Овал 25"/>
              <p:cNvSpPr/>
              <p:nvPr/>
            </p:nvSpPr>
            <p:spPr bwMode="auto">
              <a:xfrm>
                <a:off x="956930" y="1519624"/>
                <a:ext cx="1892596" cy="1115300"/>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24" name="TextBox 23"/>
            <p:cNvSpPr txBox="1"/>
            <p:nvPr/>
          </p:nvSpPr>
          <p:spPr bwMode="auto">
            <a:xfrm>
              <a:off x="474635" y="2308662"/>
              <a:ext cx="2090637" cy="954107"/>
            </a:xfrm>
            <a:prstGeom prst="rect">
              <a:avLst/>
            </a:prstGeom>
            <a:noFill/>
          </p:spPr>
          <p:txBody>
            <a:bodyPr wrap="none" rtlCol="0">
              <a:spAutoFit/>
            </a:bodyPr>
            <a:lstStyle/>
            <a:p>
              <a:pPr algn="ctr"/>
              <a:r>
                <a:rPr lang="ru-RU" sz="1400" dirty="0">
                  <a:solidFill>
                    <a:schemeClr val="bg2">
                      <a:lumMod val="25000"/>
                    </a:schemeClr>
                  </a:solidFill>
                </a:rPr>
                <a:t>ГОСТ Р ИСО </a:t>
              </a:r>
              <a:r>
                <a:rPr lang="ru-RU" sz="1400" dirty="0" smtClean="0">
                  <a:solidFill>
                    <a:schemeClr val="bg2">
                      <a:lumMod val="25000"/>
                    </a:schemeClr>
                  </a:solidFill>
                </a:rPr>
                <a:t>45001-2020</a:t>
              </a:r>
            </a:p>
            <a:p>
              <a:pPr algn="ctr"/>
              <a:r>
                <a:rPr lang="ru-RU" sz="1400" dirty="0">
                  <a:solidFill>
                    <a:schemeClr val="bg2">
                      <a:lumMod val="25000"/>
                    </a:schemeClr>
                  </a:solidFill>
                </a:rPr>
                <a:t>Системы </a:t>
              </a:r>
              <a:r>
                <a:rPr lang="ru-RU" sz="1400" dirty="0" smtClean="0">
                  <a:solidFill>
                    <a:schemeClr val="bg2">
                      <a:lumMod val="25000"/>
                    </a:schemeClr>
                  </a:solidFill>
                </a:rPr>
                <a:t>менеджмента</a:t>
              </a:r>
            </a:p>
            <a:p>
              <a:pPr algn="ctr"/>
              <a:r>
                <a:rPr lang="ru-RU" sz="1400" dirty="0" smtClean="0">
                  <a:solidFill>
                    <a:schemeClr val="bg2">
                      <a:lumMod val="25000"/>
                    </a:schemeClr>
                  </a:solidFill>
                </a:rPr>
                <a:t>безопасности </a:t>
              </a:r>
              <a:r>
                <a:rPr lang="ru-RU" sz="1400" dirty="0">
                  <a:solidFill>
                    <a:schemeClr val="bg2">
                      <a:lumMod val="25000"/>
                    </a:schemeClr>
                  </a:solidFill>
                </a:rPr>
                <a:t>труда </a:t>
              </a:r>
              <a:r>
                <a:rPr lang="ru-RU" sz="1400" dirty="0" smtClean="0">
                  <a:solidFill>
                    <a:schemeClr val="bg2">
                      <a:lumMod val="25000"/>
                    </a:schemeClr>
                  </a:solidFill>
                </a:rPr>
                <a:t>и</a:t>
              </a:r>
            </a:p>
            <a:p>
              <a:pPr algn="ctr"/>
              <a:r>
                <a:rPr lang="ru-RU" sz="1400" dirty="0" smtClean="0">
                  <a:solidFill>
                    <a:schemeClr val="bg2">
                      <a:lumMod val="25000"/>
                    </a:schemeClr>
                  </a:solidFill>
                </a:rPr>
                <a:t>охраны </a:t>
              </a:r>
              <a:r>
                <a:rPr lang="ru-RU" sz="1400" dirty="0">
                  <a:solidFill>
                    <a:schemeClr val="bg2">
                      <a:lumMod val="25000"/>
                    </a:schemeClr>
                  </a:solidFill>
                </a:rPr>
                <a:t>здоровья</a:t>
              </a:r>
            </a:p>
          </p:txBody>
        </p:sp>
      </p:grpSp>
      <p:grpSp>
        <p:nvGrpSpPr>
          <p:cNvPr id="27" name="Группа 26"/>
          <p:cNvGrpSpPr/>
          <p:nvPr/>
        </p:nvGrpSpPr>
        <p:grpSpPr>
          <a:xfrm>
            <a:off x="5571817" y="4983361"/>
            <a:ext cx="3050835" cy="1579889"/>
            <a:chOff x="-5460" y="1467437"/>
            <a:chExt cx="3050835" cy="1579889"/>
          </a:xfrm>
        </p:grpSpPr>
        <p:grpSp>
          <p:nvGrpSpPr>
            <p:cNvPr id="28" name="Группа 27"/>
            <p:cNvGrpSpPr>
              <a:grpSpLocks noChangeAspect="1"/>
            </p:cNvGrpSpPr>
            <p:nvPr/>
          </p:nvGrpSpPr>
          <p:grpSpPr>
            <a:xfrm>
              <a:off x="817419" y="1467437"/>
              <a:ext cx="1405064" cy="828000"/>
              <a:chOff x="956930" y="1519624"/>
              <a:chExt cx="1892596" cy="1115300"/>
            </a:xfrm>
          </p:grpSpPr>
          <p:pic>
            <p:nvPicPr>
              <p:cNvPr id="30" name="Рисунок 29"/>
              <p:cNvPicPr>
                <a:picLocks noChangeAspect="1"/>
              </p:cNvPicPr>
              <p:nvPr/>
            </p:nvPicPr>
            <p:blipFill rotWithShape="1">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0" b="100000" l="10000" r="90000">
                            <a14:foregroundMark x1="28504" y1="32779" x2="28504" y2="32779"/>
                          </a14:backgroundRemoval>
                        </a14:imgEffect>
                      </a14:imgLayer>
                    </a14:imgProps>
                  </a:ext>
                </a:extLst>
              </a:blip>
              <a:srcRect l="18768" r="18826"/>
              <a:stretch/>
            </p:blipFill>
            <p:spPr>
              <a:xfrm>
                <a:off x="1244030" y="1574737"/>
                <a:ext cx="1329286" cy="1008000"/>
              </a:xfrm>
              <a:prstGeom prst="rect">
                <a:avLst/>
              </a:prstGeom>
            </p:spPr>
          </p:pic>
          <p:sp>
            <p:nvSpPr>
              <p:cNvPr id="31" name="Овал 30"/>
              <p:cNvSpPr/>
              <p:nvPr/>
            </p:nvSpPr>
            <p:spPr bwMode="auto">
              <a:xfrm>
                <a:off x="956930" y="1519624"/>
                <a:ext cx="1892596" cy="1115300"/>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29" name="TextBox 28"/>
            <p:cNvSpPr txBox="1"/>
            <p:nvPr/>
          </p:nvSpPr>
          <p:spPr bwMode="auto">
            <a:xfrm>
              <a:off x="-5460" y="2308662"/>
              <a:ext cx="3050835" cy="738664"/>
            </a:xfrm>
            <a:prstGeom prst="rect">
              <a:avLst/>
            </a:prstGeom>
            <a:noFill/>
          </p:spPr>
          <p:txBody>
            <a:bodyPr wrap="none" rtlCol="0">
              <a:spAutoFit/>
            </a:bodyPr>
            <a:lstStyle/>
            <a:p>
              <a:pPr algn="ctr"/>
              <a:r>
                <a:rPr lang="ru-RU" sz="1400" dirty="0">
                  <a:solidFill>
                    <a:schemeClr val="bg2">
                      <a:lumMod val="25000"/>
                    </a:schemeClr>
                  </a:solidFill>
                </a:rPr>
                <a:t>ГОСТ Р ИСО </a:t>
              </a:r>
              <a:r>
                <a:rPr lang="ru-RU" sz="1400" dirty="0" smtClean="0">
                  <a:solidFill>
                    <a:schemeClr val="bg2">
                      <a:lumMod val="25000"/>
                    </a:schemeClr>
                  </a:solidFill>
                </a:rPr>
                <a:t>39001-2014</a:t>
              </a:r>
            </a:p>
            <a:p>
              <a:pPr algn="ctr"/>
              <a:r>
                <a:rPr lang="ru-RU" sz="1400" dirty="0" smtClean="0">
                  <a:solidFill>
                    <a:schemeClr val="bg2">
                      <a:lumMod val="25000"/>
                    </a:schemeClr>
                  </a:solidFill>
                </a:rPr>
                <a:t>Системы менеджмента</a:t>
              </a:r>
            </a:p>
            <a:p>
              <a:pPr algn="ctr"/>
              <a:r>
                <a:rPr lang="ru-RU" sz="1400" dirty="0">
                  <a:solidFill>
                    <a:schemeClr val="bg2">
                      <a:lumMod val="25000"/>
                    </a:schemeClr>
                  </a:solidFill>
                </a:rPr>
                <a:t>б</a:t>
              </a:r>
              <a:r>
                <a:rPr lang="ru-RU" sz="1400" dirty="0" smtClean="0">
                  <a:solidFill>
                    <a:schemeClr val="bg2">
                      <a:lumMod val="25000"/>
                    </a:schemeClr>
                  </a:solidFill>
                </a:rPr>
                <a:t>езопасности дорожного движения</a:t>
              </a:r>
              <a:endParaRPr lang="ru-RU" sz="1400" dirty="0">
                <a:solidFill>
                  <a:schemeClr val="bg2">
                    <a:lumMod val="25000"/>
                  </a:schemeClr>
                </a:solidFill>
              </a:endParaRPr>
            </a:p>
          </p:txBody>
        </p:sp>
      </p:grpSp>
      <p:grpSp>
        <p:nvGrpSpPr>
          <p:cNvPr id="32" name="Группа 31"/>
          <p:cNvGrpSpPr/>
          <p:nvPr/>
        </p:nvGrpSpPr>
        <p:grpSpPr>
          <a:xfrm>
            <a:off x="127431" y="4715949"/>
            <a:ext cx="2247731" cy="1579889"/>
            <a:chOff x="396089" y="1467437"/>
            <a:chExt cx="2247731" cy="1579889"/>
          </a:xfrm>
        </p:grpSpPr>
        <p:grpSp>
          <p:nvGrpSpPr>
            <p:cNvPr id="33" name="Группа 32"/>
            <p:cNvGrpSpPr>
              <a:grpSpLocks noChangeAspect="1"/>
            </p:cNvGrpSpPr>
            <p:nvPr/>
          </p:nvGrpSpPr>
          <p:grpSpPr>
            <a:xfrm>
              <a:off x="817419" y="1467437"/>
              <a:ext cx="1405064" cy="828000"/>
              <a:chOff x="956930" y="1519624"/>
              <a:chExt cx="1892596" cy="1115300"/>
            </a:xfrm>
          </p:grpSpPr>
          <p:pic>
            <p:nvPicPr>
              <p:cNvPr id="35" name="Рисунок 34"/>
              <p:cNvPicPr>
                <a:picLocks noChangeAspect="1"/>
              </p:cNvPicPr>
              <p:nvPr/>
            </p:nvPicPr>
            <p:blipFill rotWithShape="1">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0" b="100000" l="10000" r="90000">
                            <a14:foregroundMark x1="28504" y1="32779" x2="28504" y2="32779"/>
                          </a14:backgroundRemoval>
                        </a14:imgEffect>
                      </a14:imgLayer>
                    </a14:imgProps>
                  </a:ext>
                </a:extLst>
              </a:blip>
              <a:srcRect l="18768" r="18826"/>
              <a:stretch/>
            </p:blipFill>
            <p:spPr>
              <a:xfrm>
                <a:off x="1244030" y="1574737"/>
                <a:ext cx="1329286" cy="1008000"/>
              </a:xfrm>
              <a:prstGeom prst="rect">
                <a:avLst/>
              </a:prstGeom>
            </p:spPr>
          </p:pic>
          <p:sp>
            <p:nvSpPr>
              <p:cNvPr id="36" name="Овал 35"/>
              <p:cNvSpPr/>
              <p:nvPr/>
            </p:nvSpPr>
            <p:spPr bwMode="auto">
              <a:xfrm>
                <a:off x="956930" y="1519624"/>
                <a:ext cx="1892596" cy="1115300"/>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34" name="TextBox 33"/>
            <p:cNvSpPr txBox="1"/>
            <p:nvPr/>
          </p:nvSpPr>
          <p:spPr bwMode="auto">
            <a:xfrm>
              <a:off x="396089" y="2308662"/>
              <a:ext cx="2247731" cy="738664"/>
            </a:xfrm>
            <a:prstGeom prst="rect">
              <a:avLst/>
            </a:prstGeom>
            <a:noFill/>
          </p:spPr>
          <p:txBody>
            <a:bodyPr wrap="none" rtlCol="0">
              <a:spAutoFit/>
            </a:bodyPr>
            <a:lstStyle/>
            <a:p>
              <a:pPr algn="ctr"/>
              <a:r>
                <a:rPr lang="ru-RU" sz="1400" dirty="0">
                  <a:solidFill>
                    <a:schemeClr val="bg2">
                      <a:lumMod val="25000"/>
                    </a:schemeClr>
                  </a:solidFill>
                </a:rPr>
                <a:t>ГОСТ Р ИСО </a:t>
              </a:r>
              <a:r>
                <a:rPr lang="ru-RU" sz="1400" dirty="0" smtClean="0">
                  <a:solidFill>
                    <a:schemeClr val="bg2">
                      <a:lumMod val="25000"/>
                    </a:schemeClr>
                  </a:solidFill>
                </a:rPr>
                <a:t>50001-2012</a:t>
              </a:r>
            </a:p>
            <a:p>
              <a:pPr algn="ctr"/>
              <a:r>
                <a:rPr lang="ru-RU" sz="1400" dirty="0" smtClean="0">
                  <a:solidFill>
                    <a:schemeClr val="bg2">
                      <a:lumMod val="25000"/>
                    </a:schemeClr>
                  </a:solidFill>
                </a:rPr>
                <a:t>Системы энергетического</a:t>
              </a:r>
            </a:p>
            <a:p>
              <a:pPr algn="ctr"/>
              <a:r>
                <a:rPr lang="ru-RU" sz="1400" dirty="0" smtClean="0">
                  <a:solidFill>
                    <a:schemeClr val="bg2">
                      <a:lumMod val="25000"/>
                    </a:schemeClr>
                  </a:solidFill>
                </a:rPr>
                <a:t>менеджмента</a:t>
              </a:r>
              <a:endParaRPr lang="ru-RU" sz="1400" dirty="0">
                <a:solidFill>
                  <a:schemeClr val="bg2">
                    <a:lumMod val="25000"/>
                  </a:schemeClr>
                </a:solidFill>
              </a:endParaRPr>
            </a:p>
          </p:txBody>
        </p:sp>
      </p:grpSp>
      <p:grpSp>
        <p:nvGrpSpPr>
          <p:cNvPr id="37" name="Группа 36"/>
          <p:cNvGrpSpPr/>
          <p:nvPr/>
        </p:nvGrpSpPr>
        <p:grpSpPr>
          <a:xfrm>
            <a:off x="2596309" y="4715260"/>
            <a:ext cx="2510624" cy="1579889"/>
            <a:chOff x="264643" y="1467437"/>
            <a:chExt cx="2510624" cy="1579889"/>
          </a:xfrm>
        </p:grpSpPr>
        <p:grpSp>
          <p:nvGrpSpPr>
            <p:cNvPr id="38" name="Группа 37"/>
            <p:cNvGrpSpPr>
              <a:grpSpLocks noChangeAspect="1"/>
            </p:cNvGrpSpPr>
            <p:nvPr/>
          </p:nvGrpSpPr>
          <p:grpSpPr>
            <a:xfrm>
              <a:off x="817419" y="1467437"/>
              <a:ext cx="1405064" cy="828000"/>
              <a:chOff x="956930" y="1519624"/>
              <a:chExt cx="1892596" cy="1115300"/>
            </a:xfrm>
          </p:grpSpPr>
          <p:pic>
            <p:nvPicPr>
              <p:cNvPr id="40" name="Рисунок 39"/>
              <p:cNvPicPr>
                <a:picLocks noChangeAspect="1"/>
              </p:cNvPicPr>
              <p:nvPr/>
            </p:nvPicPr>
            <p:blipFill rotWithShape="1">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0" b="100000" l="10000" r="90000">
                            <a14:foregroundMark x1="28504" y1="32779" x2="28504" y2="32779"/>
                          </a14:backgroundRemoval>
                        </a14:imgEffect>
                      </a14:imgLayer>
                    </a14:imgProps>
                  </a:ext>
                </a:extLst>
              </a:blip>
              <a:srcRect l="18768" r="18826"/>
              <a:stretch/>
            </p:blipFill>
            <p:spPr>
              <a:xfrm>
                <a:off x="1244030" y="1574737"/>
                <a:ext cx="1329286" cy="1008000"/>
              </a:xfrm>
              <a:prstGeom prst="rect">
                <a:avLst/>
              </a:prstGeom>
            </p:spPr>
          </p:pic>
          <p:sp>
            <p:nvSpPr>
              <p:cNvPr id="41" name="Овал 40"/>
              <p:cNvSpPr/>
              <p:nvPr/>
            </p:nvSpPr>
            <p:spPr bwMode="auto">
              <a:xfrm>
                <a:off x="956930" y="1519624"/>
                <a:ext cx="1892596" cy="1115300"/>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39" name="TextBox 38"/>
            <p:cNvSpPr txBox="1"/>
            <p:nvPr/>
          </p:nvSpPr>
          <p:spPr bwMode="auto">
            <a:xfrm>
              <a:off x="264643" y="2308662"/>
              <a:ext cx="2510624" cy="738664"/>
            </a:xfrm>
            <a:prstGeom prst="rect">
              <a:avLst/>
            </a:prstGeom>
            <a:noFill/>
          </p:spPr>
          <p:txBody>
            <a:bodyPr wrap="none" rtlCol="0">
              <a:spAutoFit/>
            </a:bodyPr>
            <a:lstStyle/>
            <a:p>
              <a:pPr algn="ctr"/>
              <a:r>
                <a:rPr lang="ru-RU" sz="1400" dirty="0">
                  <a:solidFill>
                    <a:schemeClr val="bg2">
                      <a:lumMod val="25000"/>
                    </a:schemeClr>
                  </a:solidFill>
                </a:rPr>
                <a:t>ГОСТ Р ИСО </a:t>
              </a:r>
              <a:r>
                <a:rPr lang="ru-RU" sz="1400" dirty="0" smtClean="0">
                  <a:solidFill>
                    <a:schemeClr val="bg2">
                      <a:lumMod val="25000"/>
                    </a:schemeClr>
                  </a:solidFill>
                </a:rPr>
                <a:t>26000-2012</a:t>
              </a:r>
            </a:p>
            <a:p>
              <a:pPr algn="ctr"/>
              <a:r>
                <a:rPr lang="ru-RU" sz="1400" dirty="0" smtClean="0">
                  <a:solidFill>
                    <a:schemeClr val="bg2">
                      <a:lumMod val="25000"/>
                    </a:schemeClr>
                  </a:solidFill>
                </a:rPr>
                <a:t>Системы менеджмента</a:t>
              </a:r>
            </a:p>
            <a:p>
              <a:pPr algn="ctr"/>
              <a:r>
                <a:rPr lang="ru-RU" sz="1400" dirty="0">
                  <a:solidFill>
                    <a:schemeClr val="bg2">
                      <a:lumMod val="25000"/>
                    </a:schemeClr>
                  </a:solidFill>
                </a:rPr>
                <a:t>с</a:t>
              </a:r>
              <a:r>
                <a:rPr lang="ru-RU" sz="1400" dirty="0" smtClean="0">
                  <a:solidFill>
                    <a:schemeClr val="bg2">
                      <a:lumMod val="25000"/>
                    </a:schemeClr>
                  </a:solidFill>
                </a:rPr>
                <a:t>оциальной ответственности</a:t>
              </a:r>
              <a:endParaRPr lang="ru-RU" sz="1400" dirty="0">
                <a:solidFill>
                  <a:schemeClr val="bg2">
                    <a:lumMod val="25000"/>
                  </a:schemeClr>
                </a:solidFill>
              </a:endParaRPr>
            </a:p>
          </p:txBody>
        </p:sp>
      </p:grpSp>
      <p:grpSp>
        <p:nvGrpSpPr>
          <p:cNvPr id="42" name="Группа 41"/>
          <p:cNvGrpSpPr/>
          <p:nvPr/>
        </p:nvGrpSpPr>
        <p:grpSpPr>
          <a:xfrm>
            <a:off x="6639150" y="3316644"/>
            <a:ext cx="2090637" cy="1579889"/>
            <a:chOff x="474636" y="1467437"/>
            <a:chExt cx="2090637" cy="1579889"/>
          </a:xfrm>
        </p:grpSpPr>
        <p:grpSp>
          <p:nvGrpSpPr>
            <p:cNvPr id="43" name="Группа 42"/>
            <p:cNvGrpSpPr>
              <a:grpSpLocks noChangeAspect="1"/>
            </p:cNvGrpSpPr>
            <p:nvPr/>
          </p:nvGrpSpPr>
          <p:grpSpPr>
            <a:xfrm>
              <a:off x="817419" y="1467437"/>
              <a:ext cx="1405064" cy="828000"/>
              <a:chOff x="956930" y="1519624"/>
              <a:chExt cx="1892596" cy="1115300"/>
            </a:xfrm>
          </p:grpSpPr>
          <p:pic>
            <p:nvPicPr>
              <p:cNvPr id="47" name="Рисунок 46"/>
              <p:cNvPicPr>
                <a:picLocks noChangeAspect="1"/>
              </p:cNvPicPr>
              <p:nvPr/>
            </p:nvPicPr>
            <p:blipFill rotWithShape="1">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0" b="100000" l="10000" r="90000">
                            <a14:foregroundMark x1="28504" y1="32779" x2="28504" y2="32779"/>
                          </a14:backgroundRemoval>
                        </a14:imgEffect>
                      </a14:imgLayer>
                    </a14:imgProps>
                  </a:ext>
                </a:extLst>
              </a:blip>
              <a:srcRect l="18768" r="18826"/>
              <a:stretch/>
            </p:blipFill>
            <p:spPr>
              <a:xfrm>
                <a:off x="1244030" y="1574737"/>
                <a:ext cx="1329286" cy="1008000"/>
              </a:xfrm>
              <a:prstGeom prst="rect">
                <a:avLst/>
              </a:prstGeom>
            </p:spPr>
          </p:pic>
          <p:sp>
            <p:nvSpPr>
              <p:cNvPr id="48" name="Овал 47"/>
              <p:cNvSpPr/>
              <p:nvPr/>
            </p:nvSpPr>
            <p:spPr bwMode="auto">
              <a:xfrm>
                <a:off x="956930" y="1519624"/>
                <a:ext cx="1892596" cy="1115300"/>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6" name="TextBox 45"/>
            <p:cNvSpPr txBox="1"/>
            <p:nvPr/>
          </p:nvSpPr>
          <p:spPr bwMode="auto">
            <a:xfrm>
              <a:off x="474636" y="2308662"/>
              <a:ext cx="2090637" cy="738664"/>
            </a:xfrm>
            <a:prstGeom prst="rect">
              <a:avLst/>
            </a:prstGeom>
            <a:noFill/>
          </p:spPr>
          <p:txBody>
            <a:bodyPr wrap="none" rtlCol="0">
              <a:spAutoFit/>
            </a:bodyPr>
            <a:lstStyle/>
            <a:p>
              <a:pPr algn="ctr"/>
              <a:r>
                <a:rPr lang="ru-RU" sz="1400" dirty="0">
                  <a:solidFill>
                    <a:schemeClr val="bg2">
                      <a:lumMod val="25000"/>
                    </a:schemeClr>
                  </a:solidFill>
                </a:rPr>
                <a:t>ГОСТ Р ИСО </a:t>
              </a:r>
              <a:r>
                <a:rPr lang="ru-RU" sz="1400" dirty="0" smtClean="0">
                  <a:solidFill>
                    <a:schemeClr val="bg2">
                      <a:lumMod val="25000"/>
                    </a:schemeClr>
                  </a:solidFill>
                </a:rPr>
                <a:t>20121-2014</a:t>
              </a:r>
            </a:p>
            <a:p>
              <a:pPr algn="ctr"/>
              <a:r>
                <a:rPr lang="ru-RU" sz="1400" dirty="0" smtClean="0">
                  <a:solidFill>
                    <a:schemeClr val="bg2">
                      <a:lumMod val="25000"/>
                    </a:schemeClr>
                  </a:solidFill>
                </a:rPr>
                <a:t>Системы менеджмента</a:t>
              </a:r>
            </a:p>
            <a:p>
              <a:pPr algn="ctr"/>
              <a:r>
                <a:rPr lang="ru-RU" sz="1400" dirty="0">
                  <a:solidFill>
                    <a:schemeClr val="bg2">
                      <a:lumMod val="25000"/>
                    </a:schemeClr>
                  </a:solidFill>
                </a:rPr>
                <a:t>у</a:t>
              </a:r>
              <a:r>
                <a:rPr lang="ru-RU" sz="1400" dirty="0" smtClean="0">
                  <a:solidFill>
                    <a:schemeClr val="bg2">
                      <a:lumMod val="25000"/>
                    </a:schemeClr>
                  </a:solidFill>
                </a:rPr>
                <a:t>стойчивого развития</a:t>
              </a:r>
              <a:endParaRPr lang="ru-RU" sz="1400" dirty="0">
                <a:solidFill>
                  <a:schemeClr val="bg2">
                    <a:lumMod val="25000"/>
                  </a:schemeClr>
                </a:solidFill>
              </a:endParaRPr>
            </a:p>
          </p:txBody>
        </p:sp>
      </p:grpSp>
      <p:grpSp>
        <p:nvGrpSpPr>
          <p:cNvPr id="50" name="Группа 49"/>
          <p:cNvGrpSpPr/>
          <p:nvPr/>
        </p:nvGrpSpPr>
        <p:grpSpPr>
          <a:xfrm>
            <a:off x="9196091" y="3977974"/>
            <a:ext cx="2372765" cy="1795332"/>
            <a:chOff x="333578" y="1467437"/>
            <a:chExt cx="2372765" cy="1795332"/>
          </a:xfrm>
        </p:grpSpPr>
        <p:grpSp>
          <p:nvGrpSpPr>
            <p:cNvPr id="53" name="Группа 52"/>
            <p:cNvGrpSpPr>
              <a:grpSpLocks noChangeAspect="1"/>
            </p:cNvGrpSpPr>
            <p:nvPr/>
          </p:nvGrpSpPr>
          <p:grpSpPr>
            <a:xfrm>
              <a:off x="817419" y="1467437"/>
              <a:ext cx="1405064" cy="828000"/>
              <a:chOff x="956930" y="1519624"/>
              <a:chExt cx="1892596" cy="1115300"/>
            </a:xfrm>
          </p:grpSpPr>
          <p:pic>
            <p:nvPicPr>
              <p:cNvPr id="55" name="Рисунок 54"/>
              <p:cNvPicPr>
                <a:picLocks noChangeAspect="1"/>
              </p:cNvPicPr>
              <p:nvPr/>
            </p:nvPicPr>
            <p:blipFill rotWithShape="1">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0" b="100000" l="10000" r="90000">
                            <a14:foregroundMark x1="28504" y1="32779" x2="28504" y2="32779"/>
                          </a14:backgroundRemoval>
                        </a14:imgEffect>
                      </a14:imgLayer>
                    </a14:imgProps>
                  </a:ext>
                </a:extLst>
              </a:blip>
              <a:srcRect l="18768" r="18826"/>
              <a:stretch/>
            </p:blipFill>
            <p:spPr>
              <a:xfrm>
                <a:off x="1244030" y="1574737"/>
                <a:ext cx="1329286" cy="1008000"/>
              </a:xfrm>
              <a:prstGeom prst="rect">
                <a:avLst/>
              </a:prstGeom>
            </p:spPr>
          </p:pic>
          <p:sp>
            <p:nvSpPr>
              <p:cNvPr id="56" name="Овал 55"/>
              <p:cNvSpPr/>
              <p:nvPr/>
            </p:nvSpPr>
            <p:spPr bwMode="auto">
              <a:xfrm>
                <a:off x="956930" y="1519624"/>
                <a:ext cx="1892596" cy="1115300"/>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54" name="TextBox 53"/>
            <p:cNvSpPr txBox="1"/>
            <p:nvPr/>
          </p:nvSpPr>
          <p:spPr bwMode="auto">
            <a:xfrm>
              <a:off x="333578" y="2308662"/>
              <a:ext cx="2372765" cy="954107"/>
            </a:xfrm>
            <a:prstGeom prst="rect">
              <a:avLst/>
            </a:prstGeom>
            <a:noFill/>
          </p:spPr>
          <p:txBody>
            <a:bodyPr wrap="none" rtlCol="0">
              <a:spAutoFit/>
            </a:bodyPr>
            <a:lstStyle/>
            <a:p>
              <a:pPr algn="ctr"/>
              <a:r>
                <a:rPr lang="ru-RU" sz="1400" dirty="0">
                  <a:solidFill>
                    <a:schemeClr val="bg2">
                      <a:lumMod val="25000"/>
                    </a:schemeClr>
                  </a:solidFill>
                </a:rPr>
                <a:t>ГОСТ Р ИСО </a:t>
              </a:r>
              <a:r>
                <a:rPr lang="ru-RU" sz="1400" dirty="0" smtClean="0">
                  <a:solidFill>
                    <a:schemeClr val="bg2">
                      <a:lumMod val="25000"/>
                    </a:schemeClr>
                  </a:solidFill>
                </a:rPr>
                <a:t>56404-2021</a:t>
              </a:r>
            </a:p>
            <a:p>
              <a:pPr algn="ctr"/>
              <a:r>
                <a:rPr lang="ru-RU" sz="1400" dirty="0" smtClean="0">
                  <a:solidFill>
                    <a:schemeClr val="bg2">
                      <a:lumMod val="25000"/>
                    </a:schemeClr>
                  </a:solidFill>
                </a:rPr>
                <a:t>Бережливое производство.</a:t>
              </a:r>
            </a:p>
            <a:p>
              <a:pPr algn="ctr"/>
              <a:r>
                <a:rPr lang="ru-RU" sz="1400" dirty="0" smtClean="0">
                  <a:solidFill>
                    <a:schemeClr val="bg2">
                      <a:lumMod val="25000"/>
                    </a:schemeClr>
                  </a:solidFill>
                </a:rPr>
                <a:t>Требования к системам</a:t>
              </a:r>
            </a:p>
            <a:p>
              <a:pPr algn="ctr"/>
              <a:r>
                <a:rPr lang="ru-RU" sz="1400" dirty="0" smtClean="0">
                  <a:solidFill>
                    <a:schemeClr val="bg2">
                      <a:lumMod val="25000"/>
                    </a:schemeClr>
                  </a:solidFill>
                </a:rPr>
                <a:t>менеджмента</a:t>
              </a:r>
            </a:p>
          </p:txBody>
        </p:sp>
      </p:grpSp>
      <p:grpSp>
        <p:nvGrpSpPr>
          <p:cNvPr id="57" name="Группа 56"/>
          <p:cNvGrpSpPr/>
          <p:nvPr/>
        </p:nvGrpSpPr>
        <p:grpSpPr>
          <a:xfrm>
            <a:off x="5849296" y="1145668"/>
            <a:ext cx="2478564" cy="1579889"/>
            <a:chOff x="280676" y="1467437"/>
            <a:chExt cx="2478564" cy="1579889"/>
          </a:xfrm>
        </p:grpSpPr>
        <p:grpSp>
          <p:nvGrpSpPr>
            <p:cNvPr id="58" name="Группа 57"/>
            <p:cNvGrpSpPr>
              <a:grpSpLocks noChangeAspect="1"/>
            </p:cNvGrpSpPr>
            <p:nvPr/>
          </p:nvGrpSpPr>
          <p:grpSpPr>
            <a:xfrm>
              <a:off x="817419" y="1467437"/>
              <a:ext cx="1405064" cy="828000"/>
              <a:chOff x="956930" y="1519624"/>
              <a:chExt cx="1892596" cy="1115300"/>
            </a:xfrm>
          </p:grpSpPr>
          <p:pic>
            <p:nvPicPr>
              <p:cNvPr id="60" name="Рисунок 59"/>
              <p:cNvPicPr>
                <a:picLocks noChangeAspect="1"/>
              </p:cNvPicPr>
              <p:nvPr/>
            </p:nvPicPr>
            <p:blipFill rotWithShape="1">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0" b="100000" l="10000" r="90000">
                            <a14:foregroundMark x1="28504" y1="32779" x2="28504" y2="32779"/>
                          </a14:backgroundRemoval>
                        </a14:imgEffect>
                      </a14:imgLayer>
                    </a14:imgProps>
                  </a:ext>
                </a:extLst>
              </a:blip>
              <a:srcRect l="18768" r="18826"/>
              <a:stretch/>
            </p:blipFill>
            <p:spPr>
              <a:xfrm>
                <a:off x="1244030" y="1574737"/>
                <a:ext cx="1329286" cy="1008000"/>
              </a:xfrm>
              <a:prstGeom prst="rect">
                <a:avLst/>
              </a:prstGeom>
            </p:spPr>
          </p:pic>
          <p:sp>
            <p:nvSpPr>
              <p:cNvPr id="61" name="Овал 60"/>
              <p:cNvSpPr/>
              <p:nvPr/>
            </p:nvSpPr>
            <p:spPr bwMode="auto">
              <a:xfrm>
                <a:off x="956930" y="1519624"/>
                <a:ext cx="1892596" cy="1115300"/>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59" name="TextBox 58"/>
            <p:cNvSpPr txBox="1"/>
            <p:nvPr/>
          </p:nvSpPr>
          <p:spPr bwMode="auto">
            <a:xfrm>
              <a:off x="280676" y="2308662"/>
              <a:ext cx="2478564" cy="738664"/>
            </a:xfrm>
            <a:prstGeom prst="rect">
              <a:avLst/>
            </a:prstGeom>
            <a:noFill/>
          </p:spPr>
          <p:txBody>
            <a:bodyPr wrap="none" rtlCol="0">
              <a:spAutoFit/>
            </a:bodyPr>
            <a:lstStyle/>
            <a:p>
              <a:pPr algn="ctr"/>
              <a:r>
                <a:rPr lang="ru-RU" sz="1400" dirty="0">
                  <a:solidFill>
                    <a:schemeClr val="bg2">
                      <a:lumMod val="25000"/>
                    </a:schemeClr>
                  </a:solidFill>
                </a:rPr>
                <a:t>ГОСТ Р ИСО </a:t>
              </a:r>
              <a:r>
                <a:rPr lang="ru-RU" sz="1400" dirty="0" smtClean="0">
                  <a:solidFill>
                    <a:schemeClr val="bg2">
                      <a:lumMod val="25000"/>
                    </a:schemeClr>
                  </a:solidFill>
                </a:rPr>
                <a:t>28001-2019</a:t>
              </a:r>
            </a:p>
            <a:p>
              <a:pPr algn="ctr"/>
              <a:r>
                <a:rPr lang="ru-RU" sz="1400" dirty="0" smtClean="0">
                  <a:solidFill>
                    <a:schemeClr val="bg2">
                      <a:lumMod val="25000"/>
                    </a:schemeClr>
                  </a:solidFill>
                </a:rPr>
                <a:t>Системы менеджмента</a:t>
              </a:r>
            </a:p>
            <a:p>
              <a:pPr algn="ctr"/>
              <a:r>
                <a:rPr lang="ru-RU" sz="1400" dirty="0">
                  <a:solidFill>
                    <a:schemeClr val="bg2">
                      <a:lumMod val="25000"/>
                    </a:schemeClr>
                  </a:solidFill>
                </a:rPr>
                <a:t>б</a:t>
              </a:r>
              <a:r>
                <a:rPr lang="ru-RU" sz="1400" dirty="0" smtClean="0">
                  <a:solidFill>
                    <a:schemeClr val="bg2">
                      <a:lumMod val="25000"/>
                    </a:schemeClr>
                  </a:solidFill>
                </a:rPr>
                <a:t>езопасности цепи поставок</a:t>
              </a:r>
              <a:endParaRPr lang="ru-RU" sz="1400" dirty="0">
                <a:solidFill>
                  <a:schemeClr val="bg2">
                    <a:lumMod val="25000"/>
                  </a:schemeClr>
                </a:solidFill>
              </a:endParaRPr>
            </a:p>
          </p:txBody>
        </p:sp>
      </p:grpSp>
      <p:grpSp>
        <p:nvGrpSpPr>
          <p:cNvPr id="62" name="Группа 61"/>
          <p:cNvGrpSpPr/>
          <p:nvPr/>
        </p:nvGrpSpPr>
        <p:grpSpPr>
          <a:xfrm>
            <a:off x="4076056" y="3241393"/>
            <a:ext cx="2125902" cy="1364445"/>
            <a:chOff x="457006" y="1467437"/>
            <a:chExt cx="2125902" cy="1364445"/>
          </a:xfrm>
        </p:grpSpPr>
        <p:grpSp>
          <p:nvGrpSpPr>
            <p:cNvPr id="64" name="Группа 63"/>
            <p:cNvGrpSpPr>
              <a:grpSpLocks noChangeAspect="1"/>
            </p:cNvGrpSpPr>
            <p:nvPr/>
          </p:nvGrpSpPr>
          <p:grpSpPr>
            <a:xfrm>
              <a:off x="817419" y="1467437"/>
              <a:ext cx="1405064" cy="828000"/>
              <a:chOff x="956930" y="1519624"/>
              <a:chExt cx="1892596" cy="1115300"/>
            </a:xfrm>
          </p:grpSpPr>
          <p:pic>
            <p:nvPicPr>
              <p:cNvPr id="67" name="Рисунок 66"/>
              <p:cNvPicPr>
                <a:picLocks noChangeAspect="1"/>
              </p:cNvPicPr>
              <p:nvPr/>
            </p:nvPicPr>
            <p:blipFill rotWithShape="1">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0" b="100000" l="10000" r="90000">
                            <a14:foregroundMark x1="28504" y1="32779" x2="28504" y2="32779"/>
                          </a14:backgroundRemoval>
                        </a14:imgEffect>
                      </a14:imgLayer>
                    </a14:imgProps>
                  </a:ext>
                </a:extLst>
              </a:blip>
              <a:srcRect l="18768" r="18826"/>
              <a:stretch/>
            </p:blipFill>
            <p:spPr>
              <a:xfrm>
                <a:off x="1244030" y="1574737"/>
                <a:ext cx="1329286" cy="1008000"/>
              </a:xfrm>
              <a:prstGeom prst="rect">
                <a:avLst/>
              </a:prstGeom>
            </p:spPr>
          </p:pic>
          <p:sp>
            <p:nvSpPr>
              <p:cNvPr id="68" name="Овал 67"/>
              <p:cNvSpPr/>
              <p:nvPr/>
            </p:nvSpPr>
            <p:spPr bwMode="auto">
              <a:xfrm>
                <a:off x="956930" y="1519624"/>
                <a:ext cx="1892596" cy="1115300"/>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66" name="TextBox 65"/>
            <p:cNvSpPr txBox="1"/>
            <p:nvPr/>
          </p:nvSpPr>
          <p:spPr bwMode="auto">
            <a:xfrm>
              <a:off x="457006" y="2308662"/>
              <a:ext cx="2125902" cy="523220"/>
            </a:xfrm>
            <a:prstGeom prst="rect">
              <a:avLst/>
            </a:prstGeom>
            <a:noFill/>
          </p:spPr>
          <p:txBody>
            <a:bodyPr wrap="none" rtlCol="0">
              <a:spAutoFit/>
            </a:bodyPr>
            <a:lstStyle/>
            <a:p>
              <a:pPr algn="ctr"/>
              <a:r>
                <a:rPr lang="ru-RU" sz="1400" dirty="0">
                  <a:solidFill>
                    <a:schemeClr val="bg2">
                      <a:lumMod val="25000"/>
                    </a:schemeClr>
                  </a:solidFill>
                </a:rPr>
                <a:t>ГОСТ Р ИСО </a:t>
              </a:r>
              <a:r>
                <a:rPr lang="ru-RU" sz="1400" dirty="0" smtClean="0">
                  <a:solidFill>
                    <a:schemeClr val="bg2">
                      <a:lumMod val="25000"/>
                    </a:schemeClr>
                  </a:solidFill>
                </a:rPr>
                <a:t>31000-2019</a:t>
              </a:r>
            </a:p>
            <a:p>
              <a:pPr algn="ctr"/>
              <a:r>
                <a:rPr lang="ru-RU" sz="1400" dirty="0" smtClean="0">
                  <a:solidFill>
                    <a:schemeClr val="bg2">
                      <a:lumMod val="25000"/>
                    </a:schemeClr>
                  </a:solidFill>
                </a:rPr>
                <a:t>Менеджмент риска</a:t>
              </a:r>
              <a:endParaRPr lang="ru-RU" sz="1400" dirty="0">
                <a:solidFill>
                  <a:schemeClr val="bg2">
                    <a:lumMod val="25000"/>
                  </a:schemeClr>
                </a:solidFill>
              </a:endParaRPr>
            </a:p>
          </p:txBody>
        </p:sp>
      </p:grpSp>
      <p:grpSp>
        <p:nvGrpSpPr>
          <p:cNvPr id="69" name="Группа 68"/>
          <p:cNvGrpSpPr/>
          <p:nvPr/>
        </p:nvGrpSpPr>
        <p:grpSpPr>
          <a:xfrm>
            <a:off x="127431" y="1251993"/>
            <a:ext cx="2784737" cy="1364445"/>
            <a:chOff x="127583" y="1467437"/>
            <a:chExt cx="2784737" cy="1364445"/>
          </a:xfrm>
        </p:grpSpPr>
        <p:grpSp>
          <p:nvGrpSpPr>
            <p:cNvPr id="70" name="Группа 69"/>
            <p:cNvGrpSpPr>
              <a:grpSpLocks noChangeAspect="1"/>
            </p:cNvGrpSpPr>
            <p:nvPr/>
          </p:nvGrpSpPr>
          <p:grpSpPr>
            <a:xfrm>
              <a:off x="817419" y="1467437"/>
              <a:ext cx="1405064" cy="828000"/>
              <a:chOff x="956930" y="1519624"/>
              <a:chExt cx="1892596" cy="1115300"/>
            </a:xfrm>
          </p:grpSpPr>
          <p:pic>
            <p:nvPicPr>
              <p:cNvPr id="72" name="Рисунок 71"/>
              <p:cNvPicPr>
                <a:picLocks noChangeAspect="1"/>
              </p:cNvPicPr>
              <p:nvPr/>
            </p:nvPicPr>
            <p:blipFill rotWithShape="1">
              <a:blip r:embed="rId4">
                <a:duotone>
                  <a:schemeClr val="accent5">
                    <a:shade val="45000"/>
                    <a:satMod val="135000"/>
                  </a:schemeClr>
                  <a:prstClr val="white"/>
                </a:duotone>
                <a:extLst>
                  <a:ext uri="{BEBA8EAE-BF5A-486C-A8C5-ECC9F3942E4B}">
                    <a14:imgProps xmlns:a14="http://schemas.microsoft.com/office/drawing/2010/main">
                      <a14:imgLayer r:embed="rId5">
                        <a14:imgEffect>
                          <a14:backgroundRemoval t="0" b="100000" l="10000" r="90000">
                            <a14:foregroundMark x1="28504" y1="32779" x2="28504" y2="32779"/>
                          </a14:backgroundRemoval>
                        </a14:imgEffect>
                      </a14:imgLayer>
                    </a14:imgProps>
                  </a:ext>
                </a:extLst>
              </a:blip>
              <a:srcRect l="18768" r="18826"/>
              <a:stretch/>
            </p:blipFill>
            <p:spPr>
              <a:xfrm>
                <a:off x="1244030" y="1574737"/>
                <a:ext cx="1329286" cy="1008000"/>
              </a:xfrm>
              <a:prstGeom prst="rect">
                <a:avLst/>
              </a:prstGeom>
            </p:spPr>
          </p:pic>
          <p:sp>
            <p:nvSpPr>
              <p:cNvPr id="73" name="Овал 72"/>
              <p:cNvSpPr/>
              <p:nvPr/>
            </p:nvSpPr>
            <p:spPr bwMode="auto">
              <a:xfrm>
                <a:off x="956930" y="1519624"/>
                <a:ext cx="1892596" cy="1115300"/>
              </a:xfrm>
              <a:prstGeom prst="ellipse">
                <a:avLst/>
              </a:prstGeom>
              <a:noFill/>
              <a:ln w="28575">
                <a:solidFill>
                  <a:srgbClr val="7957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71" name="TextBox 70"/>
            <p:cNvSpPr txBox="1"/>
            <p:nvPr/>
          </p:nvSpPr>
          <p:spPr bwMode="auto">
            <a:xfrm>
              <a:off x="127583" y="2308662"/>
              <a:ext cx="2784737" cy="523220"/>
            </a:xfrm>
            <a:prstGeom prst="rect">
              <a:avLst/>
            </a:prstGeom>
            <a:noFill/>
          </p:spPr>
          <p:txBody>
            <a:bodyPr wrap="none" rtlCol="0">
              <a:spAutoFit/>
            </a:bodyPr>
            <a:lstStyle/>
            <a:p>
              <a:pPr algn="ctr"/>
              <a:r>
                <a:rPr lang="ru-RU" sz="1400" dirty="0">
                  <a:solidFill>
                    <a:srgbClr val="7957B2"/>
                  </a:solidFill>
                </a:rPr>
                <a:t>ГОСТ Р ИСО </a:t>
              </a:r>
              <a:r>
                <a:rPr lang="ru-RU" sz="1400" dirty="0" smtClean="0">
                  <a:solidFill>
                    <a:srgbClr val="7957B2"/>
                  </a:solidFill>
                </a:rPr>
                <a:t>9001-2015</a:t>
              </a:r>
            </a:p>
            <a:p>
              <a:pPr algn="ctr"/>
              <a:r>
                <a:rPr lang="ru-RU" sz="1400" dirty="0" smtClean="0">
                  <a:solidFill>
                    <a:srgbClr val="7957B2"/>
                  </a:solidFill>
                </a:rPr>
                <a:t>Системы </a:t>
              </a:r>
              <a:r>
                <a:rPr lang="ru-RU" sz="1400" dirty="0">
                  <a:solidFill>
                    <a:srgbClr val="7957B2"/>
                  </a:solidFill>
                </a:rPr>
                <a:t>менеджмента качества</a:t>
              </a:r>
            </a:p>
          </p:txBody>
        </p:sp>
      </p:grpSp>
      <p:grpSp>
        <p:nvGrpSpPr>
          <p:cNvPr id="74" name="Группа 73"/>
          <p:cNvGrpSpPr/>
          <p:nvPr/>
        </p:nvGrpSpPr>
        <p:grpSpPr>
          <a:xfrm>
            <a:off x="3263909" y="1386522"/>
            <a:ext cx="2090637" cy="1795332"/>
            <a:chOff x="474635" y="1467437"/>
            <a:chExt cx="2090637" cy="1795332"/>
          </a:xfrm>
        </p:grpSpPr>
        <p:grpSp>
          <p:nvGrpSpPr>
            <p:cNvPr id="75" name="Группа 74"/>
            <p:cNvGrpSpPr>
              <a:grpSpLocks noChangeAspect="1"/>
            </p:cNvGrpSpPr>
            <p:nvPr/>
          </p:nvGrpSpPr>
          <p:grpSpPr>
            <a:xfrm>
              <a:off x="817419" y="1467437"/>
              <a:ext cx="1405064" cy="828000"/>
              <a:chOff x="956930" y="1519624"/>
              <a:chExt cx="1892596" cy="1115300"/>
            </a:xfrm>
          </p:grpSpPr>
          <p:pic>
            <p:nvPicPr>
              <p:cNvPr id="77" name="Рисунок 76"/>
              <p:cNvPicPr>
                <a:picLocks noChangeAspect="1"/>
              </p:cNvPicPr>
              <p:nvPr/>
            </p:nvPicPr>
            <p:blipFill rotWithShape="1">
              <a:blip r:embed="rId4">
                <a:duotone>
                  <a:schemeClr val="accent5">
                    <a:shade val="45000"/>
                    <a:satMod val="135000"/>
                  </a:schemeClr>
                  <a:prstClr val="white"/>
                </a:duotone>
                <a:extLst>
                  <a:ext uri="{BEBA8EAE-BF5A-486C-A8C5-ECC9F3942E4B}">
                    <a14:imgProps xmlns:a14="http://schemas.microsoft.com/office/drawing/2010/main">
                      <a14:imgLayer r:embed="rId5">
                        <a14:imgEffect>
                          <a14:backgroundRemoval t="0" b="100000" l="10000" r="90000">
                            <a14:foregroundMark x1="28504" y1="32779" x2="28504" y2="32779"/>
                          </a14:backgroundRemoval>
                        </a14:imgEffect>
                      </a14:imgLayer>
                    </a14:imgProps>
                  </a:ext>
                </a:extLst>
              </a:blip>
              <a:srcRect l="18768" r="18826"/>
              <a:stretch/>
            </p:blipFill>
            <p:spPr>
              <a:xfrm>
                <a:off x="1244030" y="1574737"/>
                <a:ext cx="1329286" cy="1008000"/>
              </a:xfrm>
              <a:prstGeom prst="rect">
                <a:avLst/>
              </a:prstGeom>
            </p:spPr>
          </p:pic>
          <p:sp>
            <p:nvSpPr>
              <p:cNvPr id="78" name="Овал 77"/>
              <p:cNvSpPr/>
              <p:nvPr/>
            </p:nvSpPr>
            <p:spPr bwMode="auto">
              <a:xfrm>
                <a:off x="956930" y="1519624"/>
                <a:ext cx="1892596" cy="1115300"/>
              </a:xfrm>
              <a:prstGeom prst="ellipse">
                <a:avLst/>
              </a:prstGeom>
              <a:noFill/>
              <a:ln w="28575">
                <a:solidFill>
                  <a:srgbClr val="7957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7957B2"/>
                  </a:solidFill>
                </a:endParaRPr>
              </a:p>
            </p:txBody>
          </p:sp>
        </p:grpSp>
        <p:sp>
          <p:nvSpPr>
            <p:cNvPr id="76" name="TextBox 75"/>
            <p:cNvSpPr txBox="1"/>
            <p:nvPr/>
          </p:nvSpPr>
          <p:spPr bwMode="auto">
            <a:xfrm>
              <a:off x="474635" y="2308662"/>
              <a:ext cx="2090637" cy="954107"/>
            </a:xfrm>
            <a:prstGeom prst="rect">
              <a:avLst/>
            </a:prstGeom>
            <a:noFill/>
          </p:spPr>
          <p:txBody>
            <a:bodyPr wrap="none" rtlCol="0">
              <a:spAutoFit/>
            </a:bodyPr>
            <a:lstStyle/>
            <a:p>
              <a:pPr algn="ctr"/>
              <a:r>
                <a:rPr lang="ru-RU" sz="1400" dirty="0">
                  <a:solidFill>
                    <a:srgbClr val="7957B2"/>
                  </a:solidFill>
                </a:rPr>
                <a:t>ГОСТ Р ИСО </a:t>
              </a:r>
              <a:r>
                <a:rPr lang="ru-RU" sz="1400" dirty="0" smtClean="0">
                  <a:solidFill>
                    <a:srgbClr val="7957B2"/>
                  </a:solidFill>
                </a:rPr>
                <a:t>45001-2020</a:t>
              </a:r>
            </a:p>
            <a:p>
              <a:pPr algn="ctr"/>
              <a:r>
                <a:rPr lang="ru-RU" sz="1400" dirty="0">
                  <a:solidFill>
                    <a:srgbClr val="7957B2"/>
                  </a:solidFill>
                </a:rPr>
                <a:t>Системы </a:t>
              </a:r>
              <a:r>
                <a:rPr lang="ru-RU" sz="1400" dirty="0" smtClean="0">
                  <a:solidFill>
                    <a:srgbClr val="7957B2"/>
                  </a:solidFill>
                </a:rPr>
                <a:t>менеджмента</a:t>
              </a:r>
            </a:p>
            <a:p>
              <a:pPr algn="ctr"/>
              <a:r>
                <a:rPr lang="ru-RU" sz="1400" dirty="0" smtClean="0">
                  <a:solidFill>
                    <a:srgbClr val="7957B2"/>
                  </a:solidFill>
                </a:rPr>
                <a:t>безопасности </a:t>
              </a:r>
              <a:r>
                <a:rPr lang="ru-RU" sz="1400" dirty="0">
                  <a:solidFill>
                    <a:srgbClr val="7957B2"/>
                  </a:solidFill>
                </a:rPr>
                <a:t>труда </a:t>
              </a:r>
              <a:r>
                <a:rPr lang="ru-RU" sz="1400" dirty="0" smtClean="0">
                  <a:solidFill>
                    <a:srgbClr val="7957B2"/>
                  </a:solidFill>
                </a:rPr>
                <a:t>и</a:t>
              </a:r>
            </a:p>
            <a:p>
              <a:pPr algn="ctr"/>
              <a:r>
                <a:rPr lang="ru-RU" sz="1400" dirty="0" smtClean="0">
                  <a:solidFill>
                    <a:srgbClr val="7957B2"/>
                  </a:solidFill>
                </a:rPr>
                <a:t>охраны </a:t>
              </a:r>
              <a:r>
                <a:rPr lang="ru-RU" sz="1400" dirty="0">
                  <a:solidFill>
                    <a:srgbClr val="7957B2"/>
                  </a:solidFill>
                </a:rPr>
                <a:t>здоровья</a:t>
              </a:r>
            </a:p>
          </p:txBody>
        </p:sp>
      </p:grpSp>
      <p:grpSp>
        <p:nvGrpSpPr>
          <p:cNvPr id="79" name="Группа 78"/>
          <p:cNvGrpSpPr/>
          <p:nvPr/>
        </p:nvGrpSpPr>
        <p:grpSpPr>
          <a:xfrm>
            <a:off x="749785" y="2966628"/>
            <a:ext cx="2157963" cy="1579889"/>
            <a:chOff x="440973" y="1467437"/>
            <a:chExt cx="2157963" cy="1579889"/>
          </a:xfrm>
        </p:grpSpPr>
        <p:grpSp>
          <p:nvGrpSpPr>
            <p:cNvPr id="80" name="Группа 79"/>
            <p:cNvGrpSpPr>
              <a:grpSpLocks noChangeAspect="1"/>
            </p:cNvGrpSpPr>
            <p:nvPr/>
          </p:nvGrpSpPr>
          <p:grpSpPr>
            <a:xfrm>
              <a:off x="817419" y="1467437"/>
              <a:ext cx="1405064" cy="828000"/>
              <a:chOff x="956930" y="1519624"/>
              <a:chExt cx="1892596" cy="1115300"/>
            </a:xfrm>
          </p:grpSpPr>
          <p:pic>
            <p:nvPicPr>
              <p:cNvPr id="82" name="Рисунок 81"/>
              <p:cNvPicPr>
                <a:picLocks noChangeAspect="1"/>
              </p:cNvPicPr>
              <p:nvPr/>
            </p:nvPicPr>
            <p:blipFill rotWithShape="1">
              <a:blip r:embed="rId4">
                <a:duotone>
                  <a:schemeClr val="accent5">
                    <a:shade val="45000"/>
                    <a:satMod val="135000"/>
                  </a:schemeClr>
                  <a:prstClr val="white"/>
                </a:duotone>
                <a:extLst>
                  <a:ext uri="{BEBA8EAE-BF5A-486C-A8C5-ECC9F3942E4B}">
                    <a14:imgProps xmlns:a14="http://schemas.microsoft.com/office/drawing/2010/main">
                      <a14:imgLayer r:embed="rId5">
                        <a14:imgEffect>
                          <a14:backgroundRemoval t="0" b="100000" l="10000" r="90000">
                            <a14:foregroundMark x1="28504" y1="32779" x2="28504" y2="32779"/>
                          </a14:backgroundRemoval>
                        </a14:imgEffect>
                      </a14:imgLayer>
                    </a14:imgProps>
                  </a:ext>
                </a:extLst>
              </a:blip>
              <a:srcRect l="18768" r="18826"/>
              <a:stretch/>
            </p:blipFill>
            <p:spPr>
              <a:xfrm>
                <a:off x="1244030" y="1574737"/>
                <a:ext cx="1329286" cy="1008000"/>
              </a:xfrm>
              <a:prstGeom prst="rect">
                <a:avLst/>
              </a:prstGeom>
            </p:spPr>
          </p:pic>
          <p:sp>
            <p:nvSpPr>
              <p:cNvPr id="83" name="Овал 82"/>
              <p:cNvSpPr/>
              <p:nvPr/>
            </p:nvSpPr>
            <p:spPr bwMode="auto">
              <a:xfrm>
                <a:off x="956930" y="1519624"/>
                <a:ext cx="1892596" cy="1115300"/>
              </a:xfrm>
              <a:prstGeom prst="ellipse">
                <a:avLst/>
              </a:prstGeom>
              <a:noFill/>
              <a:ln w="28575">
                <a:solidFill>
                  <a:srgbClr val="7957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7957B2"/>
                  </a:solidFill>
                </a:endParaRPr>
              </a:p>
            </p:txBody>
          </p:sp>
        </p:grpSp>
        <p:sp>
          <p:nvSpPr>
            <p:cNvPr id="81" name="TextBox 80"/>
            <p:cNvSpPr txBox="1"/>
            <p:nvPr/>
          </p:nvSpPr>
          <p:spPr bwMode="auto">
            <a:xfrm>
              <a:off x="440973" y="2308662"/>
              <a:ext cx="2157963" cy="738664"/>
            </a:xfrm>
            <a:prstGeom prst="rect">
              <a:avLst/>
            </a:prstGeom>
            <a:noFill/>
          </p:spPr>
          <p:txBody>
            <a:bodyPr wrap="none" rtlCol="0">
              <a:spAutoFit/>
            </a:bodyPr>
            <a:lstStyle/>
            <a:p>
              <a:pPr algn="ctr"/>
              <a:r>
                <a:rPr lang="ru-RU" sz="1400" dirty="0">
                  <a:solidFill>
                    <a:srgbClr val="7957B2"/>
                  </a:solidFill>
                </a:rPr>
                <a:t>ГОСТ Р ИСО </a:t>
              </a:r>
              <a:r>
                <a:rPr lang="ru-RU" sz="1400" dirty="0" smtClean="0">
                  <a:solidFill>
                    <a:srgbClr val="7957B2"/>
                  </a:solidFill>
                </a:rPr>
                <a:t>14001-2016</a:t>
              </a:r>
            </a:p>
            <a:p>
              <a:pPr algn="ctr"/>
              <a:r>
                <a:rPr lang="ru-RU" sz="1400" dirty="0" smtClean="0">
                  <a:solidFill>
                    <a:srgbClr val="7957B2"/>
                  </a:solidFill>
                </a:rPr>
                <a:t>Системы экологического</a:t>
              </a:r>
            </a:p>
            <a:p>
              <a:pPr algn="ctr"/>
              <a:r>
                <a:rPr lang="ru-RU" sz="1400" dirty="0" smtClean="0">
                  <a:solidFill>
                    <a:srgbClr val="7957B2"/>
                  </a:solidFill>
                </a:rPr>
                <a:t>менеджмента</a:t>
              </a:r>
              <a:endParaRPr lang="ru-RU" sz="1400" dirty="0">
                <a:solidFill>
                  <a:srgbClr val="7957B2"/>
                </a:solidFill>
              </a:endParaRPr>
            </a:p>
          </p:txBody>
        </p:sp>
      </p:grpSp>
    </p:spTree>
    <p:extLst>
      <p:ext uri="{BB962C8B-B14F-4D97-AF65-F5344CB8AC3E}">
        <p14:creationId xmlns:p14="http://schemas.microsoft.com/office/powerpoint/2010/main" val="32599635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childTnLst>
                          </p:cTn>
                        </p:par>
                        <p:par>
                          <p:cTn id="12" fill="hold">
                            <p:stCondLst>
                              <p:cond delay="1500"/>
                            </p:stCondLst>
                            <p:childTnLst>
                              <p:par>
                                <p:cTn id="13" presetID="10" presetClass="entr" presetSubtype="0" fill="hold" nodeType="afterEffect">
                                  <p:stCondLst>
                                    <p:cond delay="50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par>
                          <p:cTn id="16" fill="hold">
                            <p:stCondLst>
                              <p:cond delay="2500"/>
                            </p:stCondLst>
                            <p:childTnLst>
                              <p:par>
                                <p:cTn id="17" presetID="10" presetClass="entr" presetSubtype="0" fill="hold" nodeType="afterEffect">
                                  <p:stCondLst>
                                    <p:cond delay="50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par>
                                <p:cTn id="20" presetID="10" presetClass="entr" presetSubtype="0" fill="hold" nodeType="withEffect">
                                  <p:stCondLst>
                                    <p:cond delay="50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par>
                          <p:cTn id="23" fill="hold">
                            <p:stCondLst>
                              <p:cond delay="3500"/>
                            </p:stCondLst>
                            <p:childTnLst>
                              <p:par>
                                <p:cTn id="24" presetID="10" presetClass="entr" presetSubtype="0" fill="hold" nodeType="afterEffect">
                                  <p:stCondLst>
                                    <p:cond delay="50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500"/>
                                        <p:tgtEl>
                                          <p:spTgt spid="42"/>
                                        </p:tgtEl>
                                      </p:cBhvr>
                                    </p:animEffect>
                                  </p:childTnLst>
                                </p:cTn>
                              </p:par>
                            </p:childTnLst>
                          </p:cTn>
                        </p:par>
                        <p:par>
                          <p:cTn id="27" fill="hold">
                            <p:stCondLst>
                              <p:cond delay="4500"/>
                            </p:stCondLst>
                            <p:childTnLst>
                              <p:par>
                                <p:cTn id="28" presetID="10" presetClass="entr" presetSubtype="0" fill="hold" nodeType="afterEffect">
                                  <p:stCondLst>
                                    <p:cond delay="50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childTnLst>
                          </p:cTn>
                        </p:par>
                        <p:par>
                          <p:cTn id="31" fill="hold">
                            <p:stCondLst>
                              <p:cond delay="5500"/>
                            </p:stCondLst>
                            <p:childTnLst>
                              <p:par>
                                <p:cTn id="32" presetID="10" presetClass="entr" presetSubtype="0" fill="hold" nodeType="afterEffect">
                                  <p:stCondLst>
                                    <p:cond delay="500"/>
                                  </p:stCondLst>
                                  <p:childTnLst>
                                    <p:set>
                                      <p:cBhvr>
                                        <p:cTn id="33" dur="1" fill="hold">
                                          <p:stCondLst>
                                            <p:cond delay="0"/>
                                          </p:stCondLst>
                                        </p:cTn>
                                        <p:tgtEl>
                                          <p:spTgt spid="57"/>
                                        </p:tgtEl>
                                        <p:attrNameLst>
                                          <p:attrName>style.visibility</p:attrName>
                                        </p:attrNameLst>
                                      </p:cBhvr>
                                      <p:to>
                                        <p:strVal val="visible"/>
                                      </p:to>
                                    </p:set>
                                    <p:animEffect transition="in" filter="fade">
                                      <p:cBhvr>
                                        <p:cTn id="34" dur="500"/>
                                        <p:tgtEl>
                                          <p:spTgt spid="57"/>
                                        </p:tgtEl>
                                      </p:cBhvr>
                                    </p:animEffect>
                                  </p:childTnLst>
                                </p:cTn>
                              </p:par>
                            </p:childTnLst>
                          </p:cTn>
                        </p:par>
                        <p:par>
                          <p:cTn id="35" fill="hold">
                            <p:stCondLst>
                              <p:cond delay="6500"/>
                            </p:stCondLst>
                            <p:childTnLst>
                              <p:par>
                                <p:cTn id="36" presetID="10" presetClass="entr" presetSubtype="0" fill="hold" nodeType="afterEffect">
                                  <p:stCondLst>
                                    <p:cond delay="500"/>
                                  </p:stCondLst>
                                  <p:childTnLst>
                                    <p:set>
                                      <p:cBhvr>
                                        <p:cTn id="37" dur="1" fill="hold">
                                          <p:stCondLst>
                                            <p:cond delay="0"/>
                                          </p:stCondLst>
                                        </p:cTn>
                                        <p:tgtEl>
                                          <p:spTgt spid="62"/>
                                        </p:tgtEl>
                                        <p:attrNameLst>
                                          <p:attrName>style.visibility</p:attrName>
                                        </p:attrNameLst>
                                      </p:cBhvr>
                                      <p:to>
                                        <p:strVal val="visible"/>
                                      </p:to>
                                    </p:set>
                                    <p:animEffect transition="in" filter="fade">
                                      <p:cBhvr>
                                        <p:cTn id="38" dur="500"/>
                                        <p:tgtEl>
                                          <p:spTgt spid="62"/>
                                        </p:tgtEl>
                                      </p:cBhvr>
                                    </p:animEffect>
                                  </p:childTnLst>
                                </p:cTn>
                              </p:par>
                            </p:childTnLst>
                          </p:cTn>
                        </p:par>
                        <p:par>
                          <p:cTn id="39" fill="hold">
                            <p:stCondLst>
                              <p:cond delay="7500"/>
                            </p:stCondLst>
                            <p:childTnLst>
                              <p:par>
                                <p:cTn id="40" presetID="10" presetClass="entr" presetSubtype="0" fill="hold" nodeType="afterEffect">
                                  <p:stCondLst>
                                    <p:cond delay="50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9"/>
                                        </p:tgtEl>
                                        <p:attrNameLst>
                                          <p:attrName>style.visibility</p:attrName>
                                        </p:attrNameLst>
                                      </p:cBhvr>
                                      <p:to>
                                        <p:strVal val="visible"/>
                                      </p:to>
                                    </p:set>
                                    <p:animEffect transition="in" filter="fade">
                                      <p:cBhvr>
                                        <p:cTn id="47" dur="500"/>
                                        <p:tgtEl>
                                          <p:spTgt spid="69"/>
                                        </p:tgtEl>
                                      </p:cBhvr>
                                    </p:animEffect>
                                  </p:childTnLst>
                                </p:cTn>
                              </p:par>
                              <p:par>
                                <p:cTn id="48" presetID="10" presetClass="entr" presetSubtype="0" fill="hold" nodeType="withEffect">
                                  <p:stCondLst>
                                    <p:cond delay="0"/>
                                  </p:stCondLst>
                                  <p:childTnLst>
                                    <p:set>
                                      <p:cBhvr>
                                        <p:cTn id="49" dur="1" fill="hold">
                                          <p:stCondLst>
                                            <p:cond delay="0"/>
                                          </p:stCondLst>
                                        </p:cTn>
                                        <p:tgtEl>
                                          <p:spTgt spid="74"/>
                                        </p:tgtEl>
                                        <p:attrNameLst>
                                          <p:attrName>style.visibility</p:attrName>
                                        </p:attrNameLst>
                                      </p:cBhvr>
                                      <p:to>
                                        <p:strVal val="visible"/>
                                      </p:to>
                                    </p:set>
                                    <p:animEffect transition="in" filter="fade">
                                      <p:cBhvr>
                                        <p:cTn id="50" dur="500"/>
                                        <p:tgtEl>
                                          <p:spTgt spid="74"/>
                                        </p:tgtEl>
                                      </p:cBhvr>
                                    </p:animEffect>
                                  </p:childTnLst>
                                </p:cTn>
                              </p:par>
                              <p:par>
                                <p:cTn id="51" presetID="10" presetClass="entr" presetSubtype="0" fill="hold" nodeType="withEffect">
                                  <p:stCondLst>
                                    <p:cond delay="0"/>
                                  </p:stCondLst>
                                  <p:childTnLst>
                                    <p:set>
                                      <p:cBhvr>
                                        <p:cTn id="52" dur="1" fill="hold">
                                          <p:stCondLst>
                                            <p:cond delay="0"/>
                                          </p:stCondLst>
                                        </p:cTn>
                                        <p:tgtEl>
                                          <p:spTgt spid="79"/>
                                        </p:tgtEl>
                                        <p:attrNameLst>
                                          <p:attrName>style.visibility</p:attrName>
                                        </p:attrNameLst>
                                      </p:cBhvr>
                                      <p:to>
                                        <p:strVal val="visible"/>
                                      </p:to>
                                    </p:set>
                                    <p:animEffect transition="in" filter="fade">
                                      <p:cBhvr>
                                        <p:cTn id="53"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2. ЦИКЛ </a:t>
            </a:r>
            <a:r>
              <a:rPr lang="en-US" sz="2800" b="1" dirty="0" smtClean="0">
                <a:solidFill>
                  <a:schemeClr val="bg1"/>
                </a:solidFill>
                <a:latin typeface="DINPro-Bold" panose="02000503030000020004" pitchFamily="50" charset="0"/>
                <a:ea typeface="GPN_DIN Bold"/>
              </a:rPr>
              <a:t>PDCA</a:t>
            </a:r>
            <a:endParaRPr sz="2000" dirty="0">
              <a:latin typeface="DINPro-Bold" panose="02000503030000020004" pitchFamily="50" charset="0"/>
            </a:endParaRPr>
          </a:p>
        </p:txBody>
      </p:sp>
      <p:grpSp>
        <p:nvGrpSpPr>
          <p:cNvPr id="24" name="Группа 23"/>
          <p:cNvGrpSpPr/>
          <p:nvPr/>
        </p:nvGrpSpPr>
        <p:grpSpPr>
          <a:xfrm>
            <a:off x="-1509155" y="1014767"/>
            <a:ext cx="8128000" cy="5418667"/>
            <a:chOff x="3030944" y="709033"/>
            <a:chExt cx="8128000" cy="5418667"/>
          </a:xfrm>
        </p:grpSpPr>
        <p:grpSp>
          <p:nvGrpSpPr>
            <p:cNvPr id="23" name="Группа 22"/>
            <p:cNvGrpSpPr/>
            <p:nvPr/>
          </p:nvGrpSpPr>
          <p:grpSpPr>
            <a:xfrm>
              <a:off x="3030944" y="709033"/>
              <a:ext cx="8128000" cy="5418667"/>
              <a:chOff x="3030944" y="709033"/>
              <a:chExt cx="8128000" cy="5418667"/>
            </a:xfrm>
          </p:grpSpPr>
          <p:graphicFrame>
            <p:nvGraphicFramePr>
              <p:cNvPr id="9" name="Диаграмма 8"/>
              <p:cNvGraphicFramePr/>
              <p:nvPr>
                <p:extLst>
                  <p:ext uri="{D42A27DB-BD31-4B8C-83A1-F6EECF244321}">
                    <p14:modId xmlns:p14="http://schemas.microsoft.com/office/powerpoint/2010/main" val="3068356842"/>
                  </p:ext>
                </p:extLst>
              </p:nvPr>
            </p:nvGraphicFramePr>
            <p:xfrm>
              <a:off x="3030944" y="709033"/>
              <a:ext cx="8128000" cy="5418667"/>
            </p:xfrm>
            <a:graphic>
              <a:graphicData uri="http://schemas.openxmlformats.org/drawingml/2006/chart">
                <c:chart xmlns:c="http://schemas.openxmlformats.org/drawingml/2006/chart" xmlns:r="http://schemas.openxmlformats.org/officeDocument/2006/relationships" r:id="rId3"/>
              </a:graphicData>
            </a:graphic>
          </p:graphicFrame>
          <p:sp>
            <p:nvSpPr>
              <p:cNvPr id="15" name="Стрелка вправо 14"/>
              <p:cNvSpPr/>
              <p:nvPr/>
            </p:nvSpPr>
            <p:spPr bwMode="auto">
              <a:xfrm rot="2688384">
                <a:off x="8325292" y="1677172"/>
                <a:ext cx="446568" cy="1148317"/>
              </a:xfrm>
              <a:prstGeom prst="rightArrow">
                <a:avLst>
                  <a:gd name="adj1" fmla="val 100000"/>
                  <a:gd name="adj2" fmla="val 95238"/>
                </a:avLst>
              </a:prstGeom>
              <a:solidFill>
                <a:srgbClr val="E6590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Стрелка вправо 17"/>
              <p:cNvSpPr/>
              <p:nvPr/>
            </p:nvSpPr>
            <p:spPr bwMode="auto">
              <a:xfrm rot="8112889">
                <a:off x="8016950" y="4266504"/>
                <a:ext cx="446568" cy="1148317"/>
              </a:xfrm>
              <a:prstGeom prst="rightArrow">
                <a:avLst>
                  <a:gd name="adj1" fmla="val 100000"/>
                  <a:gd name="adj2" fmla="val 95238"/>
                </a:avLst>
              </a:prstGeom>
              <a:solidFill>
                <a:srgbClr val="46B4E9"/>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Стрелка вправо 18"/>
              <p:cNvSpPr/>
              <p:nvPr/>
            </p:nvSpPr>
            <p:spPr bwMode="auto">
              <a:xfrm rot="13547137">
                <a:off x="5465139" y="4069609"/>
                <a:ext cx="446568" cy="1148317"/>
              </a:xfrm>
              <a:prstGeom prst="rightArrow">
                <a:avLst>
                  <a:gd name="adj1" fmla="val 100000"/>
                  <a:gd name="adj2" fmla="val 95238"/>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Стрелка вправо 19"/>
              <p:cNvSpPr/>
              <p:nvPr/>
            </p:nvSpPr>
            <p:spPr bwMode="auto">
              <a:xfrm rot="19018432">
                <a:off x="5689087" y="1383704"/>
                <a:ext cx="446568" cy="1148317"/>
              </a:xfrm>
              <a:prstGeom prst="rightArrow">
                <a:avLst>
                  <a:gd name="adj1" fmla="val 100000"/>
                  <a:gd name="adj2" fmla="val 95238"/>
                </a:avLst>
              </a:prstGeom>
              <a:solidFill>
                <a:srgbClr val="FFFF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21" name="Группа 20"/>
            <p:cNvGrpSpPr/>
            <p:nvPr/>
          </p:nvGrpSpPr>
          <p:grpSpPr>
            <a:xfrm>
              <a:off x="6419722" y="2751345"/>
              <a:ext cx="1332000" cy="1332000"/>
              <a:chOff x="6387823" y="2751345"/>
              <a:chExt cx="1332000" cy="1332000"/>
            </a:xfrm>
          </p:grpSpPr>
          <p:sp>
            <p:nvSpPr>
              <p:cNvPr id="16" name="Овал 15"/>
              <p:cNvSpPr>
                <a:spLocks noChangeAspect="1"/>
              </p:cNvSpPr>
              <p:nvPr/>
            </p:nvSpPr>
            <p:spPr bwMode="auto">
              <a:xfrm>
                <a:off x="6387823" y="2751345"/>
                <a:ext cx="1332000" cy="1332000"/>
              </a:xfrm>
              <a:prstGeom prst="ellipse">
                <a:avLst/>
              </a:prstGeom>
              <a:solidFill>
                <a:srgbClr val="9A8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00" dirty="0">
                  <a:solidFill>
                    <a:schemeClr val="bg2">
                      <a:lumMod val="10000"/>
                    </a:schemeClr>
                  </a:solidFill>
                  <a:latin typeface="DINPro-Bold" panose="02000503030000020004" pitchFamily="50" charset="0"/>
                </a:endParaRPr>
              </a:p>
            </p:txBody>
          </p:sp>
          <p:sp>
            <p:nvSpPr>
              <p:cNvPr id="17" name="TextBox 16"/>
              <p:cNvSpPr txBox="1"/>
              <p:nvPr/>
            </p:nvSpPr>
            <p:spPr bwMode="auto">
              <a:xfrm>
                <a:off x="6414065" y="3263457"/>
                <a:ext cx="1279517" cy="307777"/>
              </a:xfrm>
              <a:prstGeom prst="rect">
                <a:avLst/>
              </a:prstGeom>
              <a:noFill/>
            </p:spPr>
            <p:txBody>
              <a:bodyPr wrap="none" rtlCol="0">
                <a:spAutoFit/>
              </a:bodyPr>
              <a:lstStyle/>
              <a:p>
                <a:r>
                  <a:rPr lang="ru-RU" sz="1400" dirty="0" smtClean="0">
                    <a:latin typeface="DINPro-Bold" panose="02000503030000020004" pitchFamily="50" charset="0"/>
                  </a:rPr>
                  <a:t>УЛУЧШЕНИЕ</a:t>
                </a:r>
                <a:endParaRPr lang="ru-RU" sz="1400" dirty="0">
                  <a:latin typeface="DINPro-Bold" panose="02000503030000020004" pitchFamily="50" charset="0"/>
                </a:endParaRPr>
              </a:p>
            </p:txBody>
          </p:sp>
        </p:grpSp>
      </p:grpSp>
      <p:pic>
        <p:nvPicPr>
          <p:cNvPr id="25" name="Рисунок 24"/>
          <p:cNvPicPr>
            <a:picLocks noChangeAspect="1"/>
          </p:cNvPicPr>
          <p:nvPr/>
        </p:nvPicPr>
        <p:blipFill>
          <a:blip r:embed="rId4"/>
          <a:stretch>
            <a:fillRect/>
          </a:stretch>
        </p:blipFill>
        <p:spPr>
          <a:xfrm>
            <a:off x="5404628" y="1691508"/>
            <a:ext cx="6662876" cy="4068000"/>
          </a:xfrm>
          <a:prstGeom prst="rect">
            <a:avLst/>
          </a:prstGeom>
        </p:spPr>
      </p:pic>
    </p:spTree>
    <p:extLst>
      <p:ext uri="{BB962C8B-B14F-4D97-AF65-F5344CB8AC3E}">
        <p14:creationId xmlns:p14="http://schemas.microsoft.com/office/powerpoint/2010/main" val="341381449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3. ВЫСШЕЕ РУКОВОДСТВО И ЕГО ПРЕДСТАВИТЕЛЬ</a:t>
            </a:r>
            <a:endParaRPr sz="2000" dirty="0">
              <a:latin typeface="DINPro-Bold" panose="02000503030000020004" pitchFamily="50" charset="0"/>
            </a:endParaRPr>
          </a:p>
        </p:txBody>
      </p:sp>
      <p:grpSp>
        <p:nvGrpSpPr>
          <p:cNvPr id="2" name="Группа 1"/>
          <p:cNvGrpSpPr/>
          <p:nvPr/>
        </p:nvGrpSpPr>
        <p:grpSpPr>
          <a:xfrm>
            <a:off x="423307" y="1509747"/>
            <a:ext cx="3744000" cy="4880420"/>
            <a:chOff x="423307" y="1509747"/>
            <a:chExt cx="3744000" cy="4880420"/>
          </a:xfrm>
        </p:grpSpPr>
        <p:sp>
          <p:nvSpPr>
            <p:cNvPr id="44" name="Прямоугольник 27">
              <a:extLst>
                <a:ext uri="{FF2B5EF4-FFF2-40B4-BE49-F238E27FC236}">
                  <a16:creationId xmlns:a16="http://schemas.microsoft.com/office/drawing/2014/main" id="{0F67F8FC-846B-7DC9-7278-B25D2ABC8AED}"/>
                </a:ext>
              </a:extLst>
            </p:cNvPr>
            <p:cNvSpPr/>
            <p:nvPr/>
          </p:nvSpPr>
          <p:spPr>
            <a:xfrm>
              <a:off x="423307" y="1509747"/>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45" name="Прямоугольник 29">
              <a:extLst>
                <a:ext uri="{FF2B5EF4-FFF2-40B4-BE49-F238E27FC236}">
                  <a16:creationId xmlns:a16="http://schemas.microsoft.com/office/drawing/2014/main" id="{C3486913-A292-3BBC-8B74-66DCBC8DCF87}"/>
                </a:ext>
              </a:extLst>
            </p:cNvPr>
            <p:cNvSpPr/>
            <p:nvPr/>
          </p:nvSpPr>
          <p:spPr>
            <a:xfrm>
              <a:off x="423307" y="2214145"/>
              <a:ext cx="3744000" cy="4176022"/>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Высшее руководство</a:t>
              </a:r>
              <a:r>
                <a:rPr lang="ru-RU" sz="1200" dirty="0" smtClean="0">
                  <a:solidFill>
                    <a:schemeClr val="tx2"/>
                  </a:solidFill>
                  <a:latin typeface="DINPro-Light" panose="02000504040000020003" pitchFamily="50" charset="0"/>
                  <a:ea typeface="GPN_DIN Regular" panose="020B0504020202020204" pitchFamily="34" charset="-52"/>
                </a:rPr>
                <a:t> </a:t>
              </a:r>
              <a:r>
                <a:rPr lang="ru-RU" sz="1200" dirty="0">
                  <a:solidFill>
                    <a:schemeClr val="tx2"/>
                  </a:solidFill>
                  <a:latin typeface="DINPro-Light" panose="02000504040000020003" pitchFamily="50" charset="0"/>
                  <a:ea typeface="GPN_DIN Regular" panose="020B0504020202020204" pitchFamily="34" charset="-52"/>
                </a:rPr>
                <a:t>– </a:t>
              </a:r>
              <a:r>
                <a:rPr lang="ru-RU" sz="1200" dirty="0" smtClean="0">
                  <a:solidFill>
                    <a:schemeClr val="tx2"/>
                  </a:solidFill>
                  <a:latin typeface="DINPro-Light" panose="02000504040000020003" pitchFamily="50" charset="0"/>
                  <a:ea typeface="GPN_DIN Regular" panose="020B0504020202020204" pitchFamily="34" charset="-52"/>
                </a:rPr>
                <a:t>лицо </a:t>
              </a:r>
              <a:r>
                <a:rPr lang="ru-RU" sz="1200" dirty="0">
                  <a:solidFill>
                    <a:schemeClr val="tx2"/>
                  </a:solidFill>
                  <a:latin typeface="DINPro-Light" panose="02000504040000020003" pitchFamily="50" charset="0"/>
                  <a:ea typeface="GPN_DIN Regular" panose="020B0504020202020204" pitchFamily="34" charset="-52"/>
                </a:rPr>
                <a:t>или группа лиц, имеющие ответственность и полномочия для управления и контроля над всей организацией или ее </a:t>
              </a:r>
              <a:r>
                <a:rPr lang="ru-RU" sz="1200" dirty="0" smtClean="0">
                  <a:solidFill>
                    <a:schemeClr val="tx2"/>
                  </a:solidFill>
                  <a:latin typeface="DINPro-Light" panose="02000504040000020003" pitchFamily="50" charset="0"/>
                  <a:ea typeface="GPN_DIN Regular" panose="020B0504020202020204" pitchFamily="34" charset="-52"/>
                </a:rPr>
                <a:t>частью</a:t>
              </a:r>
            </a:p>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Представитель высшего руководства </a:t>
              </a:r>
              <a:r>
                <a:rPr lang="ru-RU" sz="1200" dirty="0" smtClean="0">
                  <a:solidFill>
                    <a:schemeClr val="tx2"/>
                  </a:solidFill>
                  <a:latin typeface="DINPro-Light" panose="02000504040000020003" pitchFamily="50" charset="0"/>
                  <a:ea typeface="GPN_DIN Regular" panose="020B0504020202020204" pitchFamily="34" charset="-52"/>
                </a:rPr>
                <a:t>—представитель из состава </a:t>
              </a:r>
              <a:r>
                <a:rPr lang="ru-RU" sz="1200" dirty="0">
                  <a:solidFill>
                    <a:schemeClr val="tx2"/>
                  </a:solidFill>
                  <a:latin typeface="DINPro-Light" panose="02000504040000020003" pitchFamily="50" charset="0"/>
                  <a:ea typeface="GPN_DIN Regular" panose="020B0504020202020204" pitchFamily="34" charset="-52"/>
                </a:rPr>
                <a:t>руководства организации, который, независимо от других обязанностей, </a:t>
              </a:r>
              <a:r>
                <a:rPr lang="ru-RU" sz="1200" dirty="0" smtClean="0">
                  <a:solidFill>
                    <a:schemeClr val="tx2"/>
                  </a:solidFill>
                  <a:latin typeface="DINPro-Light" panose="02000504040000020003" pitchFamily="50" charset="0"/>
                  <a:ea typeface="GPN_DIN Regular" panose="020B0504020202020204" pitchFamily="34" charset="-52"/>
                </a:rPr>
                <a:t>несет </a:t>
              </a:r>
              <a:r>
                <a:rPr lang="ru-RU" sz="1200" dirty="0">
                  <a:solidFill>
                    <a:schemeClr val="tx2"/>
                  </a:solidFill>
                  <a:latin typeface="DINPro-Light" panose="02000504040000020003" pitchFamily="50" charset="0"/>
                  <a:ea typeface="GPN_DIN Regular" panose="020B0504020202020204" pitchFamily="34" charset="-52"/>
                </a:rPr>
                <a:t>ответственность и </a:t>
              </a:r>
              <a:r>
                <a:rPr lang="ru-RU" sz="1200" dirty="0" smtClean="0">
                  <a:solidFill>
                    <a:schemeClr val="tx2"/>
                  </a:solidFill>
                  <a:latin typeface="DINPro-Light" panose="02000504040000020003" pitchFamily="50" charset="0"/>
                  <a:ea typeface="GPN_DIN Regular" panose="020B0504020202020204" pitchFamily="34" charset="-52"/>
                </a:rPr>
                <a:t>имеет </a:t>
              </a:r>
              <a:r>
                <a:rPr lang="ru-RU" sz="1200" dirty="0">
                  <a:solidFill>
                    <a:schemeClr val="tx2"/>
                  </a:solidFill>
                  <a:latin typeface="DINPro-Light" panose="02000504040000020003" pitchFamily="50" charset="0"/>
                  <a:ea typeface="GPN_DIN Regular" panose="020B0504020202020204" pitchFamily="34" charset="-52"/>
                </a:rPr>
                <a:t>полномочия </a:t>
              </a:r>
              <a:r>
                <a:rPr lang="ru-RU" sz="1200" dirty="0" smtClean="0">
                  <a:solidFill>
                    <a:schemeClr val="tx2"/>
                  </a:solidFill>
                  <a:latin typeface="DINPro-Light" panose="02000504040000020003" pitchFamily="50" charset="0"/>
                  <a:ea typeface="GPN_DIN Regular" panose="020B0504020202020204" pitchFamily="34" charset="-52"/>
                </a:rPr>
                <a:t>для</a:t>
              </a:r>
            </a:p>
            <a:p>
              <a:pPr marL="171450" indent="-171450">
                <a:spcBef>
                  <a:spcPts val="600"/>
                </a:spcBef>
                <a:buFont typeface="Arial" panose="020B0604020202020204" pitchFamily="34" charset="0"/>
                <a:buChar char="•"/>
              </a:pPr>
              <a:r>
                <a:rPr lang="ru-RU" sz="1100" dirty="0">
                  <a:solidFill>
                    <a:schemeClr val="tx2"/>
                  </a:solidFill>
                  <a:latin typeface="DINPro-Light" panose="02000504040000020003" pitchFamily="50" charset="0"/>
                  <a:ea typeface="GPN_DIN Regular" panose="020B0504020202020204" pitchFamily="34" charset="-52"/>
                </a:rPr>
                <a:t>обеспечения соответствия системы менеджмента </a:t>
              </a:r>
              <a:r>
                <a:rPr lang="ru-RU" sz="1100" dirty="0" smtClean="0">
                  <a:solidFill>
                    <a:schemeClr val="tx2"/>
                  </a:solidFill>
                  <a:latin typeface="DINPro-Light" panose="02000504040000020003" pitchFamily="50" charset="0"/>
                  <a:ea typeface="GPN_DIN Regular" panose="020B0504020202020204" pitchFamily="34" charset="-52"/>
                </a:rPr>
                <a:t>требованиям стандарта</a:t>
              </a:r>
              <a:r>
                <a:rPr lang="ru-RU" sz="1100" dirty="0">
                  <a:solidFill>
                    <a:schemeClr val="tx2"/>
                  </a:solidFill>
                  <a:latin typeface="DINPro-Light" panose="02000504040000020003" pitchFamily="50" charset="0"/>
                  <a:ea typeface="GPN_DIN Regular" panose="020B0504020202020204" pitchFamily="34" charset="-52"/>
                </a:rPr>
                <a:t>;</a:t>
              </a:r>
            </a:p>
            <a:p>
              <a:pPr marL="171450" indent="-171450">
                <a:spcBef>
                  <a:spcPts val="600"/>
                </a:spcBef>
                <a:buFont typeface="Arial" panose="020B0604020202020204" pitchFamily="34" charset="0"/>
                <a:buChar char="•"/>
              </a:pPr>
              <a:r>
                <a:rPr lang="ru-RU" sz="1100" dirty="0">
                  <a:solidFill>
                    <a:schemeClr val="tx2"/>
                  </a:solidFill>
                  <a:latin typeface="DINPro-Light" panose="02000504040000020003" pitchFamily="50" charset="0"/>
                  <a:ea typeface="GPN_DIN Regular" panose="020B0504020202020204" pitchFamily="34" charset="-52"/>
                </a:rPr>
                <a:t>обеспечения </a:t>
              </a:r>
              <a:r>
                <a:rPr lang="ru-RU" sz="1100" dirty="0" smtClean="0">
                  <a:solidFill>
                    <a:schemeClr val="tx2"/>
                  </a:solidFill>
                  <a:latin typeface="DINPro-Light" panose="02000504040000020003" pitchFamily="50" charset="0"/>
                  <a:ea typeface="GPN_DIN Regular" panose="020B0504020202020204" pitchFamily="34" charset="-52"/>
                </a:rPr>
                <a:t>получения </a:t>
              </a:r>
              <a:r>
                <a:rPr lang="ru-RU" sz="1100" dirty="0">
                  <a:solidFill>
                    <a:schemeClr val="tx2"/>
                  </a:solidFill>
                  <a:latin typeface="DINPro-Light" panose="02000504040000020003" pitchFamily="50" charset="0"/>
                  <a:ea typeface="GPN_DIN Regular" panose="020B0504020202020204" pitchFamily="34" charset="-52"/>
                </a:rPr>
                <a:t>намеченных результатов процессов;</a:t>
              </a:r>
            </a:p>
            <a:p>
              <a:pPr marL="171450" indent="-171450">
                <a:spcBef>
                  <a:spcPts val="600"/>
                </a:spcBef>
                <a:buFont typeface="Arial" panose="020B0604020202020204" pitchFamily="34" charset="0"/>
                <a:buChar char="•"/>
              </a:pPr>
              <a:r>
                <a:rPr lang="ru-RU" sz="1100" dirty="0" smtClean="0">
                  <a:solidFill>
                    <a:schemeClr val="tx2"/>
                  </a:solidFill>
                  <a:latin typeface="DINPro-Light" panose="02000504040000020003" pitchFamily="50" charset="0"/>
                  <a:ea typeface="GPN_DIN Regular" panose="020B0504020202020204" pitchFamily="34" charset="-52"/>
                </a:rPr>
                <a:t>отчетности </a:t>
              </a:r>
              <a:r>
                <a:rPr lang="ru-RU" sz="1100" dirty="0">
                  <a:solidFill>
                    <a:schemeClr val="tx2"/>
                  </a:solidFill>
                  <a:latin typeface="DINPro-Light" panose="02000504040000020003" pitchFamily="50" charset="0"/>
                  <a:ea typeface="GPN_DIN Regular" panose="020B0504020202020204" pitchFamily="34" charset="-52"/>
                </a:rPr>
                <a:t>перед высшим руководством о результатах функционирования системы </a:t>
              </a:r>
              <a:r>
                <a:rPr lang="ru-RU" sz="1100" dirty="0" smtClean="0">
                  <a:solidFill>
                    <a:schemeClr val="tx2"/>
                  </a:solidFill>
                  <a:latin typeface="DINPro-Light" panose="02000504040000020003" pitchFamily="50" charset="0"/>
                  <a:ea typeface="GPN_DIN Regular" panose="020B0504020202020204" pitchFamily="34" charset="-52"/>
                </a:rPr>
                <a:t>менеджмента;</a:t>
              </a:r>
              <a:endParaRPr lang="ru-RU" sz="1100" dirty="0">
                <a:solidFill>
                  <a:schemeClr val="tx2"/>
                </a:solidFill>
                <a:latin typeface="DINPro-Light" panose="02000504040000020003" pitchFamily="50" charset="0"/>
                <a:ea typeface="GPN_DIN Regular" panose="020B0504020202020204" pitchFamily="34" charset="-52"/>
              </a:endParaRPr>
            </a:p>
            <a:p>
              <a:pPr marL="171450" indent="-171450">
                <a:spcBef>
                  <a:spcPts val="600"/>
                </a:spcBef>
                <a:buFont typeface="Arial" panose="020B0604020202020204" pitchFamily="34" charset="0"/>
                <a:buChar char="•"/>
              </a:pPr>
              <a:r>
                <a:rPr lang="ru-RU" sz="1100" dirty="0" smtClean="0">
                  <a:solidFill>
                    <a:schemeClr val="tx2"/>
                  </a:solidFill>
                  <a:latin typeface="DINPro-Light" panose="02000504040000020003" pitchFamily="50" charset="0"/>
                  <a:ea typeface="GPN_DIN Regular" panose="020B0504020202020204" pitchFamily="34" charset="-52"/>
                </a:rPr>
                <a:t>обеспечения </a:t>
              </a:r>
              <a:r>
                <a:rPr lang="ru-RU" sz="1100" dirty="0">
                  <a:solidFill>
                    <a:schemeClr val="tx2"/>
                  </a:solidFill>
                  <a:latin typeface="DINPro-Light" panose="02000504040000020003" pitchFamily="50" charset="0"/>
                  <a:ea typeface="GPN_DIN Regular" panose="020B0504020202020204" pitchFamily="34" charset="-52"/>
                </a:rPr>
                <a:t>осведомленности персонала организации о требованиях потребителей</a:t>
              </a:r>
              <a:r>
                <a:rPr lang="ru-RU" sz="1100" dirty="0" smtClean="0">
                  <a:solidFill>
                    <a:schemeClr val="tx2"/>
                  </a:solidFill>
                  <a:latin typeface="DINPro-Light" panose="02000504040000020003" pitchFamily="50" charset="0"/>
                  <a:ea typeface="GPN_DIN Regular" panose="020B0504020202020204" pitchFamily="34" charset="-52"/>
                </a:rPr>
                <a:t>.</a:t>
              </a:r>
              <a:endParaRPr lang="ru-RU" sz="1100" dirty="0">
                <a:solidFill>
                  <a:schemeClr val="tx2"/>
                </a:solidFill>
                <a:latin typeface="DINPro-Light" panose="02000504040000020003" pitchFamily="50" charset="0"/>
                <a:ea typeface="GPN_DIN Regular" panose="020B0504020202020204" pitchFamily="34" charset="-52"/>
              </a:endParaRPr>
            </a:p>
          </p:txBody>
        </p:sp>
        <p:pic>
          <p:nvPicPr>
            <p:cNvPr id="5" name="Рисунок 4"/>
            <p:cNvPicPr>
              <a:picLocks noChangeAspect="1"/>
            </p:cNvPicPr>
            <p:nvPr/>
          </p:nvPicPr>
          <p:blipFill rotWithShape="1">
            <a:blip r:embed="rId3"/>
            <a:srcRect l="9020" r="9257"/>
            <a:stretch/>
          </p:blipFill>
          <p:spPr>
            <a:xfrm>
              <a:off x="492323" y="1561503"/>
              <a:ext cx="441293" cy="540000"/>
            </a:xfrm>
            <a:prstGeom prst="rect">
              <a:avLst/>
            </a:prstGeom>
          </p:spPr>
        </p:pic>
      </p:grpSp>
      <p:grpSp>
        <p:nvGrpSpPr>
          <p:cNvPr id="4" name="Группа 3"/>
          <p:cNvGrpSpPr/>
          <p:nvPr/>
        </p:nvGrpSpPr>
        <p:grpSpPr>
          <a:xfrm>
            <a:off x="6026665" y="1509747"/>
            <a:ext cx="3744000" cy="4880420"/>
            <a:chOff x="6026665" y="1509747"/>
            <a:chExt cx="3744000" cy="4880420"/>
          </a:xfrm>
        </p:grpSpPr>
        <p:sp>
          <p:nvSpPr>
            <p:cNvPr id="13" name="Прямоугольник 27">
              <a:extLst>
                <a:ext uri="{FF2B5EF4-FFF2-40B4-BE49-F238E27FC236}">
                  <a16:creationId xmlns:a16="http://schemas.microsoft.com/office/drawing/2014/main" id="{0F67F8FC-846B-7DC9-7278-B25D2ABC8AED}"/>
                </a:ext>
              </a:extLst>
            </p:cNvPr>
            <p:cNvSpPr/>
            <p:nvPr/>
          </p:nvSpPr>
          <p:spPr>
            <a:xfrm>
              <a:off x="6026665" y="1509747"/>
              <a:ext cx="3743377" cy="704398"/>
            </a:xfrm>
            <a:prstGeom prst="rect">
              <a:avLst/>
            </a:prstGeom>
            <a:solidFill>
              <a:srgbClr val="23D1C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КАК ЭТО В ГПН-СНАБЖЕНИИ</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14" name="Прямоугольник 29">
              <a:extLst>
                <a:ext uri="{FF2B5EF4-FFF2-40B4-BE49-F238E27FC236}">
                  <a16:creationId xmlns:a16="http://schemas.microsoft.com/office/drawing/2014/main" id="{C3486913-A292-3BBC-8B74-66DCBC8DCF87}"/>
                </a:ext>
              </a:extLst>
            </p:cNvPr>
            <p:cNvSpPr/>
            <p:nvPr/>
          </p:nvSpPr>
          <p:spPr>
            <a:xfrm>
              <a:off x="6026665" y="2214145"/>
              <a:ext cx="3744000" cy="4176022"/>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Высшее руководство</a:t>
              </a:r>
              <a:r>
                <a:rPr lang="ru-RU" sz="1200" dirty="0" smtClean="0">
                  <a:solidFill>
                    <a:schemeClr val="tx2"/>
                  </a:solidFill>
                  <a:latin typeface="DINPro-Light" panose="02000504040000020003" pitchFamily="50" charset="0"/>
                  <a:ea typeface="GPN_DIN Regular" panose="020B0504020202020204" pitchFamily="34" charset="-52"/>
                </a:rPr>
                <a:t> </a:t>
              </a:r>
              <a:r>
                <a:rPr lang="ru-RU" sz="1200" dirty="0">
                  <a:solidFill>
                    <a:schemeClr val="tx2"/>
                  </a:solidFill>
                  <a:latin typeface="DINPro-Light" panose="02000504040000020003" pitchFamily="50" charset="0"/>
                  <a:ea typeface="GPN_DIN Regular" panose="020B0504020202020204" pitchFamily="34" charset="-52"/>
                </a:rPr>
                <a:t>– генеральный директор, руководители прямого подчинения генеральному директору, директора </a:t>
              </a:r>
              <a:r>
                <a:rPr lang="ru-RU" sz="1200" dirty="0" smtClean="0">
                  <a:solidFill>
                    <a:schemeClr val="tx2"/>
                  </a:solidFill>
                  <a:latin typeface="DINPro-Light" panose="02000504040000020003" pitchFamily="50" charset="0"/>
                  <a:ea typeface="GPN_DIN Regular" panose="020B0504020202020204" pitchFamily="34" charset="-52"/>
                </a:rPr>
                <a:t>дивизионов</a:t>
              </a:r>
            </a:p>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Представитель высшего руководства </a:t>
              </a:r>
              <a:r>
                <a:rPr lang="ru-RU" sz="1200" dirty="0" smtClean="0">
                  <a:solidFill>
                    <a:schemeClr val="tx2"/>
                  </a:solidFill>
                  <a:latin typeface="DINPro-Light" panose="02000504040000020003" pitchFamily="50" charset="0"/>
                  <a:ea typeface="GPN_DIN Regular" panose="020B0504020202020204" pitchFamily="34" charset="-52"/>
                </a:rPr>
                <a:t>— директор программ по операционной эффективности Упорова А.Е. (приказ от 01.02.2021 №02-П).</a:t>
              </a:r>
            </a:p>
            <a:p>
              <a:pPr>
                <a:spcBef>
                  <a:spcPts val="600"/>
                </a:spcBef>
                <a:spcAft>
                  <a:spcPts val="600"/>
                </a:spcAft>
              </a:pPr>
              <a:r>
                <a:rPr lang="ru-RU" sz="1200" dirty="0" smtClean="0">
                  <a:solidFill>
                    <a:schemeClr val="tx2"/>
                  </a:solidFill>
                  <a:latin typeface="DINPro-Light" panose="02000504040000020003" pitchFamily="50" charset="0"/>
                  <a:ea typeface="GPN_DIN Regular" panose="020B0504020202020204" pitchFamily="34" charset="-52"/>
                </a:rPr>
                <a:t>Обязанности</a:t>
              </a:r>
              <a:r>
                <a:rPr lang="ru-RU" sz="1200" dirty="0">
                  <a:solidFill>
                    <a:schemeClr val="tx2"/>
                  </a:solidFill>
                  <a:latin typeface="DINPro-Light" panose="02000504040000020003" pitchFamily="50" charset="0"/>
                  <a:ea typeface="GPN_DIN Regular" panose="020B0504020202020204" pitchFamily="34" charset="-52"/>
                </a:rPr>
                <a:t>, права и </a:t>
              </a:r>
              <a:r>
                <a:rPr lang="ru-RU" sz="1200" dirty="0" smtClean="0">
                  <a:solidFill>
                    <a:schemeClr val="tx2"/>
                  </a:solidFill>
                  <a:latin typeface="DINPro-Light" panose="02000504040000020003" pitchFamily="50" charset="0"/>
                  <a:ea typeface="GPN_DIN Regular" panose="020B0504020202020204" pitchFamily="34" charset="-52"/>
                </a:rPr>
                <a:t>ответственность определены </a:t>
              </a:r>
              <a:r>
                <a:rPr lang="ru-RU" sz="1200" dirty="0">
                  <a:solidFill>
                    <a:schemeClr val="tx2"/>
                  </a:solidFill>
                  <a:latin typeface="DINPro-Light" panose="02000504040000020003" pitchFamily="50" charset="0"/>
                  <a:ea typeface="GPN_DIN Regular" panose="020B0504020202020204" pitchFamily="34" charset="-52"/>
                </a:rPr>
                <a:t>в </a:t>
              </a:r>
              <a:r>
                <a:rPr lang="ru-RU" sz="1200" dirty="0">
                  <a:solidFill>
                    <a:schemeClr val="tx2"/>
                  </a:solidFill>
                  <a:latin typeface="DINPro-Bold" panose="02000503030000020004" pitchFamily="50" charset="0"/>
                  <a:ea typeface="GPN_DIN Regular" panose="020B0504020202020204" pitchFamily="34" charset="-52"/>
                </a:rPr>
                <a:t>Положении об Ответственном за интегрированную систему </a:t>
              </a:r>
              <a:r>
                <a:rPr lang="ru-RU" sz="1200" dirty="0" smtClean="0">
                  <a:solidFill>
                    <a:schemeClr val="tx2"/>
                  </a:solidFill>
                  <a:latin typeface="DINPro-Bold" panose="02000503030000020004" pitchFamily="50" charset="0"/>
                  <a:ea typeface="GPN_DIN Regular" panose="020B0504020202020204" pitchFamily="34" charset="-52"/>
                </a:rPr>
                <a:t>менеджмента </a:t>
              </a:r>
              <a:r>
                <a:rPr lang="ru-RU" sz="1200" dirty="0" smtClean="0">
                  <a:solidFill>
                    <a:schemeClr val="tx2"/>
                  </a:solidFill>
                  <a:latin typeface="DINPro-Light" panose="02000504040000020003" pitchFamily="50" charset="0"/>
                  <a:ea typeface="GPN_DIN Regular" panose="020B0504020202020204" pitchFamily="34" charset="-52"/>
                </a:rPr>
                <a:t>(приказ от 01.12.2025 №135-П)</a:t>
              </a:r>
            </a:p>
          </p:txBody>
        </p:sp>
        <p:pic>
          <p:nvPicPr>
            <p:cNvPr id="3" name="Рисунок 2"/>
            <p:cNvPicPr>
              <a:picLocks noChangeAspect="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11267" t="11547" r="9617" b="11173"/>
            <a:stretch/>
          </p:blipFill>
          <p:spPr>
            <a:xfrm>
              <a:off x="6103088" y="1561503"/>
              <a:ext cx="552832" cy="540000"/>
            </a:xfrm>
            <a:prstGeom prst="rect">
              <a:avLst/>
            </a:prstGeom>
          </p:spPr>
        </p:pic>
      </p:grpSp>
    </p:spTree>
    <p:extLst>
      <p:ext uri="{BB962C8B-B14F-4D97-AF65-F5344CB8AC3E}">
        <p14:creationId xmlns:p14="http://schemas.microsoft.com/office/powerpoint/2010/main" val="160509945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4. ПРОЦЕССЫ</a:t>
            </a:r>
            <a:endParaRPr sz="2000" dirty="0">
              <a:latin typeface="DINPro-Bold" panose="02000503030000020004" pitchFamily="50" charset="0"/>
            </a:endParaRPr>
          </a:p>
        </p:txBody>
      </p:sp>
      <p:grpSp>
        <p:nvGrpSpPr>
          <p:cNvPr id="55" name="Группа 54"/>
          <p:cNvGrpSpPr/>
          <p:nvPr/>
        </p:nvGrpSpPr>
        <p:grpSpPr>
          <a:xfrm>
            <a:off x="423307" y="1509747"/>
            <a:ext cx="3744000" cy="4157628"/>
            <a:chOff x="423307" y="1509747"/>
            <a:chExt cx="3744000" cy="4157628"/>
          </a:xfrm>
        </p:grpSpPr>
        <p:sp>
          <p:nvSpPr>
            <p:cNvPr id="44" name="Прямоугольник 27">
              <a:extLst>
                <a:ext uri="{FF2B5EF4-FFF2-40B4-BE49-F238E27FC236}">
                  <a16:creationId xmlns:a16="http://schemas.microsoft.com/office/drawing/2014/main" id="{0F67F8FC-846B-7DC9-7278-B25D2ABC8AED}"/>
                </a:ext>
              </a:extLst>
            </p:cNvPr>
            <p:cNvSpPr/>
            <p:nvPr/>
          </p:nvSpPr>
          <p:spPr>
            <a:xfrm>
              <a:off x="423307" y="1509747"/>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45" name="Прямоугольник 29">
              <a:extLst>
                <a:ext uri="{FF2B5EF4-FFF2-40B4-BE49-F238E27FC236}">
                  <a16:creationId xmlns:a16="http://schemas.microsoft.com/office/drawing/2014/main" id="{C3486913-A292-3BBC-8B74-66DCBC8DCF87}"/>
                </a:ext>
              </a:extLst>
            </p:cNvPr>
            <p:cNvSpPr/>
            <p:nvPr/>
          </p:nvSpPr>
          <p:spPr>
            <a:xfrm>
              <a:off x="423307" y="2214145"/>
              <a:ext cx="3744000" cy="34532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Процесс</a:t>
              </a:r>
              <a:r>
                <a:rPr lang="ru-RU" sz="1200" dirty="0" smtClean="0">
                  <a:solidFill>
                    <a:schemeClr val="tx2"/>
                  </a:solidFill>
                  <a:latin typeface="DINPro-Light" panose="02000504040000020003" pitchFamily="50" charset="0"/>
                  <a:ea typeface="GPN_DIN Regular" panose="020B0504020202020204" pitchFamily="34" charset="-52"/>
                </a:rPr>
                <a:t> </a:t>
              </a:r>
              <a:r>
                <a:rPr lang="ru-RU" sz="1200" dirty="0">
                  <a:solidFill>
                    <a:schemeClr val="tx2"/>
                  </a:solidFill>
                  <a:latin typeface="DINPro-Light" panose="02000504040000020003" pitchFamily="50" charset="0"/>
                  <a:ea typeface="GPN_DIN Regular" panose="020B0504020202020204" pitchFamily="34" charset="-52"/>
                </a:rPr>
                <a:t>– регулярно повторяющаяся логичная последовательность взаимосвязанных действий (операций), преобразующая входы в выходы и нацеленная на получение </a:t>
              </a:r>
              <a:r>
                <a:rPr lang="ru-RU" sz="1200" dirty="0" smtClean="0">
                  <a:solidFill>
                    <a:schemeClr val="tx2"/>
                  </a:solidFill>
                  <a:latin typeface="DINPro-Light" panose="02000504040000020003" pitchFamily="50" charset="0"/>
                  <a:ea typeface="GPN_DIN Regular" panose="020B0504020202020204" pitchFamily="34" charset="-52"/>
                </a:rPr>
                <a:t>результата</a:t>
              </a:r>
            </a:p>
            <a:p>
              <a:pPr>
                <a:spcBef>
                  <a:spcPts val="600"/>
                </a:spcBef>
                <a:spcAft>
                  <a:spcPts val="600"/>
                </a:spcAft>
              </a:pPr>
              <a:r>
                <a:rPr lang="ru-RU" sz="1200" dirty="0" err="1" smtClean="0">
                  <a:solidFill>
                    <a:schemeClr val="tx2"/>
                  </a:solidFill>
                  <a:latin typeface="DINPro-Bold" panose="02000503030000020004" pitchFamily="50" charset="0"/>
                  <a:ea typeface="GPN_DIN Regular" panose="020B0504020202020204" pitchFamily="34" charset="-52"/>
                </a:rPr>
                <a:t>Аутсорсинговый</a:t>
              </a:r>
              <a:r>
                <a:rPr lang="ru-RU" sz="1200" dirty="0" smtClean="0">
                  <a:solidFill>
                    <a:schemeClr val="tx2"/>
                  </a:solidFill>
                  <a:latin typeface="DINPro-Bold" panose="02000503030000020004" pitchFamily="50" charset="0"/>
                  <a:ea typeface="GPN_DIN Regular" panose="020B0504020202020204" pitchFamily="34" charset="-52"/>
                </a:rPr>
                <a:t> процесс</a:t>
              </a:r>
              <a:r>
                <a:rPr lang="ru-RU" sz="1200" dirty="0" smtClean="0">
                  <a:solidFill>
                    <a:schemeClr val="tx2"/>
                  </a:solidFill>
                  <a:latin typeface="DINPro-Light" panose="02000504040000020003" pitchFamily="50" charset="0"/>
                  <a:ea typeface="GPN_DIN Regular" panose="020B0504020202020204" pitchFamily="34" charset="-52"/>
                </a:rPr>
                <a:t> - процесс</a:t>
              </a:r>
              <a:r>
                <a:rPr lang="ru-RU" sz="1200" dirty="0">
                  <a:solidFill>
                    <a:schemeClr val="tx2"/>
                  </a:solidFill>
                  <a:latin typeface="DINPro-Light" panose="02000504040000020003" pitchFamily="50" charset="0"/>
                  <a:ea typeface="GPN_DIN Regular" panose="020B0504020202020204" pitchFamily="34" charset="-52"/>
                </a:rPr>
                <a:t>, </a:t>
              </a:r>
              <a:r>
                <a:rPr lang="ru-RU" sz="1200" dirty="0" smtClean="0">
                  <a:solidFill>
                    <a:schemeClr val="tx2"/>
                  </a:solidFill>
                  <a:latin typeface="DINPro-Light" panose="02000504040000020003" pitchFamily="50" charset="0"/>
                  <a:ea typeface="GPN_DIN Regular" panose="020B0504020202020204" pitchFamily="34" charset="-52"/>
                </a:rPr>
                <a:t>осуществление </a:t>
              </a:r>
              <a:r>
                <a:rPr lang="ru-RU" sz="1200" dirty="0">
                  <a:solidFill>
                    <a:schemeClr val="tx2"/>
                  </a:solidFill>
                  <a:latin typeface="DINPro-Light" panose="02000504040000020003" pitchFamily="50" charset="0"/>
                  <a:ea typeface="GPN_DIN Regular" panose="020B0504020202020204" pitchFamily="34" charset="-52"/>
                </a:rPr>
                <a:t>которого (независимо от того, постоянно или временно) организация передала сторонней </a:t>
              </a:r>
              <a:r>
                <a:rPr lang="ru-RU" sz="1200" dirty="0" smtClean="0">
                  <a:solidFill>
                    <a:schemeClr val="tx2"/>
                  </a:solidFill>
                  <a:latin typeface="DINPro-Light" panose="02000504040000020003" pitchFamily="50" charset="0"/>
                  <a:ea typeface="GPN_DIN Regular" panose="020B0504020202020204" pitchFamily="34" charset="-52"/>
                </a:rPr>
                <a:t>организации</a:t>
              </a:r>
            </a:p>
          </p:txBody>
        </p:sp>
        <p:pic>
          <p:nvPicPr>
            <p:cNvPr id="5" name="Рисунок 4"/>
            <p:cNvPicPr>
              <a:picLocks noChangeAspect="1"/>
            </p:cNvPicPr>
            <p:nvPr/>
          </p:nvPicPr>
          <p:blipFill rotWithShape="1">
            <a:blip r:embed="rId3"/>
            <a:srcRect l="9020" r="9257"/>
            <a:stretch/>
          </p:blipFill>
          <p:spPr>
            <a:xfrm>
              <a:off x="492323" y="1561503"/>
              <a:ext cx="441293" cy="540000"/>
            </a:xfrm>
            <a:prstGeom prst="rect">
              <a:avLst/>
            </a:prstGeom>
          </p:spPr>
        </p:pic>
      </p:grpSp>
      <p:grpSp>
        <p:nvGrpSpPr>
          <p:cNvPr id="54" name="Группа 53"/>
          <p:cNvGrpSpPr/>
          <p:nvPr/>
        </p:nvGrpSpPr>
        <p:grpSpPr>
          <a:xfrm>
            <a:off x="4772025" y="2169580"/>
            <a:ext cx="6880387" cy="3497795"/>
            <a:chOff x="4772025" y="2436280"/>
            <a:chExt cx="6880387" cy="3497795"/>
          </a:xfrm>
        </p:grpSpPr>
        <p:sp>
          <p:nvSpPr>
            <p:cNvPr id="36" name="Прямоугольник 35"/>
            <p:cNvSpPr/>
            <p:nvPr/>
          </p:nvSpPr>
          <p:spPr bwMode="auto">
            <a:xfrm>
              <a:off x="10604662" y="2896374"/>
              <a:ext cx="1036800" cy="1604517"/>
            </a:xfrm>
            <a:prstGeom prst="rect">
              <a:avLst/>
            </a:prstGeom>
            <a:solidFill>
              <a:srgbClr val="FFFFFF"/>
            </a:solid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Прямоугольник 33"/>
            <p:cNvSpPr/>
            <p:nvPr/>
          </p:nvSpPr>
          <p:spPr bwMode="auto">
            <a:xfrm>
              <a:off x="9140428" y="2772548"/>
              <a:ext cx="1210865" cy="1761351"/>
            </a:xfrm>
            <a:prstGeom prst="rect">
              <a:avLst/>
            </a:prstGeom>
            <a:solidFill>
              <a:srgbClr val="FFFFFF"/>
            </a:solid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Прямоугольник 30"/>
            <p:cNvSpPr/>
            <p:nvPr/>
          </p:nvSpPr>
          <p:spPr bwMode="auto">
            <a:xfrm>
              <a:off x="5970985" y="2772549"/>
              <a:ext cx="1210865" cy="1761350"/>
            </a:xfrm>
            <a:prstGeom prst="rect">
              <a:avLst/>
            </a:prstGeom>
            <a:solidFill>
              <a:srgbClr val="FFFFFF"/>
            </a:solid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Прямоугольник 11"/>
            <p:cNvSpPr/>
            <p:nvPr/>
          </p:nvSpPr>
          <p:spPr bwMode="auto">
            <a:xfrm>
              <a:off x="4772025" y="2896374"/>
              <a:ext cx="1036800" cy="1604517"/>
            </a:xfrm>
            <a:prstGeom prst="rect">
              <a:avLst/>
            </a:prstGeom>
            <a:solidFill>
              <a:srgbClr val="FFFFFF"/>
            </a:solid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Скругленный прямоугольник 5"/>
            <p:cNvSpPr/>
            <p:nvPr/>
          </p:nvSpPr>
          <p:spPr bwMode="auto">
            <a:xfrm>
              <a:off x="4772025" y="2488506"/>
              <a:ext cx="1038225" cy="565497"/>
            </a:xfrm>
            <a:prstGeom prst="roundRect">
              <a:avLst/>
            </a:prstGeom>
            <a:solidFill>
              <a:srgbClr val="FFFFFF"/>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Скругленный прямоугольник 14"/>
            <p:cNvSpPr/>
            <p:nvPr/>
          </p:nvSpPr>
          <p:spPr bwMode="auto">
            <a:xfrm>
              <a:off x="10606087" y="2488506"/>
              <a:ext cx="1038225" cy="565497"/>
            </a:xfrm>
            <a:prstGeom prst="roundRect">
              <a:avLst/>
            </a:prstGeom>
            <a:solidFill>
              <a:srgbClr val="FFFFFF"/>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ятиугольник 6"/>
            <p:cNvSpPr/>
            <p:nvPr/>
          </p:nvSpPr>
          <p:spPr bwMode="auto">
            <a:xfrm>
              <a:off x="5970984" y="2488506"/>
              <a:ext cx="1304925" cy="565497"/>
            </a:xfrm>
            <a:prstGeom prst="homePlate">
              <a:avLst/>
            </a:prstGeom>
            <a:solidFill>
              <a:srgbClr val="FFFFFF"/>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Пятиугольник 16"/>
            <p:cNvSpPr/>
            <p:nvPr/>
          </p:nvSpPr>
          <p:spPr bwMode="auto">
            <a:xfrm>
              <a:off x="9140427" y="2488506"/>
              <a:ext cx="1304925" cy="565497"/>
            </a:xfrm>
            <a:prstGeom prst="homePlate">
              <a:avLst/>
            </a:prstGeom>
            <a:solidFill>
              <a:srgbClr val="FFFFFF"/>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Шеврон 8"/>
            <p:cNvSpPr/>
            <p:nvPr/>
          </p:nvSpPr>
          <p:spPr bwMode="auto">
            <a:xfrm>
              <a:off x="7275909" y="2436280"/>
              <a:ext cx="1703784" cy="676275"/>
            </a:xfrm>
            <a:prstGeom prst="chevron">
              <a:avLst>
                <a:gd name="adj" fmla="val 44366"/>
              </a:avLst>
            </a:prstGeom>
            <a:solidFill>
              <a:srgbClr val="FFFFFF"/>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1" name="TextBox 10"/>
            <p:cNvSpPr txBox="1"/>
            <p:nvPr/>
          </p:nvSpPr>
          <p:spPr bwMode="auto">
            <a:xfrm>
              <a:off x="4772025" y="2619375"/>
              <a:ext cx="1038225" cy="276999"/>
            </a:xfrm>
            <a:prstGeom prst="rect">
              <a:avLst/>
            </a:prstGeom>
            <a:noFill/>
          </p:spPr>
          <p:txBody>
            <a:bodyPr wrap="square" rtlCol="0">
              <a:spAutoFit/>
            </a:bodyPr>
            <a:lstStyle/>
            <a:p>
              <a:pPr algn="ctr"/>
              <a:r>
                <a:rPr lang="ru-RU" sz="1200" dirty="0" smtClean="0">
                  <a:latin typeface="DINPro-Medium" panose="02000503030000020004" pitchFamily="50" charset="0"/>
                </a:rPr>
                <a:t>Источники</a:t>
              </a:r>
              <a:endParaRPr lang="ru-RU" sz="1200" dirty="0">
                <a:latin typeface="DINPro-Medium" panose="02000503030000020004" pitchFamily="50" charset="0"/>
              </a:endParaRPr>
            </a:p>
          </p:txBody>
        </p:sp>
        <p:sp>
          <p:nvSpPr>
            <p:cNvPr id="25" name="TextBox 24"/>
            <p:cNvSpPr txBox="1"/>
            <p:nvPr/>
          </p:nvSpPr>
          <p:spPr bwMode="auto">
            <a:xfrm>
              <a:off x="10587037" y="2552700"/>
              <a:ext cx="1038225" cy="461665"/>
            </a:xfrm>
            <a:prstGeom prst="rect">
              <a:avLst/>
            </a:prstGeom>
            <a:noFill/>
          </p:spPr>
          <p:txBody>
            <a:bodyPr wrap="square" rtlCol="0">
              <a:spAutoFit/>
            </a:bodyPr>
            <a:lstStyle/>
            <a:p>
              <a:pPr algn="ctr"/>
              <a:r>
                <a:rPr lang="ru-RU" sz="1200" dirty="0" smtClean="0">
                  <a:latin typeface="DINPro-Medium" panose="02000503030000020004" pitchFamily="50" charset="0"/>
                </a:rPr>
                <a:t>Получатели выходов</a:t>
              </a:r>
              <a:endParaRPr lang="ru-RU" sz="1200" dirty="0">
                <a:latin typeface="DINPro-Medium" panose="02000503030000020004" pitchFamily="50" charset="0"/>
              </a:endParaRPr>
            </a:p>
          </p:txBody>
        </p:sp>
        <p:sp>
          <p:nvSpPr>
            <p:cNvPr id="26" name="TextBox 25"/>
            <p:cNvSpPr txBox="1"/>
            <p:nvPr/>
          </p:nvSpPr>
          <p:spPr bwMode="auto">
            <a:xfrm>
              <a:off x="5970985" y="2619375"/>
              <a:ext cx="1089994" cy="276999"/>
            </a:xfrm>
            <a:prstGeom prst="rect">
              <a:avLst/>
            </a:prstGeom>
            <a:noFill/>
          </p:spPr>
          <p:txBody>
            <a:bodyPr wrap="square" rtlCol="0">
              <a:spAutoFit/>
            </a:bodyPr>
            <a:lstStyle/>
            <a:p>
              <a:pPr algn="ctr"/>
              <a:r>
                <a:rPr lang="ru-RU" sz="1200" dirty="0" smtClean="0">
                  <a:latin typeface="DINPro-Medium" panose="02000503030000020004" pitchFamily="50" charset="0"/>
                </a:rPr>
                <a:t>Входы</a:t>
              </a:r>
              <a:endParaRPr lang="ru-RU" sz="1200" dirty="0">
                <a:latin typeface="DINPro-Medium" panose="02000503030000020004" pitchFamily="50" charset="0"/>
              </a:endParaRPr>
            </a:p>
          </p:txBody>
        </p:sp>
        <p:sp>
          <p:nvSpPr>
            <p:cNvPr id="27" name="TextBox 26"/>
            <p:cNvSpPr txBox="1"/>
            <p:nvPr/>
          </p:nvSpPr>
          <p:spPr bwMode="auto">
            <a:xfrm>
              <a:off x="9140428" y="2619375"/>
              <a:ext cx="1111426" cy="276999"/>
            </a:xfrm>
            <a:prstGeom prst="rect">
              <a:avLst/>
            </a:prstGeom>
            <a:noFill/>
          </p:spPr>
          <p:txBody>
            <a:bodyPr wrap="square" rtlCol="0">
              <a:spAutoFit/>
            </a:bodyPr>
            <a:lstStyle/>
            <a:p>
              <a:pPr algn="ctr"/>
              <a:r>
                <a:rPr lang="ru-RU" sz="1200" dirty="0" smtClean="0">
                  <a:latin typeface="DINPro-Medium" panose="02000503030000020004" pitchFamily="50" charset="0"/>
                </a:rPr>
                <a:t>Выходы</a:t>
              </a:r>
              <a:endParaRPr lang="ru-RU" sz="1200" dirty="0">
                <a:latin typeface="DINPro-Medium" panose="02000503030000020004" pitchFamily="50" charset="0"/>
              </a:endParaRPr>
            </a:p>
          </p:txBody>
        </p:sp>
        <p:sp>
          <p:nvSpPr>
            <p:cNvPr id="28" name="TextBox 27"/>
            <p:cNvSpPr txBox="1"/>
            <p:nvPr/>
          </p:nvSpPr>
          <p:spPr bwMode="auto">
            <a:xfrm>
              <a:off x="7581901" y="2619375"/>
              <a:ext cx="1285874" cy="276999"/>
            </a:xfrm>
            <a:prstGeom prst="rect">
              <a:avLst/>
            </a:prstGeom>
            <a:noFill/>
          </p:spPr>
          <p:txBody>
            <a:bodyPr wrap="square" rtlCol="0">
              <a:spAutoFit/>
            </a:bodyPr>
            <a:lstStyle/>
            <a:p>
              <a:pPr algn="ctr"/>
              <a:r>
                <a:rPr lang="ru-RU" sz="1200" dirty="0" smtClean="0">
                  <a:latin typeface="DINPro-Medium" panose="02000503030000020004" pitchFamily="50" charset="0"/>
                </a:rPr>
                <a:t>Деятельность</a:t>
              </a:r>
              <a:endParaRPr lang="ru-RU" sz="1200" dirty="0">
                <a:latin typeface="DINPro-Medium" panose="02000503030000020004" pitchFamily="50" charset="0"/>
              </a:endParaRPr>
            </a:p>
          </p:txBody>
        </p:sp>
        <p:sp>
          <p:nvSpPr>
            <p:cNvPr id="30" name="TextBox 29"/>
            <p:cNvSpPr txBox="1"/>
            <p:nvPr/>
          </p:nvSpPr>
          <p:spPr bwMode="auto">
            <a:xfrm>
              <a:off x="4772025" y="3343275"/>
              <a:ext cx="1038225" cy="430887"/>
            </a:xfrm>
            <a:prstGeom prst="rect">
              <a:avLst/>
            </a:prstGeom>
            <a:noFill/>
          </p:spPr>
          <p:txBody>
            <a:bodyPr wrap="square" rtlCol="0">
              <a:spAutoFit/>
            </a:bodyPr>
            <a:lstStyle/>
            <a:p>
              <a:pPr algn="ctr"/>
              <a:r>
                <a:rPr lang="ru-RU" sz="1100" dirty="0" smtClean="0">
                  <a:latin typeface="DINPro-Light" panose="02000504040000020003" pitchFamily="50" charset="0"/>
                </a:rPr>
                <a:t>Предыдущие процессы</a:t>
              </a:r>
              <a:endParaRPr lang="ru-RU" sz="1100" dirty="0">
                <a:latin typeface="DINPro-Light" panose="02000504040000020003" pitchFamily="50" charset="0"/>
              </a:endParaRPr>
            </a:p>
          </p:txBody>
        </p:sp>
        <p:sp>
          <p:nvSpPr>
            <p:cNvPr id="32" name="TextBox 31"/>
            <p:cNvSpPr txBox="1"/>
            <p:nvPr/>
          </p:nvSpPr>
          <p:spPr bwMode="auto">
            <a:xfrm>
              <a:off x="5970985" y="3343275"/>
              <a:ext cx="1210865" cy="769441"/>
            </a:xfrm>
            <a:prstGeom prst="rect">
              <a:avLst/>
            </a:prstGeom>
            <a:noFill/>
          </p:spPr>
          <p:txBody>
            <a:bodyPr wrap="square" rtlCol="0">
              <a:spAutoFit/>
            </a:bodyPr>
            <a:lstStyle/>
            <a:p>
              <a:pPr algn="ctr"/>
              <a:r>
                <a:rPr lang="ru-RU" sz="1100" dirty="0" smtClean="0">
                  <a:latin typeface="DINPro-Light" panose="02000504040000020003" pitchFamily="50" charset="0"/>
                </a:rPr>
                <a:t>Ресурсы, информация, материалы, требования</a:t>
              </a:r>
              <a:endParaRPr lang="ru-RU" sz="1100" dirty="0">
                <a:latin typeface="DINPro-Light" panose="02000504040000020003" pitchFamily="50" charset="0"/>
              </a:endParaRPr>
            </a:p>
          </p:txBody>
        </p:sp>
        <p:sp>
          <p:nvSpPr>
            <p:cNvPr id="35" name="TextBox 34"/>
            <p:cNvSpPr txBox="1"/>
            <p:nvPr/>
          </p:nvSpPr>
          <p:spPr bwMode="auto">
            <a:xfrm>
              <a:off x="9140428" y="3343275"/>
              <a:ext cx="1210865" cy="1107996"/>
            </a:xfrm>
            <a:prstGeom prst="rect">
              <a:avLst/>
            </a:prstGeom>
            <a:noFill/>
          </p:spPr>
          <p:txBody>
            <a:bodyPr wrap="square" rtlCol="0">
              <a:spAutoFit/>
            </a:bodyPr>
            <a:lstStyle/>
            <a:p>
              <a:pPr algn="ctr"/>
              <a:r>
                <a:rPr lang="ru-RU" sz="1100" dirty="0" smtClean="0">
                  <a:latin typeface="DINPro-Light" panose="02000504040000020003" pitchFamily="50" charset="0"/>
                </a:rPr>
                <a:t>Ресурсы, информация, материалы (в виде услуги, продукции, решения)</a:t>
              </a:r>
              <a:endParaRPr lang="ru-RU" sz="1100" dirty="0">
                <a:latin typeface="DINPro-Light" panose="02000504040000020003" pitchFamily="50" charset="0"/>
              </a:endParaRPr>
            </a:p>
          </p:txBody>
        </p:sp>
        <p:sp>
          <p:nvSpPr>
            <p:cNvPr id="37" name="TextBox 36"/>
            <p:cNvSpPr txBox="1"/>
            <p:nvPr/>
          </p:nvSpPr>
          <p:spPr bwMode="auto">
            <a:xfrm>
              <a:off x="10614187" y="3343275"/>
              <a:ext cx="1038225" cy="430887"/>
            </a:xfrm>
            <a:prstGeom prst="rect">
              <a:avLst/>
            </a:prstGeom>
            <a:noFill/>
          </p:spPr>
          <p:txBody>
            <a:bodyPr wrap="square" rtlCol="0">
              <a:spAutoFit/>
            </a:bodyPr>
            <a:lstStyle/>
            <a:p>
              <a:pPr algn="ctr"/>
              <a:r>
                <a:rPr lang="ru-RU" sz="1050" dirty="0" smtClean="0">
                  <a:latin typeface="DINPro-Light" panose="02000504040000020003" pitchFamily="50" charset="0"/>
                </a:rPr>
                <a:t>Последующие процессы</a:t>
              </a:r>
              <a:endParaRPr lang="ru-RU" sz="1050" dirty="0">
                <a:latin typeface="DINPro-Light" panose="02000504040000020003" pitchFamily="50" charset="0"/>
              </a:endParaRPr>
            </a:p>
          </p:txBody>
        </p:sp>
        <p:sp>
          <p:nvSpPr>
            <p:cNvPr id="13" name="Прямоугольник 12"/>
            <p:cNvSpPr/>
            <p:nvPr/>
          </p:nvSpPr>
          <p:spPr bwMode="auto">
            <a:xfrm>
              <a:off x="6715125" y="5105400"/>
              <a:ext cx="2809875" cy="828675"/>
            </a:xfrm>
            <a:prstGeom prst="rect">
              <a:avLst/>
            </a:prstGeom>
            <a:solidFill>
              <a:srgbClr val="FFFFFF"/>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TextBox 38"/>
            <p:cNvSpPr txBox="1"/>
            <p:nvPr/>
          </p:nvSpPr>
          <p:spPr bwMode="auto">
            <a:xfrm>
              <a:off x="6724650" y="5219700"/>
              <a:ext cx="2809875" cy="600164"/>
            </a:xfrm>
            <a:prstGeom prst="rect">
              <a:avLst/>
            </a:prstGeom>
            <a:noFill/>
          </p:spPr>
          <p:txBody>
            <a:bodyPr wrap="square" rtlCol="0">
              <a:spAutoFit/>
            </a:bodyPr>
            <a:lstStyle/>
            <a:p>
              <a:pPr algn="ctr"/>
              <a:r>
                <a:rPr lang="ru-RU" sz="1100" dirty="0" smtClean="0">
                  <a:latin typeface="DINPro-Light" panose="02000504040000020003" pitchFamily="50" charset="0"/>
                </a:rPr>
                <a:t>Возможные средств управления, а также контрольные точки для мониторинга и измерений результатов деятельности</a:t>
              </a:r>
              <a:endParaRPr lang="ru-RU" sz="1100" dirty="0">
                <a:latin typeface="DINPro-Light" panose="02000504040000020003" pitchFamily="50" charset="0"/>
              </a:endParaRPr>
            </a:p>
          </p:txBody>
        </p:sp>
        <p:cxnSp>
          <p:nvCxnSpPr>
            <p:cNvPr id="16" name="Соединительная линия уступом 15"/>
            <p:cNvCxnSpPr>
              <a:stCxn id="13" idx="1"/>
              <a:endCxn id="12" idx="2"/>
            </p:cNvCxnSpPr>
            <p:nvPr/>
          </p:nvCxnSpPr>
          <p:spPr>
            <a:xfrm rot="10800000">
              <a:off x="5290425" y="4500892"/>
              <a:ext cx="1424700" cy="1018847"/>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Прямая со стрелкой 39"/>
            <p:cNvCxnSpPr>
              <a:endCxn id="31" idx="2"/>
            </p:cNvCxnSpPr>
            <p:nvPr/>
          </p:nvCxnSpPr>
          <p:spPr>
            <a:xfrm flipV="1">
              <a:off x="6576418" y="4533899"/>
              <a:ext cx="0" cy="98588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Прямая со стрелкой 42"/>
            <p:cNvCxnSpPr>
              <a:stCxn id="13" idx="0"/>
            </p:cNvCxnSpPr>
            <p:nvPr/>
          </p:nvCxnSpPr>
          <p:spPr>
            <a:xfrm flipV="1">
              <a:off x="8120063" y="3112556"/>
              <a:ext cx="0" cy="199284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Соединительная линия уступом 52"/>
            <p:cNvCxnSpPr>
              <a:stCxn id="39" idx="3"/>
              <a:endCxn id="36" idx="2"/>
            </p:cNvCxnSpPr>
            <p:nvPr/>
          </p:nvCxnSpPr>
          <p:spPr>
            <a:xfrm flipV="1">
              <a:off x="9534525" y="4500891"/>
              <a:ext cx="1588537" cy="1018891"/>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Прямая со стрелкой 55"/>
            <p:cNvCxnSpPr/>
            <p:nvPr/>
          </p:nvCxnSpPr>
          <p:spPr>
            <a:xfrm flipV="1">
              <a:off x="9748243" y="4533899"/>
              <a:ext cx="0" cy="98588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7768595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7957B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4 ТИПА ПРОЦЕССОВ</a:t>
            </a:r>
            <a:endParaRPr sz="2000" dirty="0">
              <a:latin typeface="DINPro-Bold" panose="02000503030000020004" pitchFamily="50" charset="0"/>
            </a:endParaRPr>
          </a:p>
        </p:txBody>
      </p:sp>
      <p:sp>
        <p:nvSpPr>
          <p:cNvPr id="9" name="Скругленный прямоугольник 8"/>
          <p:cNvSpPr/>
          <p:nvPr/>
        </p:nvSpPr>
        <p:spPr bwMode="auto">
          <a:xfrm>
            <a:off x="2066925" y="1304925"/>
            <a:ext cx="7362825" cy="832753"/>
          </a:xfrm>
          <a:prstGeom prst="roundRect">
            <a:avLst/>
          </a:prstGeom>
          <a:solidFill>
            <a:srgbClr val="FFFFFF"/>
          </a:solidFill>
          <a:ln w="28575">
            <a:solidFill>
              <a:srgbClr val="472A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4"/>
          <p:cNvSpPr/>
          <p:nvPr/>
        </p:nvSpPr>
        <p:spPr>
          <a:xfrm>
            <a:off x="2533650" y="1405622"/>
            <a:ext cx="6429375" cy="646331"/>
          </a:xfrm>
          <a:prstGeom prst="rect">
            <a:avLst/>
          </a:prstGeom>
        </p:spPr>
        <p:txBody>
          <a:bodyPr wrap="square">
            <a:spAutoFit/>
          </a:bodyPr>
          <a:lstStyle/>
          <a:p>
            <a:pPr algn="ctr"/>
            <a:r>
              <a:rPr lang="ru-RU" dirty="0" smtClean="0">
                <a:solidFill>
                  <a:schemeClr val="bg2">
                    <a:lumMod val="25000"/>
                  </a:schemeClr>
                </a:solidFill>
                <a:latin typeface="DINPro-Medium" panose="02000503030000020004" pitchFamily="50" charset="0"/>
              </a:rPr>
              <a:t>По </a:t>
            </a:r>
            <a:r>
              <a:rPr lang="ru-RU" dirty="0">
                <a:solidFill>
                  <a:schemeClr val="bg2">
                    <a:lumMod val="25000"/>
                  </a:schemeClr>
                </a:solidFill>
                <a:latin typeface="DINPro-Medium" panose="02000503030000020004" pitchFamily="50" charset="0"/>
              </a:rPr>
              <a:t>отношению к получению добавленной ценности услуги в </a:t>
            </a:r>
            <a:r>
              <a:rPr lang="ru-RU" dirty="0" smtClean="0">
                <a:solidFill>
                  <a:schemeClr val="bg2">
                    <a:lumMod val="25000"/>
                  </a:schemeClr>
                </a:solidFill>
                <a:latin typeface="DINPro-Medium" panose="02000503030000020004" pitchFamily="50" charset="0"/>
              </a:rPr>
              <a:t>ГПН-Снабжении выделяют</a:t>
            </a:r>
            <a:endParaRPr lang="ru-RU" dirty="0">
              <a:solidFill>
                <a:schemeClr val="bg2">
                  <a:lumMod val="25000"/>
                </a:schemeClr>
              </a:solidFill>
              <a:latin typeface="DINPro-Medium" panose="02000503030000020004" pitchFamily="50" charset="0"/>
            </a:endParaRPr>
          </a:p>
        </p:txBody>
      </p:sp>
      <p:grpSp>
        <p:nvGrpSpPr>
          <p:cNvPr id="63" name="Группа 62"/>
          <p:cNvGrpSpPr/>
          <p:nvPr/>
        </p:nvGrpSpPr>
        <p:grpSpPr>
          <a:xfrm>
            <a:off x="1009650" y="2714626"/>
            <a:ext cx="2009775" cy="2828924"/>
            <a:chOff x="1009650" y="2714626"/>
            <a:chExt cx="2009775" cy="2828924"/>
          </a:xfrm>
        </p:grpSpPr>
        <p:grpSp>
          <p:nvGrpSpPr>
            <p:cNvPr id="45" name="Группа 44"/>
            <p:cNvGrpSpPr/>
            <p:nvPr/>
          </p:nvGrpSpPr>
          <p:grpSpPr>
            <a:xfrm>
              <a:off x="1009650" y="2714626"/>
              <a:ext cx="2009775" cy="742950"/>
              <a:chOff x="1009650" y="2714626"/>
              <a:chExt cx="2009775" cy="742950"/>
            </a:xfrm>
          </p:grpSpPr>
          <p:sp>
            <p:nvSpPr>
              <p:cNvPr id="12" name="Скругленный прямоугольник 11"/>
              <p:cNvSpPr/>
              <p:nvPr/>
            </p:nvSpPr>
            <p:spPr bwMode="auto">
              <a:xfrm>
                <a:off x="1009650" y="2714626"/>
                <a:ext cx="2009775" cy="742950"/>
              </a:xfrm>
              <a:prstGeom prst="roundRect">
                <a:avLst/>
              </a:prstGeom>
              <a:solidFill>
                <a:srgbClr val="472A7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p:cNvSpPr/>
              <p:nvPr/>
            </p:nvSpPr>
            <p:spPr>
              <a:xfrm>
                <a:off x="1329894" y="2762250"/>
                <a:ext cx="1369286" cy="646331"/>
              </a:xfrm>
              <a:prstGeom prst="rect">
                <a:avLst/>
              </a:prstGeom>
            </p:spPr>
            <p:txBody>
              <a:bodyPr wrap="none">
                <a:spAutoFit/>
              </a:bodyPr>
              <a:lstStyle/>
              <a:p>
                <a:pPr algn="ctr"/>
                <a:r>
                  <a:rPr lang="ru-RU" dirty="0" smtClean="0">
                    <a:solidFill>
                      <a:schemeClr val="bg1"/>
                    </a:solidFill>
                    <a:latin typeface="GPN_DIN Condensed Medium" panose="020B0606020202020204" pitchFamily="34" charset="-52"/>
                    <a:ea typeface="GPN_DIN Condensed Medium" panose="020B0606020202020204" pitchFamily="34" charset="-52"/>
                  </a:rPr>
                  <a:t>Управляющие</a:t>
                </a:r>
              </a:p>
              <a:p>
                <a:pPr algn="ctr"/>
                <a:r>
                  <a:rPr lang="ru-RU" dirty="0" smtClean="0">
                    <a:solidFill>
                      <a:schemeClr val="bg1"/>
                    </a:solidFill>
                    <a:latin typeface="GPN_DIN Condensed Medium" panose="020B0606020202020204" pitchFamily="34" charset="-52"/>
                    <a:ea typeface="GPN_DIN Condensed Medium" panose="020B0606020202020204" pitchFamily="34" charset="-52"/>
                  </a:rPr>
                  <a:t>процессы</a:t>
                </a:r>
                <a:endParaRPr lang="ru-RU" dirty="0">
                  <a:solidFill>
                    <a:schemeClr val="bg1"/>
                  </a:solidFill>
                  <a:latin typeface="GPN_DIN Condensed Medium" panose="020B0606020202020204" pitchFamily="34" charset="-52"/>
                  <a:ea typeface="GPN_DIN Condensed Medium" panose="020B0606020202020204" pitchFamily="34" charset="-52"/>
                </a:endParaRPr>
              </a:p>
            </p:txBody>
          </p:sp>
        </p:grpSp>
        <p:sp>
          <p:nvSpPr>
            <p:cNvPr id="92" name="Скругленный прямоугольник 91"/>
            <p:cNvSpPr/>
            <p:nvPr/>
          </p:nvSpPr>
          <p:spPr bwMode="auto">
            <a:xfrm>
              <a:off x="1009650" y="3114675"/>
              <a:ext cx="2009775" cy="2428875"/>
            </a:xfrm>
            <a:prstGeom prst="roundRect">
              <a:avLst/>
            </a:prstGeom>
            <a:noFill/>
            <a:ln w="19050">
              <a:solidFill>
                <a:srgbClr val="472A7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Прямоугольник 92"/>
            <p:cNvSpPr/>
            <p:nvPr/>
          </p:nvSpPr>
          <p:spPr>
            <a:xfrm>
              <a:off x="1009651" y="3695700"/>
              <a:ext cx="2009774" cy="1569660"/>
            </a:xfrm>
            <a:prstGeom prst="rect">
              <a:avLst/>
            </a:prstGeom>
          </p:spPr>
          <p:txBody>
            <a:bodyPr wrap="square">
              <a:spAutoFit/>
            </a:bodyPr>
            <a:lstStyle/>
            <a:p>
              <a:pPr algn="ctr"/>
              <a:r>
                <a:rPr lang="ru-RU" sz="1200" dirty="0">
                  <a:solidFill>
                    <a:schemeClr val="bg2">
                      <a:lumMod val="25000"/>
                    </a:schemeClr>
                  </a:solidFill>
                  <a:latin typeface="DINPro-Light" panose="02000504040000020003" pitchFamily="50" charset="0"/>
                  <a:ea typeface="GPN_DIN Condensed Medium" panose="020B0606020202020204" pitchFamily="34" charset="-52"/>
                </a:rPr>
                <a:t>обеспечивает достижение стратегических целей Общества, определяет ценности, осуществляет стратегическое планирование, определяет требования для остальных процессов</a:t>
              </a:r>
            </a:p>
          </p:txBody>
        </p:sp>
      </p:grpSp>
      <p:grpSp>
        <p:nvGrpSpPr>
          <p:cNvPr id="65" name="Группа 64"/>
          <p:cNvGrpSpPr/>
          <p:nvPr/>
        </p:nvGrpSpPr>
        <p:grpSpPr>
          <a:xfrm>
            <a:off x="3660775" y="2714626"/>
            <a:ext cx="2009775" cy="2828924"/>
            <a:chOff x="3660775" y="2714626"/>
            <a:chExt cx="2009775" cy="2828924"/>
          </a:xfrm>
        </p:grpSpPr>
        <p:grpSp>
          <p:nvGrpSpPr>
            <p:cNvPr id="49" name="Группа 48"/>
            <p:cNvGrpSpPr/>
            <p:nvPr/>
          </p:nvGrpSpPr>
          <p:grpSpPr>
            <a:xfrm>
              <a:off x="3660775" y="2714626"/>
              <a:ext cx="2009775" cy="742949"/>
              <a:chOff x="3660775" y="2714626"/>
              <a:chExt cx="2009775" cy="742949"/>
            </a:xfrm>
          </p:grpSpPr>
          <p:sp>
            <p:nvSpPr>
              <p:cNvPr id="85" name="Скругленный прямоугольник 84"/>
              <p:cNvSpPr/>
              <p:nvPr/>
            </p:nvSpPr>
            <p:spPr bwMode="auto">
              <a:xfrm>
                <a:off x="3660775" y="2714626"/>
                <a:ext cx="2009775" cy="742949"/>
              </a:xfrm>
              <a:prstGeom prst="roundRect">
                <a:avLst/>
              </a:prstGeom>
              <a:solidFill>
                <a:srgbClr val="472A7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6" name="Прямоугольник 85"/>
              <p:cNvSpPr/>
              <p:nvPr/>
            </p:nvSpPr>
            <p:spPr>
              <a:xfrm>
                <a:off x="4163762" y="2762250"/>
                <a:ext cx="1003801" cy="646331"/>
              </a:xfrm>
              <a:prstGeom prst="rect">
                <a:avLst/>
              </a:prstGeom>
            </p:spPr>
            <p:txBody>
              <a:bodyPr wrap="none">
                <a:spAutoFit/>
              </a:bodyPr>
              <a:lstStyle/>
              <a:p>
                <a:pPr algn="ctr"/>
                <a:r>
                  <a:rPr lang="ru-RU" dirty="0" smtClean="0">
                    <a:solidFill>
                      <a:schemeClr val="bg1"/>
                    </a:solidFill>
                    <a:latin typeface="GPN_DIN Condensed Medium" panose="020B0606020202020204" pitchFamily="34" charset="-52"/>
                    <a:ea typeface="GPN_DIN Condensed Medium" panose="020B0606020202020204" pitchFamily="34" charset="-52"/>
                  </a:rPr>
                  <a:t>Основные</a:t>
                </a:r>
              </a:p>
              <a:p>
                <a:pPr algn="ctr"/>
                <a:r>
                  <a:rPr lang="ru-RU" dirty="0" smtClean="0">
                    <a:solidFill>
                      <a:schemeClr val="bg1"/>
                    </a:solidFill>
                    <a:latin typeface="GPN_DIN Condensed Medium" panose="020B0606020202020204" pitchFamily="34" charset="-52"/>
                    <a:ea typeface="GPN_DIN Condensed Medium" panose="020B0606020202020204" pitchFamily="34" charset="-52"/>
                  </a:rPr>
                  <a:t>процессы</a:t>
                </a:r>
                <a:endParaRPr lang="ru-RU" dirty="0">
                  <a:solidFill>
                    <a:schemeClr val="bg1"/>
                  </a:solidFill>
                  <a:latin typeface="GPN_DIN Condensed Medium" panose="020B0606020202020204" pitchFamily="34" charset="-52"/>
                  <a:ea typeface="GPN_DIN Condensed Medium" panose="020B0606020202020204" pitchFamily="34" charset="-52"/>
                </a:endParaRPr>
              </a:p>
            </p:txBody>
          </p:sp>
        </p:grpSp>
        <p:sp>
          <p:nvSpPr>
            <p:cNvPr id="94" name="Скругленный прямоугольник 93"/>
            <p:cNvSpPr/>
            <p:nvPr/>
          </p:nvSpPr>
          <p:spPr bwMode="auto">
            <a:xfrm>
              <a:off x="3660775" y="3114675"/>
              <a:ext cx="2009775" cy="2428875"/>
            </a:xfrm>
            <a:prstGeom prst="roundRect">
              <a:avLst/>
            </a:prstGeom>
            <a:noFill/>
            <a:ln w="19050">
              <a:solidFill>
                <a:srgbClr val="472A7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5" name="Прямоугольник 94"/>
            <p:cNvSpPr/>
            <p:nvPr/>
          </p:nvSpPr>
          <p:spPr>
            <a:xfrm>
              <a:off x="3660776" y="3695700"/>
              <a:ext cx="2009774" cy="1569660"/>
            </a:xfrm>
            <a:prstGeom prst="rect">
              <a:avLst/>
            </a:prstGeom>
          </p:spPr>
          <p:txBody>
            <a:bodyPr wrap="square">
              <a:spAutoFit/>
            </a:bodyPr>
            <a:lstStyle/>
            <a:p>
              <a:pPr algn="ctr"/>
              <a:r>
                <a:rPr lang="ru-RU" sz="1200" dirty="0" smtClean="0">
                  <a:solidFill>
                    <a:schemeClr val="bg2">
                      <a:lumMod val="25000"/>
                    </a:schemeClr>
                  </a:solidFill>
                  <a:latin typeface="DINPro-Light" panose="02000504040000020003" pitchFamily="50" charset="0"/>
                  <a:ea typeface="GPN_DIN Condensed Medium" panose="020B0606020202020204" pitchFamily="34" charset="-52"/>
                </a:rPr>
                <a:t>ориентирован </a:t>
              </a:r>
              <a:r>
                <a:rPr lang="ru-RU" sz="1200" dirty="0">
                  <a:solidFill>
                    <a:schemeClr val="bg2">
                      <a:lumMod val="25000"/>
                    </a:schemeClr>
                  </a:solidFill>
                  <a:latin typeface="DINPro-Light" panose="02000504040000020003" pitchFamily="50" charset="0"/>
                  <a:ea typeface="GPN_DIN Condensed Medium" panose="020B0606020202020204" pitchFamily="34" charset="-52"/>
                </a:rPr>
                <a:t>на производство продукта, выполнение работ или оказание услуги, </a:t>
              </a:r>
              <a:r>
                <a:rPr lang="ru-RU" sz="1200" dirty="0" smtClean="0">
                  <a:solidFill>
                    <a:schemeClr val="bg2">
                      <a:lumMod val="25000"/>
                    </a:schemeClr>
                  </a:solidFill>
                  <a:latin typeface="DINPro-Light" panose="02000504040000020003" pitchFamily="50" charset="0"/>
                  <a:ea typeface="GPN_DIN Condensed Medium" panose="020B0606020202020204" pitchFamily="34" charset="-52"/>
                </a:rPr>
                <a:t>формирует </a:t>
              </a:r>
              <a:r>
                <a:rPr lang="ru-RU" sz="1200" dirty="0">
                  <a:solidFill>
                    <a:schemeClr val="bg2">
                      <a:lumMod val="25000"/>
                    </a:schemeClr>
                  </a:solidFill>
                  <a:latin typeface="DINPro-Light" panose="02000504040000020003" pitchFamily="50" charset="0"/>
                  <a:ea typeface="GPN_DIN Condensed Medium" panose="020B0606020202020204" pitchFamily="34" charset="-52"/>
                </a:rPr>
                <a:t>цепочку создания стоимости и </a:t>
              </a:r>
              <a:r>
                <a:rPr lang="ru-RU" sz="1200" dirty="0" smtClean="0">
                  <a:solidFill>
                    <a:schemeClr val="bg2">
                      <a:lumMod val="25000"/>
                    </a:schemeClr>
                  </a:solidFill>
                  <a:latin typeface="DINPro-Light" panose="02000504040000020003" pitchFamily="50" charset="0"/>
                  <a:ea typeface="GPN_DIN Condensed Medium" panose="020B0606020202020204" pitchFamily="34" charset="-52"/>
                </a:rPr>
                <a:t>обеспечивает </a:t>
              </a:r>
              <a:r>
                <a:rPr lang="ru-RU" sz="1200" dirty="0">
                  <a:solidFill>
                    <a:schemeClr val="bg2">
                      <a:lumMod val="25000"/>
                    </a:schemeClr>
                  </a:solidFill>
                  <a:latin typeface="DINPro-Light" panose="02000504040000020003" pitchFamily="50" charset="0"/>
                  <a:ea typeface="GPN_DIN Condensed Medium" panose="020B0606020202020204" pitchFamily="34" charset="-52"/>
                </a:rPr>
                <a:t>получение дохода</a:t>
              </a:r>
            </a:p>
          </p:txBody>
        </p:sp>
      </p:grpSp>
      <p:grpSp>
        <p:nvGrpSpPr>
          <p:cNvPr id="100" name="Группа 99"/>
          <p:cNvGrpSpPr/>
          <p:nvPr/>
        </p:nvGrpSpPr>
        <p:grpSpPr>
          <a:xfrm>
            <a:off x="6311900" y="2714626"/>
            <a:ext cx="2009775" cy="2828924"/>
            <a:chOff x="6311900" y="2714626"/>
            <a:chExt cx="2009775" cy="2828924"/>
          </a:xfrm>
        </p:grpSpPr>
        <p:grpSp>
          <p:nvGrpSpPr>
            <p:cNvPr id="51" name="Группа 50"/>
            <p:cNvGrpSpPr/>
            <p:nvPr/>
          </p:nvGrpSpPr>
          <p:grpSpPr>
            <a:xfrm>
              <a:off x="6311900" y="2714626"/>
              <a:ext cx="2009775" cy="742949"/>
              <a:chOff x="6311900" y="2714626"/>
              <a:chExt cx="2009775" cy="742949"/>
            </a:xfrm>
          </p:grpSpPr>
          <p:sp>
            <p:nvSpPr>
              <p:cNvPr id="87" name="Скругленный прямоугольник 86"/>
              <p:cNvSpPr/>
              <p:nvPr/>
            </p:nvSpPr>
            <p:spPr bwMode="auto">
              <a:xfrm>
                <a:off x="6311900" y="2714626"/>
                <a:ext cx="2009775" cy="742949"/>
              </a:xfrm>
              <a:prstGeom prst="roundRect">
                <a:avLst/>
              </a:prstGeom>
              <a:solidFill>
                <a:srgbClr val="472A7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8" name="Прямоугольник 87"/>
              <p:cNvSpPr/>
              <p:nvPr/>
            </p:nvSpPr>
            <p:spPr>
              <a:xfrm>
                <a:off x="6451006" y="2762250"/>
                <a:ext cx="1731564" cy="646331"/>
              </a:xfrm>
              <a:prstGeom prst="rect">
                <a:avLst/>
              </a:prstGeom>
            </p:spPr>
            <p:txBody>
              <a:bodyPr wrap="none">
                <a:spAutoFit/>
              </a:bodyPr>
              <a:lstStyle/>
              <a:p>
                <a:pPr algn="ctr"/>
                <a:r>
                  <a:rPr lang="ru-RU" dirty="0" smtClean="0">
                    <a:solidFill>
                      <a:schemeClr val="bg1"/>
                    </a:solidFill>
                    <a:latin typeface="GPN_DIN Condensed Medium" panose="020B0606020202020204" pitchFamily="34" charset="-52"/>
                    <a:ea typeface="GPN_DIN Condensed Medium" panose="020B0606020202020204" pitchFamily="34" charset="-52"/>
                  </a:rPr>
                  <a:t>Поддерживающие</a:t>
                </a:r>
              </a:p>
              <a:p>
                <a:pPr algn="ctr"/>
                <a:r>
                  <a:rPr lang="ru-RU" dirty="0" smtClean="0">
                    <a:solidFill>
                      <a:schemeClr val="bg1"/>
                    </a:solidFill>
                    <a:latin typeface="GPN_DIN Condensed Medium" panose="020B0606020202020204" pitchFamily="34" charset="-52"/>
                    <a:ea typeface="GPN_DIN Condensed Medium" panose="020B0606020202020204" pitchFamily="34" charset="-52"/>
                  </a:rPr>
                  <a:t>процессы</a:t>
                </a:r>
                <a:endParaRPr lang="ru-RU" dirty="0">
                  <a:solidFill>
                    <a:schemeClr val="bg1"/>
                  </a:solidFill>
                  <a:latin typeface="GPN_DIN Condensed Medium" panose="020B0606020202020204" pitchFamily="34" charset="-52"/>
                  <a:ea typeface="GPN_DIN Condensed Medium" panose="020B0606020202020204" pitchFamily="34" charset="-52"/>
                </a:endParaRPr>
              </a:p>
            </p:txBody>
          </p:sp>
        </p:grpSp>
        <p:sp>
          <p:nvSpPr>
            <p:cNvPr id="96" name="Скругленный прямоугольник 95"/>
            <p:cNvSpPr/>
            <p:nvPr/>
          </p:nvSpPr>
          <p:spPr bwMode="auto">
            <a:xfrm>
              <a:off x="6311900" y="3114675"/>
              <a:ext cx="2009775" cy="2428875"/>
            </a:xfrm>
            <a:prstGeom prst="roundRect">
              <a:avLst/>
            </a:prstGeom>
            <a:noFill/>
            <a:ln w="19050">
              <a:solidFill>
                <a:srgbClr val="472A7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7" name="Прямоугольник 96"/>
            <p:cNvSpPr/>
            <p:nvPr/>
          </p:nvSpPr>
          <p:spPr>
            <a:xfrm>
              <a:off x="6311901" y="3695700"/>
              <a:ext cx="2009774" cy="1569660"/>
            </a:xfrm>
            <a:prstGeom prst="rect">
              <a:avLst/>
            </a:prstGeom>
          </p:spPr>
          <p:txBody>
            <a:bodyPr wrap="square">
              <a:spAutoFit/>
            </a:bodyPr>
            <a:lstStyle/>
            <a:p>
              <a:pPr algn="ctr"/>
              <a:r>
                <a:rPr lang="ru-RU" sz="1200" dirty="0" smtClean="0">
                  <a:solidFill>
                    <a:schemeClr val="bg2">
                      <a:lumMod val="25000"/>
                    </a:schemeClr>
                  </a:solidFill>
                  <a:latin typeface="DINPro-Light" panose="02000504040000020003" pitchFamily="50" charset="0"/>
                  <a:ea typeface="GPN_DIN Condensed Medium" panose="020B0606020202020204" pitchFamily="34" charset="-52"/>
                </a:rPr>
                <a:t>предназначен </a:t>
              </a:r>
              <a:r>
                <a:rPr lang="ru-RU" sz="1200" dirty="0">
                  <a:solidFill>
                    <a:schemeClr val="bg2">
                      <a:lumMod val="25000"/>
                    </a:schemeClr>
                  </a:solidFill>
                  <a:latin typeface="DINPro-Light" panose="02000504040000020003" pitchFamily="50" charset="0"/>
                  <a:ea typeface="GPN_DIN Condensed Medium" panose="020B0606020202020204" pitchFamily="34" charset="-52"/>
                </a:rPr>
                <a:t>для жизнеобеспечения всех остальных процессов и поддержания их реализации, потребители </a:t>
              </a:r>
              <a:r>
                <a:rPr lang="ru-RU" sz="1200" dirty="0" smtClean="0">
                  <a:solidFill>
                    <a:schemeClr val="bg2">
                      <a:lumMod val="25000"/>
                    </a:schemeClr>
                  </a:solidFill>
                  <a:latin typeface="DINPro-Light" panose="02000504040000020003" pitchFamily="50" charset="0"/>
                  <a:ea typeface="GPN_DIN Condensed Medium" panose="020B0606020202020204" pitchFamily="34" charset="-52"/>
                </a:rPr>
                <a:t>поддерживающего процесса </a:t>
              </a:r>
              <a:r>
                <a:rPr lang="ru-RU" sz="1200" dirty="0">
                  <a:solidFill>
                    <a:schemeClr val="bg2">
                      <a:lumMod val="25000"/>
                    </a:schemeClr>
                  </a:solidFill>
                  <a:latin typeface="DINPro-Light" panose="02000504040000020003" pitchFamily="50" charset="0"/>
                  <a:ea typeface="GPN_DIN Condensed Medium" panose="020B0606020202020204" pitchFamily="34" charset="-52"/>
                </a:rPr>
                <a:t>находятся внутри организации</a:t>
              </a:r>
            </a:p>
          </p:txBody>
        </p:sp>
      </p:grpSp>
      <p:grpSp>
        <p:nvGrpSpPr>
          <p:cNvPr id="101" name="Группа 100"/>
          <p:cNvGrpSpPr/>
          <p:nvPr/>
        </p:nvGrpSpPr>
        <p:grpSpPr>
          <a:xfrm>
            <a:off x="8963025" y="2714626"/>
            <a:ext cx="2009775" cy="2828924"/>
            <a:chOff x="8963025" y="2714626"/>
            <a:chExt cx="2009775" cy="2828924"/>
          </a:xfrm>
        </p:grpSpPr>
        <p:grpSp>
          <p:nvGrpSpPr>
            <p:cNvPr id="52" name="Группа 51"/>
            <p:cNvGrpSpPr/>
            <p:nvPr/>
          </p:nvGrpSpPr>
          <p:grpSpPr>
            <a:xfrm>
              <a:off x="8963025" y="2714626"/>
              <a:ext cx="2009775" cy="742949"/>
              <a:chOff x="8963025" y="2714626"/>
              <a:chExt cx="2009775" cy="742949"/>
            </a:xfrm>
          </p:grpSpPr>
          <p:sp>
            <p:nvSpPr>
              <p:cNvPr id="89" name="Скругленный прямоугольник 88"/>
              <p:cNvSpPr/>
              <p:nvPr/>
            </p:nvSpPr>
            <p:spPr bwMode="auto">
              <a:xfrm>
                <a:off x="8963025" y="2714626"/>
                <a:ext cx="2009775" cy="742949"/>
              </a:xfrm>
              <a:prstGeom prst="roundRect">
                <a:avLst/>
              </a:prstGeom>
              <a:solidFill>
                <a:srgbClr val="472A7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0" name="Прямоугольник 89"/>
              <p:cNvSpPr/>
              <p:nvPr/>
            </p:nvSpPr>
            <p:spPr>
              <a:xfrm>
                <a:off x="9462005" y="2762250"/>
                <a:ext cx="1011816" cy="646331"/>
              </a:xfrm>
              <a:prstGeom prst="rect">
                <a:avLst/>
              </a:prstGeom>
            </p:spPr>
            <p:txBody>
              <a:bodyPr wrap="none">
                <a:spAutoFit/>
              </a:bodyPr>
              <a:lstStyle/>
              <a:p>
                <a:pPr algn="ctr"/>
                <a:r>
                  <a:rPr lang="ru-RU" dirty="0" smtClean="0">
                    <a:solidFill>
                      <a:schemeClr val="bg1"/>
                    </a:solidFill>
                    <a:latin typeface="GPN_DIN Condensed Medium" panose="020B0606020202020204" pitchFamily="34" charset="-52"/>
                    <a:ea typeface="GPN_DIN Condensed Medium" panose="020B0606020202020204" pitchFamily="34" charset="-52"/>
                  </a:rPr>
                  <a:t>Процессы</a:t>
                </a:r>
              </a:p>
              <a:p>
                <a:pPr algn="ctr"/>
                <a:r>
                  <a:rPr lang="ru-RU" dirty="0" smtClean="0">
                    <a:solidFill>
                      <a:schemeClr val="bg1"/>
                    </a:solidFill>
                    <a:latin typeface="GPN_DIN Condensed Medium" panose="020B0606020202020204" pitchFamily="34" charset="-52"/>
                    <a:ea typeface="GPN_DIN Condensed Medium" panose="020B0606020202020204" pitchFamily="34" charset="-52"/>
                  </a:rPr>
                  <a:t>развития</a:t>
                </a:r>
                <a:endParaRPr lang="ru-RU" dirty="0">
                  <a:solidFill>
                    <a:schemeClr val="bg1"/>
                  </a:solidFill>
                  <a:latin typeface="GPN_DIN Condensed Medium" panose="020B0606020202020204" pitchFamily="34" charset="-52"/>
                  <a:ea typeface="GPN_DIN Condensed Medium" panose="020B0606020202020204" pitchFamily="34" charset="-52"/>
                </a:endParaRPr>
              </a:p>
            </p:txBody>
          </p:sp>
        </p:grpSp>
        <p:sp>
          <p:nvSpPr>
            <p:cNvPr id="98" name="Скругленный прямоугольник 97"/>
            <p:cNvSpPr/>
            <p:nvPr/>
          </p:nvSpPr>
          <p:spPr bwMode="auto">
            <a:xfrm>
              <a:off x="8963025" y="3114675"/>
              <a:ext cx="2009775" cy="2428875"/>
            </a:xfrm>
            <a:prstGeom prst="roundRect">
              <a:avLst/>
            </a:prstGeom>
            <a:noFill/>
            <a:ln w="19050">
              <a:solidFill>
                <a:srgbClr val="472A7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9" name="Прямоугольник 98"/>
            <p:cNvSpPr/>
            <p:nvPr/>
          </p:nvSpPr>
          <p:spPr>
            <a:xfrm>
              <a:off x="8963026" y="3695700"/>
              <a:ext cx="2009774" cy="1384995"/>
            </a:xfrm>
            <a:prstGeom prst="rect">
              <a:avLst/>
            </a:prstGeom>
          </p:spPr>
          <p:txBody>
            <a:bodyPr wrap="square">
              <a:spAutoFit/>
            </a:bodyPr>
            <a:lstStyle/>
            <a:p>
              <a:pPr algn="ctr"/>
              <a:r>
                <a:rPr lang="ru-RU" sz="1200" dirty="0">
                  <a:solidFill>
                    <a:schemeClr val="bg2">
                      <a:lumMod val="25000"/>
                    </a:schemeClr>
                  </a:solidFill>
                  <a:latin typeface="DINPro-Light" panose="02000504040000020003" pitchFamily="50" charset="0"/>
                  <a:ea typeface="GPN_DIN Condensed Medium" panose="020B0606020202020204" pitchFamily="34" charset="-52"/>
                </a:rPr>
                <a:t>обеспечивает совершенствование деятельности, технологий, оборудования и нацелен на увеличение прибыли в долгосрочной перспективе</a:t>
              </a:r>
            </a:p>
          </p:txBody>
        </p:sp>
      </p:grpSp>
      <p:cxnSp>
        <p:nvCxnSpPr>
          <p:cNvPr id="103" name="Соединительная линия уступом 102"/>
          <p:cNvCxnSpPr>
            <a:stCxn id="9" idx="2"/>
            <a:endCxn id="12" idx="0"/>
          </p:cNvCxnSpPr>
          <p:nvPr/>
        </p:nvCxnSpPr>
        <p:spPr>
          <a:xfrm rot="5400000">
            <a:off x="3592964" y="559252"/>
            <a:ext cx="576948" cy="3733800"/>
          </a:xfrm>
          <a:prstGeom prst="bentConnector3">
            <a:avLst/>
          </a:prstGeom>
          <a:ln>
            <a:solidFill>
              <a:srgbClr val="472A7A"/>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Соединительная линия уступом 106"/>
          <p:cNvCxnSpPr>
            <a:endCxn id="89" idx="0"/>
          </p:cNvCxnSpPr>
          <p:nvPr/>
        </p:nvCxnSpPr>
        <p:spPr>
          <a:xfrm>
            <a:off x="5748338" y="2428875"/>
            <a:ext cx="4219575" cy="285751"/>
          </a:xfrm>
          <a:prstGeom prst="bentConnector2">
            <a:avLst/>
          </a:prstGeom>
          <a:ln>
            <a:solidFill>
              <a:srgbClr val="472A7A"/>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Прямая со стрелкой 109"/>
          <p:cNvCxnSpPr>
            <a:endCxn id="85" idx="0"/>
          </p:cNvCxnSpPr>
          <p:nvPr/>
        </p:nvCxnSpPr>
        <p:spPr>
          <a:xfrm flipH="1">
            <a:off x="4665663" y="2428875"/>
            <a:ext cx="1587" cy="285751"/>
          </a:xfrm>
          <a:prstGeom prst="straightConnector1">
            <a:avLst/>
          </a:prstGeom>
          <a:ln>
            <a:solidFill>
              <a:srgbClr val="472A7A"/>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Прямая со стрелкой 110"/>
          <p:cNvCxnSpPr/>
          <p:nvPr/>
        </p:nvCxnSpPr>
        <p:spPr>
          <a:xfrm flipH="1">
            <a:off x="7332663" y="2428875"/>
            <a:ext cx="1587" cy="285751"/>
          </a:xfrm>
          <a:prstGeom prst="straightConnector1">
            <a:avLst/>
          </a:prstGeom>
          <a:ln>
            <a:solidFill>
              <a:srgbClr val="472A7A"/>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610766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391187" y="1156871"/>
            <a:ext cx="6247737" cy="65288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r>
              <a:rPr lang="ru-RU" sz="1600" dirty="0" smtClean="0">
                <a:solidFill>
                  <a:schemeClr val="tx2"/>
                </a:solidFill>
                <a:latin typeface="GPN_DIN Condensed Medium" panose="020B0606020202020204" pitchFamily="34" charset="-52"/>
                <a:ea typeface="GPN_DIN Condensed Medium" panose="020B0606020202020204" pitchFamily="34" charset="-52"/>
              </a:rPr>
              <a:t>Какие процессы можно выделить в ГПН-Снабжении?</a:t>
            </a: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sp>
        <p:nvSpPr>
          <p:cNvPr id="11" name="Прямоугольник 29">
            <a:extLst>
              <a:ext uri="{FF2B5EF4-FFF2-40B4-BE49-F238E27FC236}">
                <a16:creationId xmlns:a16="http://schemas.microsoft.com/office/drawing/2014/main" id="{C3486913-A292-3BBC-8B74-66DCBC8DCF87}"/>
              </a:ext>
            </a:extLst>
          </p:cNvPr>
          <p:cNvSpPr/>
          <p:nvPr/>
        </p:nvSpPr>
        <p:spPr>
          <a:xfrm>
            <a:off x="391188" y="2156995"/>
            <a:ext cx="1923387" cy="1872079"/>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процесс</a:t>
            </a:r>
          </a:p>
        </p:txBody>
      </p:sp>
      <p:sp>
        <p:nvSpPr>
          <p:cNvPr id="12" name="Прямоугольник 29">
            <a:extLst>
              <a:ext uri="{FF2B5EF4-FFF2-40B4-BE49-F238E27FC236}">
                <a16:creationId xmlns:a16="http://schemas.microsoft.com/office/drawing/2014/main" id="{C3486913-A292-3BBC-8B74-66DCBC8DCF87}"/>
              </a:ext>
            </a:extLst>
          </p:cNvPr>
          <p:cNvSpPr/>
          <p:nvPr/>
        </p:nvSpPr>
        <p:spPr>
          <a:xfrm>
            <a:off x="2553363" y="2156995"/>
            <a:ext cx="1923387" cy="1872079"/>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процесс</a:t>
            </a:r>
          </a:p>
        </p:txBody>
      </p:sp>
      <p:sp>
        <p:nvSpPr>
          <p:cNvPr id="13" name="Прямоугольник 29">
            <a:extLst>
              <a:ext uri="{FF2B5EF4-FFF2-40B4-BE49-F238E27FC236}">
                <a16:creationId xmlns:a16="http://schemas.microsoft.com/office/drawing/2014/main" id="{C3486913-A292-3BBC-8B74-66DCBC8DCF87}"/>
              </a:ext>
            </a:extLst>
          </p:cNvPr>
          <p:cNvSpPr/>
          <p:nvPr/>
        </p:nvSpPr>
        <p:spPr>
          <a:xfrm>
            <a:off x="391188" y="4252495"/>
            <a:ext cx="1923387" cy="1872079"/>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процесс</a:t>
            </a:r>
          </a:p>
        </p:txBody>
      </p:sp>
      <p:sp>
        <p:nvSpPr>
          <p:cNvPr id="14" name="Прямоугольник 29">
            <a:extLst>
              <a:ext uri="{FF2B5EF4-FFF2-40B4-BE49-F238E27FC236}">
                <a16:creationId xmlns:a16="http://schemas.microsoft.com/office/drawing/2014/main" id="{C3486913-A292-3BBC-8B74-66DCBC8DCF87}"/>
              </a:ext>
            </a:extLst>
          </p:cNvPr>
          <p:cNvSpPr/>
          <p:nvPr/>
        </p:nvSpPr>
        <p:spPr>
          <a:xfrm>
            <a:off x="2553363" y="4252495"/>
            <a:ext cx="1923387" cy="1872079"/>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процесс</a:t>
            </a:r>
          </a:p>
        </p:txBody>
      </p:sp>
      <p:sp>
        <p:nvSpPr>
          <p:cNvPr id="15" name="Прямоугольник 29">
            <a:extLst>
              <a:ext uri="{FF2B5EF4-FFF2-40B4-BE49-F238E27FC236}">
                <a16:creationId xmlns:a16="http://schemas.microsoft.com/office/drawing/2014/main" id="{C3486913-A292-3BBC-8B74-66DCBC8DCF87}"/>
              </a:ext>
            </a:extLst>
          </p:cNvPr>
          <p:cNvSpPr/>
          <p:nvPr/>
        </p:nvSpPr>
        <p:spPr>
          <a:xfrm>
            <a:off x="4715538" y="2156995"/>
            <a:ext cx="1923387" cy="1872079"/>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процесс</a:t>
            </a:r>
          </a:p>
        </p:txBody>
      </p:sp>
      <p:sp>
        <p:nvSpPr>
          <p:cNvPr id="16" name="Прямоугольник 29">
            <a:extLst>
              <a:ext uri="{FF2B5EF4-FFF2-40B4-BE49-F238E27FC236}">
                <a16:creationId xmlns:a16="http://schemas.microsoft.com/office/drawing/2014/main" id="{C3486913-A292-3BBC-8B74-66DCBC8DCF87}"/>
              </a:ext>
            </a:extLst>
          </p:cNvPr>
          <p:cNvSpPr/>
          <p:nvPr/>
        </p:nvSpPr>
        <p:spPr>
          <a:xfrm>
            <a:off x="4715538" y="4252495"/>
            <a:ext cx="1923387" cy="1872079"/>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процесс</a:t>
            </a:r>
          </a:p>
        </p:txBody>
      </p:sp>
      <p:sp>
        <p:nvSpPr>
          <p:cNvPr id="17" name="Прямоугольник 29">
            <a:extLst>
              <a:ext uri="{FF2B5EF4-FFF2-40B4-BE49-F238E27FC236}">
                <a16:creationId xmlns:a16="http://schemas.microsoft.com/office/drawing/2014/main" id="{C3486913-A292-3BBC-8B74-66DCBC8DCF87}"/>
              </a:ext>
            </a:extLst>
          </p:cNvPr>
          <p:cNvSpPr/>
          <p:nvPr/>
        </p:nvSpPr>
        <p:spPr>
          <a:xfrm>
            <a:off x="6972963" y="2156995"/>
            <a:ext cx="1923387" cy="1872079"/>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процесс</a:t>
            </a:r>
          </a:p>
        </p:txBody>
      </p:sp>
      <p:sp>
        <p:nvSpPr>
          <p:cNvPr id="18" name="Прямоугольник 29">
            <a:extLst>
              <a:ext uri="{FF2B5EF4-FFF2-40B4-BE49-F238E27FC236}">
                <a16:creationId xmlns:a16="http://schemas.microsoft.com/office/drawing/2014/main" id="{C3486913-A292-3BBC-8B74-66DCBC8DCF87}"/>
              </a:ext>
            </a:extLst>
          </p:cNvPr>
          <p:cNvSpPr/>
          <p:nvPr/>
        </p:nvSpPr>
        <p:spPr>
          <a:xfrm>
            <a:off x="6972963" y="4252495"/>
            <a:ext cx="1923387" cy="1872079"/>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процесс</a:t>
            </a:r>
          </a:p>
        </p:txBody>
      </p:sp>
    </p:spTree>
    <p:extLst>
      <p:ext uri="{BB962C8B-B14F-4D97-AF65-F5344CB8AC3E}">
        <p14:creationId xmlns:p14="http://schemas.microsoft.com/office/powerpoint/2010/main" val="367581367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391187" y="1156871"/>
            <a:ext cx="6247737" cy="65288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r>
              <a:rPr lang="ru-RU" sz="1600" dirty="0" smtClean="0">
                <a:solidFill>
                  <a:schemeClr val="tx2"/>
                </a:solidFill>
                <a:latin typeface="GPN_DIN Condensed Medium" panose="020B0606020202020204" pitchFamily="34" charset="-52"/>
                <a:ea typeface="GPN_DIN Condensed Medium" panose="020B0606020202020204" pitchFamily="34" charset="-52"/>
              </a:rPr>
              <a:t>Распределить выделенные процессы по типам</a:t>
            </a: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sp>
        <p:nvSpPr>
          <p:cNvPr id="11" name="Прямоугольник 29">
            <a:extLst>
              <a:ext uri="{FF2B5EF4-FFF2-40B4-BE49-F238E27FC236}">
                <a16:creationId xmlns:a16="http://schemas.microsoft.com/office/drawing/2014/main" id="{C3486913-A292-3BBC-8B74-66DCBC8DCF87}"/>
              </a:ext>
            </a:extLst>
          </p:cNvPr>
          <p:cNvSpPr/>
          <p:nvPr/>
        </p:nvSpPr>
        <p:spPr>
          <a:xfrm>
            <a:off x="391187" y="2156996"/>
            <a:ext cx="2376000" cy="633830"/>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УПРАВЛЯЮЩИЕ</a:t>
            </a:r>
          </a:p>
        </p:txBody>
      </p:sp>
      <p:sp>
        <p:nvSpPr>
          <p:cNvPr id="12" name="Прямоугольник 29">
            <a:extLst>
              <a:ext uri="{FF2B5EF4-FFF2-40B4-BE49-F238E27FC236}">
                <a16:creationId xmlns:a16="http://schemas.microsoft.com/office/drawing/2014/main" id="{C3486913-A292-3BBC-8B74-66DCBC8DCF87}"/>
              </a:ext>
            </a:extLst>
          </p:cNvPr>
          <p:cNvSpPr/>
          <p:nvPr/>
        </p:nvSpPr>
        <p:spPr>
          <a:xfrm>
            <a:off x="3369337" y="2156996"/>
            <a:ext cx="2376000" cy="633830"/>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ОСНОВНЫЕ</a:t>
            </a:r>
          </a:p>
        </p:txBody>
      </p:sp>
      <p:sp>
        <p:nvSpPr>
          <p:cNvPr id="15" name="Прямоугольник 29">
            <a:extLst>
              <a:ext uri="{FF2B5EF4-FFF2-40B4-BE49-F238E27FC236}">
                <a16:creationId xmlns:a16="http://schemas.microsoft.com/office/drawing/2014/main" id="{C3486913-A292-3BBC-8B74-66DCBC8DCF87}"/>
              </a:ext>
            </a:extLst>
          </p:cNvPr>
          <p:cNvSpPr/>
          <p:nvPr/>
        </p:nvSpPr>
        <p:spPr>
          <a:xfrm>
            <a:off x="6347487" y="2156996"/>
            <a:ext cx="2376000" cy="633830"/>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ПОДДЕРЖИВАЮЩИЕ</a:t>
            </a:r>
          </a:p>
        </p:txBody>
      </p:sp>
      <p:sp>
        <p:nvSpPr>
          <p:cNvPr id="17" name="Прямоугольник 29">
            <a:extLst>
              <a:ext uri="{FF2B5EF4-FFF2-40B4-BE49-F238E27FC236}">
                <a16:creationId xmlns:a16="http://schemas.microsoft.com/office/drawing/2014/main" id="{C3486913-A292-3BBC-8B74-66DCBC8DCF87}"/>
              </a:ext>
            </a:extLst>
          </p:cNvPr>
          <p:cNvSpPr/>
          <p:nvPr/>
        </p:nvSpPr>
        <p:spPr>
          <a:xfrm>
            <a:off x="9325637" y="2156996"/>
            <a:ext cx="2376000" cy="633830"/>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РАЗВИТИЯ</a:t>
            </a:r>
          </a:p>
        </p:txBody>
      </p:sp>
      <p:sp>
        <p:nvSpPr>
          <p:cNvPr id="64" name="Кнопка интерактив">
            <a:hlinkClick r:id="rId5"/>
          </p:cNvPr>
          <p:cNvSpPr/>
          <p:nvPr/>
        </p:nvSpPr>
        <p:spPr>
          <a:xfrm>
            <a:off x="9642000" y="6098000"/>
            <a:ext cx="2300000" cy="560000"/>
          </a:xfrm>
          <a:prstGeom prst="roundRect">
            <a:avLst/>
          </a:prstGeom>
          <a:solidFill>
            <a:srgbClr val="E659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  ИНТЕРАКТИВ</a:t>
            </a:r>
          </a:p>
        </p:txBody>
      </p:sp>
    </p:spTree>
    <p:extLst>
      <p:ext uri="{BB962C8B-B14F-4D97-AF65-F5344CB8AC3E}">
        <p14:creationId xmlns:p14="http://schemas.microsoft.com/office/powerpoint/2010/main" val="16806946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5. СРЕДА ОРГАНИЗАЦИИ</a:t>
            </a:r>
            <a:endParaRPr sz="2000" dirty="0">
              <a:latin typeface="DINPro-Bold" panose="02000503030000020004" pitchFamily="50" charset="0"/>
            </a:endParaRPr>
          </a:p>
        </p:txBody>
      </p:sp>
      <p:grpSp>
        <p:nvGrpSpPr>
          <p:cNvPr id="49" name="Группа 48"/>
          <p:cNvGrpSpPr/>
          <p:nvPr/>
        </p:nvGrpSpPr>
        <p:grpSpPr>
          <a:xfrm>
            <a:off x="423307" y="1509747"/>
            <a:ext cx="3744000" cy="4057326"/>
            <a:chOff x="423307" y="1382151"/>
            <a:chExt cx="3744000" cy="4057326"/>
          </a:xfrm>
        </p:grpSpPr>
        <p:sp>
          <p:nvSpPr>
            <p:cNvPr id="44" name="Прямоугольник 27">
              <a:extLst>
                <a:ext uri="{FF2B5EF4-FFF2-40B4-BE49-F238E27FC236}">
                  <a16:creationId xmlns:a16="http://schemas.microsoft.com/office/drawing/2014/main" id="{0F67F8FC-846B-7DC9-7278-B25D2ABC8AED}"/>
                </a:ext>
              </a:extLst>
            </p:cNvPr>
            <p:cNvSpPr/>
            <p:nvPr/>
          </p:nvSpPr>
          <p:spPr>
            <a:xfrm>
              <a:off x="423307" y="1382151"/>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45" name="Прямоугольник 29">
              <a:extLst>
                <a:ext uri="{FF2B5EF4-FFF2-40B4-BE49-F238E27FC236}">
                  <a16:creationId xmlns:a16="http://schemas.microsoft.com/office/drawing/2014/main" id="{C3486913-A292-3BBC-8B74-66DCBC8DCF87}"/>
                </a:ext>
              </a:extLst>
            </p:cNvPr>
            <p:cNvSpPr/>
            <p:nvPr/>
          </p:nvSpPr>
          <p:spPr>
            <a:xfrm>
              <a:off x="423307"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Среда организации</a:t>
              </a:r>
              <a:r>
                <a:rPr lang="ru-RU" sz="1200" dirty="0" smtClean="0">
                  <a:solidFill>
                    <a:schemeClr val="tx2"/>
                  </a:solidFill>
                  <a:latin typeface="DINPro-Light" panose="02000504040000020003" pitchFamily="50" charset="0"/>
                  <a:ea typeface="GPN_DIN Regular" panose="020B0504020202020204" pitchFamily="34" charset="-52"/>
                </a:rPr>
                <a:t> – </a:t>
              </a:r>
              <a:r>
                <a:rPr lang="ru-RU" sz="1200" dirty="0">
                  <a:solidFill>
                    <a:schemeClr val="tx2"/>
                  </a:solidFill>
                  <a:latin typeface="DINPro-Light" panose="02000504040000020003" pitchFamily="50" charset="0"/>
                  <a:ea typeface="GPN_DIN Regular" panose="020B0504020202020204" pitchFamily="34" charset="-52"/>
                </a:rPr>
                <a:t>совокупность </a:t>
              </a:r>
              <a:r>
                <a:rPr lang="ru-RU" sz="1200" dirty="0" smtClean="0">
                  <a:solidFill>
                    <a:schemeClr val="tx2"/>
                  </a:solidFill>
                  <a:latin typeface="DINPro-Light" panose="02000504040000020003" pitchFamily="50" charset="0"/>
                  <a:ea typeface="GPN_DIN Regular" panose="020B0504020202020204" pitchFamily="34" charset="-52"/>
                </a:rPr>
                <a:t>внешних </a:t>
              </a:r>
              <a:r>
                <a:rPr lang="ru-RU" sz="1200" dirty="0">
                  <a:solidFill>
                    <a:schemeClr val="tx2"/>
                  </a:solidFill>
                  <a:latin typeface="DINPro-Light" panose="02000504040000020003" pitchFamily="50" charset="0"/>
                  <a:ea typeface="GPN_DIN Regular" panose="020B0504020202020204" pitchFamily="34" charset="-52"/>
                </a:rPr>
                <a:t>и </a:t>
              </a:r>
              <a:r>
                <a:rPr lang="ru-RU" sz="1200" dirty="0" smtClean="0">
                  <a:solidFill>
                    <a:schemeClr val="tx2"/>
                  </a:solidFill>
                  <a:latin typeface="DINPro-Light" panose="02000504040000020003" pitchFamily="50" charset="0"/>
                  <a:ea typeface="GPN_DIN Regular" panose="020B0504020202020204" pitchFamily="34" charset="-52"/>
                </a:rPr>
                <a:t>внутренних факторов, относящихся </a:t>
              </a:r>
              <a:r>
                <a:rPr lang="ru-RU" sz="1200" dirty="0">
                  <a:solidFill>
                    <a:schemeClr val="tx2"/>
                  </a:solidFill>
                  <a:latin typeface="DINPro-Light" panose="02000504040000020003" pitchFamily="50" charset="0"/>
                  <a:ea typeface="GPN_DIN Regular" panose="020B0504020202020204" pitchFamily="34" charset="-52"/>
                </a:rPr>
                <a:t>к ее намерениям и стратегическому направлению и </a:t>
              </a:r>
              <a:r>
                <a:rPr lang="ru-RU" sz="1200" dirty="0" smtClean="0">
                  <a:solidFill>
                    <a:schemeClr val="tx2"/>
                  </a:solidFill>
                  <a:latin typeface="DINPro-Light" panose="02000504040000020003" pitchFamily="50" charset="0"/>
                  <a:ea typeface="GPN_DIN Regular" panose="020B0504020202020204" pitchFamily="34" charset="-52"/>
                </a:rPr>
                <a:t>влияющих </a:t>
              </a:r>
              <a:r>
                <a:rPr lang="ru-RU" sz="1200" dirty="0">
                  <a:solidFill>
                    <a:schemeClr val="tx2"/>
                  </a:solidFill>
                  <a:latin typeface="DINPro-Light" panose="02000504040000020003" pitchFamily="50" charset="0"/>
                  <a:ea typeface="GPN_DIN Regular" panose="020B0504020202020204" pitchFamily="34" charset="-52"/>
                </a:rPr>
                <a:t>на ее способность достигать </a:t>
              </a:r>
              <a:r>
                <a:rPr lang="ru-RU" sz="1200" dirty="0" smtClean="0">
                  <a:solidFill>
                    <a:schemeClr val="tx2"/>
                  </a:solidFill>
                  <a:latin typeface="DINPro-Light" panose="02000504040000020003" pitchFamily="50" charset="0"/>
                  <a:ea typeface="GPN_DIN Regular" panose="020B0504020202020204" pitchFamily="34" charset="-52"/>
                </a:rPr>
                <a:t>намеченных результатов</a:t>
              </a:r>
            </a:p>
            <a:p>
              <a:pPr>
                <a:spcBef>
                  <a:spcPts val="600"/>
                </a:spcBef>
              </a:pPr>
              <a:r>
                <a:rPr lang="ru-RU" sz="1200" dirty="0">
                  <a:solidFill>
                    <a:schemeClr val="tx2"/>
                  </a:solidFill>
                  <a:latin typeface="DINPro-Light" panose="02000504040000020003" pitchFamily="50" charset="0"/>
                  <a:ea typeface="GPN_DIN Regular" panose="020B0504020202020204" pitchFamily="34" charset="-52"/>
                </a:rPr>
                <a:t>Пониманию </a:t>
              </a:r>
              <a:r>
                <a:rPr lang="ru-RU" sz="1200" dirty="0">
                  <a:solidFill>
                    <a:schemeClr val="tx2"/>
                  </a:solidFill>
                  <a:latin typeface="DINPro-Bold" panose="02000503030000020004" pitchFamily="50" charset="0"/>
                  <a:ea typeface="GPN_DIN Regular" panose="020B0504020202020204" pitchFamily="34" charset="-52"/>
                </a:rPr>
                <a:t>внешней</a:t>
              </a:r>
              <a:r>
                <a:rPr lang="ru-RU" sz="1200" dirty="0">
                  <a:solidFill>
                    <a:schemeClr val="tx2"/>
                  </a:solidFill>
                  <a:latin typeface="DINPro-Light" panose="02000504040000020003" pitchFamily="50" charset="0"/>
                  <a:ea typeface="GPN_DIN Regular" panose="020B0504020202020204" pitchFamily="34" charset="-52"/>
                </a:rPr>
                <a:t> среды может способствовать рассмотрение факторов, связанных с законодательной, технологической, конкурентной, рыночной, культурной, социальной и экономической </a:t>
              </a:r>
              <a:r>
                <a:rPr lang="ru-RU" sz="1200" dirty="0" smtClean="0">
                  <a:solidFill>
                    <a:schemeClr val="tx2"/>
                  </a:solidFill>
                  <a:latin typeface="DINPro-Light" panose="02000504040000020003" pitchFamily="50" charset="0"/>
                  <a:ea typeface="GPN_DIN Regular" panose="020B0504020202020204" pitchFamily="34" charset="-52"/>
                </a:rPr>
                <a:t>средой</a:t>
              </a:r>
              <a:endParaRPr lang="ru-RU" sz="1200" dirty="0">
                <a:solidFill>
                  <a:schemeClr val="tx2"/>
                </a:solidFill>
                <a:latin typeface="DINPro-Light" panose="02000504040000020003" pitchFamily="50" charset="0"/>
                <a:ea typeface="GPN_DIN Regular" panose="020B0504020202020204" pitchFamily="34" charset="-52"/>
              </a:endParaRPr>
            </a:p>
            <a:p>
              <a:pPr>
                <a:spcBef>
                  <a:spcPts val="600"/>
                </a:spcBef>
              </a:pPr>
              <a:r>
                <a:rPr lang="ru-RU" sz="1200" dirty="0" smtClean="0">
                  <a:solidFill>
                    <a:schemeClr val="tx2"/>
                  </a:solidFill>
                  <a:latin typeface="DINPro-Light" panose="02000504040000020003" pitchFamily="50" charset="0"/>
                  <a:ea typeface="GPN_DIN Regular" panose="020B0504020202020204" pitchFamily="34" charset="-52"/>
                </a:rPr>
                <a:t>Пониманию </a:t>
              </a:r>
              <a:r>
                <a:rPr lang="ru-RU" sz="1200" dirty="0">
                  <a:solidFill>
                    <a:schemeClr val="tx2"/>
                  </a:solidFill>
                  <a:latin typeface="DINPro-Bold" panose="02000503030000020004" pitchFamily="50" charset="0"/>
                  <a:ea typeface="GPN_DIN Regular" panose="020B0504020202020204" pitchFamily="34" charset="-52"/>
                </a:rPr>
                <a:t>внутренней</a:t>
              </a:r>
              <a:r>
                <a:rPr lang="ru-RU" sz="1200" dirty="0">
                  <a:solidFill>
                    <a:schemeClr val="tx2"/>
                  </a:solidFill>
                  <a:latin typeface="DINPro-Light" panose="02000504040000020003" pitchFamily="50" charset="0"/>
                  <a:ea typeface="GPN_DIN Regular" panose="020B0504020202020204" pitchFamily="34" charset="-52"/>
                </a:rPr>
                <a:t> среды может способствовать рассмотрение факторов, связанных с ценностями, культурой, знаниями и результатами работы организации</a:t>
              </a:r>
              <a:endParaRPr lang="ru-RU" sz="1200" dirty="0">
                <a:solidFill>
                  <a:schemeClr val="tx2"/>
                </a:solidFill>
                <a:latin typeface="DINPro-Light" panose="02000504040000020003" pitchFamily="50" charset="0"/>
                <a:ea typeface="GPN_DIN Condensed Bold" panose="020B0504020202020204" pitchFamily="34" charset="0"/>
              </a:endParaRPr>
            </a:p>
          </p:txBody>
        </p:sp>
        <p:pic>
          <p:nvPicPr>
            <p:cNvPr id="5" name="Рисунок 4"/>
            <p:cNvPicPr>
              <a:picLocks noChangeAspect="1"/>
            </p:cNvPicPr>
            <p:nvPr/>
          </p:nvPicPr>
          <p:blipFill rotWithShape="1">
            <a:blip r:embed="rId3"/>
            <a:srcRect l="9020" r="9257"/>
            <a:stretch/>
          </p:blipFill>
          <p:spPr>
            <a:xfrm>
              <a:off x="492323" y="1433907"/>
              <a:ext cx="441293" cy="540000"/>
            </a:xfrm>
            <a:prstGeom prst="rect">
              <a:avLst/>
            </a:prstGeom>
          </p:spPr>
        </p:pic>
      </p:grpSp>
      <p:grpSp>
        <p:nvGrpSpPr>
          <p:cNvPr id="65" name="Группа 64"/>
          <p:cNvGrpSpPr/>
          <p:nvPr/>
        </p:nvGrpSpPr>
        <p:grpSpPr>
          <a:xfrm>
            <a:off x="6184771" y="1509747"/>
            <a:ext cx="3744000" cy="4057326"/>
            <a:chOff x="6184771" y="1382151"/>
            <a:chExt cx="3744000" cy="4057326"/>
          </a:xfrm>
        </p:grpSpPr>
        <p:sp>
          <p:nvSpPr>
            <p:cNvPr id="51" name="Прямоугольник 27">
              <a:extLst>
                <a:ext uri="{FF2B5EF4-FFF2-40B4-BE49-F238E27FC236}">
                  <a16:creationId xmlns:a16="http://schemas.microsoft.com/office/drawing/2014/main" id="{0F67F8FC-846B-7DC9-7278-B25D2ABC8AED}"/>
                </a:ext>
              </a:extLst>
            </p:cNvPr>
            <p:cNvSpPr/>
            <p:nvPr/>
          </p:nvSpPr>
          <p:spPr>
            <a:xfrm>
              <a:off x="6184771" y="1382151"/>
              <a:ext cx="3743377" cy="704398"/>
            </a:xfrm>
            <a:prstGeom prst="rect">
              <a:avLst/>
            </a:prstGeom>
            <a:solidFill>
              <a:srgbClr val="48A044"/>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ЗАДАНИЕ</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6184771"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Light" panose="02000504040000020003" pitchFamily="50" charset="0"/>
                  <a:ea typeface="GPN_DIN Regular" panose="020B0504020202020204" pitchFamily="34" charset="-52"/>
                </a:rPr>
                <a:t>Определить внешние и внутренние факторы, влияющие на деятельность организации (ГПН-Снабжение)</a:t>
              </a:r>
            </a:p>
          </p:txBody>
        </p:sp>
        <p:pic>
          <p:nvPicPr>
            <p:cNvPr id="63" name="Рисунок 62"/>
            <p:cNvPicPr>
              <a:picLocks noChangeAspect="1"/>
            </p:cNvPicPr>
            <p:nvPr/>
          </p:nvPicPr>
          <p:blipFill rotWithShape="1">
            <a:blip r:embed="rId4">
              <a:extLst>
                <a:ext uri="{BEBA8EAE-BF5A-486C-A8C5-ECC9F3942E4B}">
                  <a14:imgProps xmlns:a14="http://schemas.microsoft.com/office/drawing/2010/main">
                    <a14:imgLayer r:embed="rId5">
                      <a14:imgEffect>
                        <a14:backgroundRemoval t="2930" b="100000" l="11133" r="98926"/>
                      </a14:imgEffect>
                    </a14:imgLayer>
                  </a14:imgProps>
                </a:ext>
              </a:extLst>
            </a:blip>
            <a:srcRect l="10869" t="2218"/>
            <a:stretch/>
          </p:blipFill>
          <p:spPr>
            <a:xfrm>
              <a:off x="6315738" y="1433907"/>
              <a:ext cx="492226" cy="540000"/>
            </a:xfrm>
            <a:prstGeom prst="rect">
              <a:avLst/>
            </a:prstGeom>
          </p:spPr>
        </p:pic>
      </p:grpSp>
    </p:spTree>
    <p:extLst>
      <p:ext uri="{BB962C8B-B14F-4D97-AF65-F5344CB8AC3E}">
        <p14:creationId xmlns:p14="http://schemas.microsoft.com/office/powerpoint/2010/main" val="260549650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grpSp>
        <p:nvGrpSpPr>
          <p:cNvPr id="2" name="Группа 1"/>
          <p:cNvGrpSpPr/>
          <p:nvPr/>
        </p:nvGrpSpPr>
        <p:grpSpPr>
          <a:xfrm>
            <a:off x="2907737" y="1175920"/>
            <a:ext cx="8170563" cy="5040000"/>
            <a:chOff x="2907737" y="1175920"/>
            <a:chExt cx="8170563" cy="5040000"/>
          </a:xfrm>
        </p:grpSpPr>
        <p:sp>
          <p:nvSpPr>
            <p:cNvPr id="7" name="Прямоугольник 29">
              <a:extLst>
                <a:ext uri="{FF2B5EF4-FFF2-40B4-BE49-F238E27FC236}">
                  <a16:creationId xmlns:a16="http://schemas.microsoft.com/office/drawing/2014/main" id="{C3486913-A292-3BBC-8B74-66DCBC8DCF87}"/>
                </a:ext>
              </a:extLst>
            </p:cNvPr>
            <p:cNvSpPr>
              <a:spLocks noChangeAspect="1"/>
            </p:cNvSpPr>
            <p:nvPr/>
          </p:nvSpPr>
          <p:spPr>
            <a:xfrm>
              <a:off x="2907737" y="1175920"/>
              <a:ext cx="5040000" cy="5040000"/>
            </a:xfrm>
            <a:prstGeom prst="ellipse">
              <a:avLst/>
            </a:prstGeom>
            <a:solidFill>
              <a:schemeClr val="bg1"/>
            </a:solidFill>
            <a:ln w="38100">
              <a:solidFill>
                <a:srgbClr val="70C06C"/>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11" name="Прямоугольник 29">
              <a:extLst>
                <a:ext uri="{FF2B5EF4-FFF2-40B4-BE49-F238E27FC236}">
                  <a16:creationId xmlns:a16="http://schemas.microsoft.com/office/drawing/2014/main" id="{C3486913-A292-3BBC-8B74-66DCBC8DCF87}"/>
                </a:ext>
              </a:extLst>
            </p:cNvPr>
            <p:cNvSpPr>
              <a:spLocks noChangeAspect="1"/>
            </p:cNvSpPr>
            <p:nvPr/>
          </p:nvSpPr>
          <p:spPr>
            <a:xfrm>
              <a:off x="3627737" y="1895920"/>
              <a:ext cx="3600000" cy="3600000"/>
            </a:xfrm>
            <a:prstGeom prst="ellipse">
              <a:avLst/>
            </a:prstGeom>
            <a:solidFill>
              <a:srgbClr val="70C06C"/>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6" name="Прямоугольник 29">
              <a:extLst>
                <a:ext uri="{FF2B5EF4-FFF2-40B4-BE49-F238E27FC236}">
                  <a16:creationId xmlns:a16="http://schemas.microsoft.com/office/drawing/2014/main" id="{C3486913-A292-3BBC-8B74-66DCBC8DCF87}"/>
                </a:ext>
              </a:extLst>
            </p:cNvPr>
            <p:cNvSpPr>
              <a:spLocks noChangeAspect="1"/>
            </p:cNvSpPr>
            <p:nvPr/>
          </p:nvSpPr>
          <p:spPr>
            <a:xfrm>
              <a:off x="4167737" y="2435920"/>
              <a:ext cx="2520000" cy="2520000"/>
            </a:xfrm>
            <a:prstGeom prst="ellipse">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grpSp>
          <p:nvGrpSpPr>
            <p:cNvPr id="8" name="Группа 7"/>
            <p:cNvGrpSpPr/>
            <p:nvPr/>
          </p:nvGrpSpPr>
          <p:grpSpPr bwMode="auto">
            <a:xfrm>
              <a:off x="6318692" y="1175920"/>
              <a:ext cx="4759608" cy="1629045"/>
              <a:chOff x="4702248" y="2115278"/>
              <a:chExt cx="4759608" cy="1629045"/>
            </a:xfrm>
          </p:grpSpPr>
          <p:cxnSp>
            <p:nvCxnSpPr>
              <p:cNvPr id="9" name="Прямая соединительная линия 8"/>
              <p:cNvCxnSpPr>
                <a:cxnSpLocks/>
              </p:cNvCxnSpPr>
              <p:nvPr/>
            </p:nvCxnSpPr>
            <p:spPr bwMode="auto">
              <a:xfrm flipV="1">
                <a:off x="7517856" y="2297373"/>
                <a:ext cx="1944000" cy="1690"/>
              </a:xfrm>
              <a:prstGeom prst="line">
                <a:avLst/>
              </a:prstGeom>
              <a:ln w="285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a:cxnSpLocks/>
                <a:stCxn id="6" idx="7"/>
              </p:cNvCxnSpPr>
              <p:nvPr/>
            </p:nvCxnSpPr>
            <p:spPr bwMode="auto">
              <a:xfrm flipV="1">
                <a:off x="4702248" y="2299065"/>
                <a:ext cx="2821958" cy="1445258"/>
              </a:xfrm>
              <a:prstGeom prst="line">
                <a:avLst/>
              </a:prstGeom>
              <a:ln w="28575">
                <a:solidFill>
                  <a:schemeClr val="bg2">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bwMode="auto">
              <a:xfrm>
                <a:off x="7682369" y="2115278"/>
                <a:ext cx="1625600" cy="259022"/>
              </a:xfrm>
              <a:prstGeom prst="rect">
                <a:avLst/>
              </a:prstGeom>
              <a:noFill/>
            </p:spPr>
            <p:txBody>
              <a:bodyPr wrap="none" lIns="36000" tIns="36000" rIns="36000" bIns="36000" rtlCol="0">
                <a:noAutofit/>
              </a:bodyPr>
              <a:lstStyle/>
              <a:p>
                <a:pPr algn="l">
                  <a:lnSpc>
                    <a:spcPct val="80000"/>
                  </a:lnSpc>
                  <a:spcBef>
                    <a:spcPts val="300"/>
                  </a:spcBef>
                  <a:defRPr/>
                </a:pPr>
                <a:r>
                  <a:rPr lang="ru-RU" sz="1200" dirty="0">
                    <a:solidFill>
                      <a:schemeClr val="bg2">
                        <a:lumMod val="25000"/>
                      </a:schemeClr>
                    </a:solidFill>
                    <a:latin typeface="DINPro-Light"/>
                  </a:rPr>
                  <a:t>ВНУТРЕННИЕ ФАКТОРЫ</a:t>
                </a:r>
                <a:endParaRPr dirty="0"/>
              </a:p>
            </p:txBody>
          </p:sp>
        </p:grpSp>
        <p:grpSp>
          <p:nvGrpSpPr>
            <p:cNvPr id="14" name="Группа 13"/>
            <p:cNvGrpSpPr/>
            <p:nvPr/>
          </p:nvGrpSpPr>
          <p:grpSpPr bwMode="auto">
            <a:xfrm>
              <a:off x="7820025" y="1993091"/>
              <a:ext cx="3258275" cy="885657"/>
              <a:chOff x="6095581" y="2470877"/>
              <a:chExt cx="3258275" cy="885657"/>
            </a:xfrm>
          </p:grpSpPr>
          <p:cxnSp>
            <p:nvCxnSpPr>
              <p:cNvPr id="15" name="Прямая соединительная линия 14"/>
              <p:cNvCxnSpPr>
                <a:cxnSpLocks/>
              </p:cNvCxnSpPr>
              <p:nvPr/>
            </p:nvCxnSpPr>
            <p:spPr bwMode="auto">
              <a:xfrm flipV="1">
                <a:off x="7517856" y="2652973"/>
                <a:ext cx="1836000" cy="1690"/>
              </a:xfrm>
              <a:prstGeom prst="line">
                <a:avLst/>
              </a:prstGeom>
              <a:ln w="285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a:cxnSpLocks/>
              </p:cNvCxnSpPr>
              <p:nvPr/>
            </p:nvCxnSpPr>
            <p:spPr bwMode="auto">
              <a:xfrm flipV="1">
                <a:off x="6095581" y="2654664"/>
                <a:ext cx="1428625" cy="701870"/>
              </a:xfrm>
              <a:prstGeom prst="line">
                <a:avLst/>
              </a:prstGeom>
              <a:ln w="28575">
                <a:solidFill>
                  <a:schemeClr val="bg2">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bwMode="auto">
              <a:xfrm>
                <a:off x="7682369" y="2470877"/>
                <a:ext cx="1625600" cy="259022"/>
              </a:xfrm>
              <a:prstGeom prst="rect">
                <a:avLst/>
              </a:prstGeom>
              <a:noFill/>
            </p:spPr>
            <p:txBody>
              <a:bodyPr wrap="none" lIns="36000" tIns="36000" rIns="36000" bIns="36000" rtlCol="0">
                <a:noAutofit/>
              </a:bodyPr>
              <a:lstStyle/>
              <a:p>
                <a:pPr algn="l">
                  <a:lnSpc>
                    <a:spcPct val="80000"/>
                  </a:lnSpc>
                  <a:spcBef>
                    <a:spcPts val="300"/>
                  </a:spcBef>
                  <a:defRPr/>
                </a:pPr>
                <a:r>
                  <a:rPr lang="ru-RU" sz="1200" dirty="0">
                    <a:solidFill>
                      <a:schemeClr val="bg2">
                        <a:lumMod val="25000"/>
                      </a:schemeClr>
                    </a:solidFill>
                    <a:latin typeface="DINPro-Light"/>
                  </a:rPr>
                  <a:t>ВНЕШНИЕ ФАКТОРЫ</a:t>
                </a:r>
                <a:endParaRPr dirty="0"/>
              </a:p>
            </p:txBody>
          </p:sp>
        </p:grpSp>
        <p:sp>
          <p:nvSpPr>
            <p:cNvPr id="4" name="TextBox 3"/>
            <p:cNvSpPr txBox="1"/>
            <p:nvPr/>
          </p:nvSpPr>
          <p:spPr bwMode="auto">
            <a:xfrm>
              <a:off x="4924250" y="1993091"/>
              <a:ext cx="901209" cy="461665"/>
            </a:xfrm>
            <a:prstGeom prst="rect">
              <a:avLst/>
            </a:prstGeom>
            <a:noFill/>
          </p:spPr>
          <p:txBody>
            <a:bodyPr wrap="none" rtlCol="0">
              <a:spAutoFit/>
            </a:bodyPr>
            <a:lstStyle/>
            <a:p>
              <a:r>
                <a:rPr lang="ru-RU" sz="2400" dirty="0" smtClean="0">
                  <a:latin typeface="+mj-lt"/>
                </a:rPr>
                <a:t>ГПН-С</a:t>
              </a:r>
              <a:endParaRPr lang="ru-RU" sz="2400" dirty="0">
                <a:latin typeface="+mj-lt"/>
              </a:endParaRPr>
            </a:p>
          </p:txBody>
        </p:sp>
        <p:sp>
          <p:nvSpPr>
            <p:cNvPr id="19" name="TextBox 18"/>
            <p:cNvSpPr txBox="1"/>
            <p:nvPr/>
          </p:nvSpPr>
          <p:spPr bwMode="auto">
            <a:xfrm>
              <a:off x="4924250" y="4958286"/>
              <a:ext cx="901209" cy="461665"/>
            </a:xfrm>
            <a:prstGeom prst="rect">
              <a:avLst/>
            </a:prstGeom>
            <a:noFill/>
          </p:spPr>
          <p:txBody>
            <a:bodyPr wrap="none" rtlCol="0">
              <a:spAutoFit/>
            </a:bodyPr>
            <a:lstStyle/>
            <a:p>
              <a:r>
                <a:rPr lang="ru-RU" sz="2400" dirty="0" smtClean="0">
                  <a:latin typeface="+mj-lt"/>
                </a:rPr>
                <a:t>ГПН-С</a:t>
              </a:r>
              <a:endParaRPr lang="ru-RU" sz="2400" dirty="0">
                <a:latin typeface="+mj-lt"/>
              </a:endParaRPr>
            </a:p>
          </p:txBody>
        </p:sp>
        <p:cxnSp>
          <p:nvCxnSpPr>
            <p:cNvPr id="18" name="Прямая соединительная линия 17"/>
            <p:cNvCxnSpPr/>
            <p:nvPr/>
          </p:nvCxnSpPr>
          <p:spPr>
            <a:xfrm>
              <a:off x="4733925" y="2609850"/>
              <a:ext cx="1209675" cy="22098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p:nvPr/>
          </p:nvCxnSpPr>
          <p:spPr>
            <a:xfrm flipH="1">
              <a:off x="4667250" y="2733675"/>
              <a:ext cx="1533526" cy="19335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p:nvPr/>
          </p:nvCxnSpPr>
          <p:spPr>
            <a:xfrm>
              <a:off x="4196313" y="3734020"/>
              <a:ext cx="2520000" cy="1883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a:stCxn id="7" idx="1"/>
            </p:cNvCxnSpPr>
            <p:nvPr/>
          </p:nvCxnSpPr>
          <p:spPr>
            <a:xfrm>
              <a:off x="3645828" y="1914011"/>
              <a:ext cx="521909" cy="52190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a:stCxn id="7" idx="0"/>
              <a:endCxn id="11" idx="0"/>
            </p:cNvCxnSpPr>
            <p:nvPr/>
          </p:nvCxnSpPr>
          <p:spPr>
            <a:xfrm>
              <a:off x="5427737" y="1175920"/>
              <a:ext cx="0" cy="720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a:stCxn id="7" idx="2"/>
              <a:endCxn id="11" idx="2"/>
            </p:cNvCxnSpPr>
            <p:nvPr/>
          </p:nvCxnSpPr>
          <p:spPr>
            <a:xfrm>
              <a:off x="2907737" y="3695920"/>
              <a:ext cx="720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a:stCxn id="7" idx="3"/>
            </p:cNvCxnSpPr>
            <p:nvPr/>
          </p:nvCxnSpPr>
          <p:spPr>
            <a:xfrm flipV="1">
              <a:off x="3645828" y="4958286"/>
              <a:ext cx="521909" cy="51954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p:cNvCxnSpPr>
              <a:stCxn id="7" idx="4"/>
            </p:cNvCxnSpPr>
            <p:nvPr/>
          </p:nvCxnSpPr>
          <p:spPr>
            <a:xfrm flipV="1">
              <a:off x="5427737" y="5495920"/>
              <a:ext cx="0" cy="720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Прямая соединительная линия 38"/>
            <p:cNvCxnSpPr>
              <a:stCxn id="7" idx="5"/>
              <a:endCxn id="11" idx="5"/>
            </p:cNvCxnSpPr>
            <p:nvPr/>
          </p:nvCxnSpPr>
          <p:spPr>
            <a:xfrm flipH="1" flipV="1">
              <a:off x="6700529" y="4968712"/>
              <a:ext cx="509117" cy="50911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p:cNvCxnSpPr>
              <a:stCxn id="7" idx="6"/>
            </p:cNvCxnSpPr>
            <p:nvPr/>
          </p:nvCxnSpPr>
          <p:spPr>
            <a:xfrm flipH="1">
              <a:off x="7227737" y="3695920"/>
              <a:ext cx="720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64" name="Кнопка интерактив">
            <a:hlinkClick r:id="rId5"/>
          </p:cNvPr>
          <p:cNvSpPr/>
          <p:nvPr/>
        </p:nvSpPr>
        <p:spPr>
          <a:xfrm>
            <a:off x="9642000" y="6098000"/>
            <a:ext cx="2300000" cy="560000"/>
          </a:xfrm>
          <a:prstGeom prst="roundRect">
            <a:avLst/>
          </a:prstGeom>
          <a:solidFill>
            <a:srgbClr val="E659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  ИНТЕРАКТИВ</a:t>
            </a:r>
          </a:p>
        </p:txBody>
      </p:sp>
    </p:spTree>
    <p:extLst>
      <p:ext uri="{BB962C8B-B14F-4D97-AF65-F5344CB8AC3E}">
        <p14:creationId xmlns:p14="http://schemas.microsoft.com/office/powerpoint/2010/main" val="46977330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77913">
              <a:spcBef>
                <a:spcPts val="600"/>
              </a:spcBef>
              <a:defRPr/>
            </a:pPr>
            <a:r>
              <a:rPr lang="ru-RU" sz="2800" b="1" dirty="0">
                <a:solidFill>
                  <a:schemeClr val="bg1"/>
                </a:solidFill>
                <a:latin typeface="DINPro-Bold" panose="02000503030000020004" pitchFamily="50" charset="0"/>
                <a:ea typeface="GPN_DIN Bold"/>
              </a:rPr>
              <a:t>КАК ЭТО В </a:t>
            </a:r>
            <a:r>
              <a:rPr lang="ru-RU" sz="2800" b="1" dirty="0" smtClean="0">
                <a:solidFill>
                  <a:schemeClr val="bg1"/>
                </a:solidFill>
                <a:latin typeface="DINPro-Bold" panose="02000503030000020004" pitchFamily="50" charset="0"/>
                <a:ea typeface="GPN_DIN Bold"/>
              </a:rPr>
              <a:t>ГПН-СНАБЖЕНИИ</a:t>
            </a:r>
            <a:endParaRPr lang="ru-RU" sz="2800" b="1" dirty="0">
              <a:solidFill>
                <a:schemeClr val="bg1"/>
              </a:solidFill>
              <a:latin typeface="DINPro-Bold" panose="02000503030000020004" pitchFamily="50" charset="0"/>
              <a:ea typeface="GPN_DIN Bold"/>
            </a:endParaRPr>
          </a:p>
        </p:txBody>
      </p:sp>
      <p:grpSp>
        <p:nvGrpSpPr>
          <p:cNvPr id="27" name="Группа 26"/>
          <p:cNvGrpSpPr/>
          <p:nvPr/>
        </p:nvGrpSpPr>
        <p:grpSpPr bwMode="auto">
          <a:xfrm>
            <a:off x="-936781" y="603908"/>
            <a:ext cx="9817560" cy="6804000"/>
            <a:chOff x="-936781" y="603908"/>
            <a:chExt cx="9817560" cy="6804000"/>
          </a:xfrm>
        </p:grpSpPr>
        <p:graphicFrame>
          <p:nvGraphicFramePr>
            <p:cNvPr id="28" name="Диаграмма 27"/>
            <p:cNvGraphicFramePr>
              <a:graphicFrameLocks noChangeAspect="1"/>
            </p:cNvGraphicFramePr>
            <p:nvPr>
              <p:extLst>
                <p:ext uri="{D42A27DB-BD31-4B8C-83A1-F6EECF244321}">
                  <p14:modId xmlns:p14="http://schemas.microsoft.com/office/powerpoint/2010/main" val="2291831007"/>
                </p:ext>
              </p:extLst>
            </p:nvPr>
          </p:nvGraphicFramePr>
          <p:xfrm>
            <a:off x="-936781" y="603908"/>
            <a:ext cx="9817560" cy="6804000"/>
          </p:xfrm>
          <a:graphic>
            <a:graphicData uri="http://schemas.openxmlformats.org/drawingml/2006/chart">
              <c:chart xmlns:c="http://schemas.openxmlformats.org/drawingml/2006/chart" xmlns:r="http://schemas.openxmlformats.org/officeDocument/2006/relationships" r:id="rId3"/>
            </a:graphicData>
          </a:graphic>
        </p:graphicFrame>
        <p:grpSp>
          <p:nvGrpSpPr>
            <p:cNvPr id="30" name="Группа 29"/>
            <p:cNvGrpSpPr/>
            <p:nvPr/>
          </p:nvGrpSpPr>
          <p:grpSpPr bwMode="auto">
            <a:xfrm>
              <a:off x="1840426" y="1872158"/>
              <a:ext cx="4255573" cy="4257750"/>
              <a:chOff x="3247100" y="1435384"/>
              <a:chExt cx="4255573" cy="4257750"/>
            </a:xfrm>
          </p:grpSpPr>
          <p:sp>
            <p:nvSpPr>
              <p:cNvPr id="32" name="Полилиния 31"/>
              <p:cNvSpPr>
                <a:spLocks noChangeAspect="1"/>
              </p:cNvSpPr>
              <p:nvPr/>
            </p:nvSpPr>
            <p:spPr bwMode="auto">
              <a:xfrm>
                <a:off x="3254673" y="1440259"/>
                <a:ext cx="4248000" cy="4248000"/>
              </a:xfrm>
              <a:custGeom>
                <a:avLst/>
                <a:gdLst>
                  <a:gd name="connsiteX0" fmla="*/ 2275840 w 4551680"/>
                  <a:gd name="connsiteY0" fmla="*/ 0 h 4551680"/>
                  <a:gd name="connsiteX1" fmla="*/ 4246775 w 4551680"/>
                  <a:gd name="connsiteY1" fmla="*/ 1137920 h 4551680"/>
                  <a:gd name="connsiteX2" fmla="*/ 2275840 w 4551680"/>
                  <a:gd name="connsiteY2" fmla="*/ 2275840 h 4551680"/>
                  <a:gd name="connsiteX3" fmla="*/ 2275840 w 4551680"/>
                  <a:gd name="connsiteY3" fmla="*/ 0 h 4551680"/>
                </a:gdLst>
                <a:ahLst/>
                <a:cxnLst>
                  <a:cxn ang="0">
                    <a:pos x="connsiteX0" y="connsiteY0"/>
                  </a:cxn>
                  <a:cxn ang="0">
                    <a:pos x="connsiteX1" y="connsiteY1"/>
                  </a:cxn>
                  <a:cxn ang="0">
                    <a:pos x="connsiteX2" y="connsiteY2"/>
                  </a:cxn>
                  <a:cxn ang="0">
                    <a:pos x="connsiteX3" y="connsiteY3"/>
                  </a:cxn>
                </a:cxnLst>
                <a:rect l="l" t="t" r="r" b="b"/>
                <a:pathLst>
                  <a:path w="4551680" h="4551680" extrusionOk="0">
                    <a:moveTo>
                      <a:pt x="2275840" y="0"/>
                    </a:moveTo>
                    <a:cubicBezTo>
                      <a:pt x="3088919" y="0"/>
                      <a:pt x="3840236" y="433773"/>
                      <a:pt x="4246775" y="1137920"/>
                    </a:cubicBezTo>
                    <a:lnTo>
                      <a:pt x="2275840" y="2275840"/>
                    </a:lnTo>
                    <a:lnTo>
                      <a:pt x="2275840" y="0"/>
                    </a:lnTo>
                    <a:close/>
                  </a:path>
                </a:pathLst>
              </a:custGeom>
              <a:noFill/>
              <a:ln w="57150">
                <a:solidFill>
                  <a:srgbClr val="DDD5CE"/>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32000" tIns="553720" rIns="684000" bIns="2844000" numCol="1" spcCol="1270" anchor="ctr" anchorCtr="0">
                <a:noAutofit/>
              </a:bodyPr>
              <a:lstStyle/>
              <a:p>
                <a:pPr algn="ctr" defTabSz="2311399">
                  <a:lnSpc>
                    <a:spcPct val="90000"/>
                  </a:lnSpc>
                  <a:spcBef>
                    <a:spcPts val="0"/>
                  </a:spcBef>
                  <a:spcAft>
                    <a:spcPts val="0"/>
                  </a:spcAft>
                  <a:defRPr/>
                </a:pPr>
                <a:r>
                  <a:rPr lang="ru-RU" sz="1000">
                    <a:solidFill>
                      <a:schemeClr val="bg2">
                        <a:lumMod val="25000"/>
                      </a:schemeClr>
                    </a:solidFill>
                    <a:latin typeface="DINPro-Light"/>
                    <a:ea typeface="GPN_DIN Condensed Regular"/>
                  </a:rPr>
                  <a:t>ПРАВИЛА И ПРОЦЕДУРЫ</a:t>
                </a:r>
                <a:endParaRPr/>
              </a:p>
            </p:txBody>
          </p:sp>
          <p:sp>
            <p:nvSpPr>
              <p:cNvPr id="34" name="Полилиния 33"/>
              <p:cNvSpPr>
                <a:spLocks noChangeAspect="1"/>
              </p:cNvSpPr>
              <p:nvPr/>
            </p:nvSpPr>
            <p:spPr bwMode="auto">
              <a:xfrm>
                <a:off x="3247100" y="1435384"/>
                <a:ext cx="4248000" cy="4248000"/>
              </a:xfrm>
              <a:custGeom>
                <a:avLst/>
                <a:gdLst>
                  <a:gd name="connsiteX0" fmla="*/ 4246775 w 4551680"/>
                  <a:gd name="connsiteY0" fmla="*/ 1137920 h 4551680"/>
                  <a:gd name="connsiteX1" fmla="*/ 4246775 w 4551680"/>
                  <a:gd name="connsiteY1" fmla="*/ 3413760 h 4551680"/>
                  <a:gd name="connsiteX2" fmla="*/ 2275840 w 4551680"/>
                  <a:gd name="connsiteY2" fmla="*/ 2275840 h 4551680"/>
                  <a:gd name="connsiteX3" fmla="*/ 4246775 w 4551680"/>
                  <a:gd name="connsiteY3" fmla="*/ 1137920 h 4551680"/>
                </a:gdLst>
                <a:ahLst/>
                <a:cxnLst>
                  <a:cxn ang="0">
                    <a:pos x="connsiteX0" y="connsiteY0"/>
                  </a:cxn>
                  <a:cxn ang="0">
                    <a:pos x="connsiteX1" y="connsiteY1"/>
                  </a:cxn>
                  <a:cxn ang="0">
                    <a:pos x="connsiteX2" y="connsiteY2"/>
                  </a:cxn>
                  <a:cxn ang="0">
                    <a:pos x="connsiteX3" y="connsiteY3"/>
                  </a:cxn>
                </a:cxnLst>
                <a:rect l="l" t="t" r="r" b="b"/>
                <a:pathLst>
                  <a:path w="4551680" h="4551680" extrusionOk="0">
                    <a:moveTo>
                      <a:pt x="4246775" y="1137920"/>
                    </a:moveTo>
                    <a:cubicBezTo>
                      <a:pt x="4653315" y="1842067"/>
                      <a:pt x="4653315" y="2709613"/>
                      <a:pt x="4246775" y="3413760"/>
                    </a:cubicBezTo>
                    <a:lnTo>
                      <a:pt x="2275840" y="2275840"/>
                    </a:lnTo>
                    <a:lnTo>
                      <a:pt x="4246775" y="1137920"/>
                    </a:lnTo>
                    <a:close/>
                  </a:path>
                </a:pathLst>
              </a:custGeom>
              <a:noFill/>
              <a:ln w="57150">
                <a:solidFill>
                  <a:srgbClr val="DDD5CE"/>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736000" tIns="1881293" rIns="144000" bIns="1692000" numCol="1" spcCol="1270" anchor="ctr" anchorCtr="0">
                <a:noAutofit/>
              </a:bodyPr>
              <a:lstStyle/>
              <a:p>
                <a:pPr lvl="0" algn="ctr" defTabSz="2311399">
                  <a:lnSpc>
                    <a:spcPct val="90000"/>
                  </a:lnSpc>
                  <a:spcBef>
                    <a:spcPts val="0"/>
                  </a:spcBef>
                  <a:spcAft>
                    <a:spcPts val="0"/>
                  </a:spcAft>
                  <a:defRPr/>
                </a:pPr>
                <a:r>
                  <a:rPr lang="ru-RU" sz="1000">
                    <a:solidFill>
                      <a:schemeClr val="bg2">
                        <a:lumMod val="25000"/>
                      </a:schemeClr>
                    </a:solidFill>
                    <a:latin typeface="DINPro-Light"/>
                    <a:ea typeface="GPN_DIN Condensed Regular"/>
                  </a:rPr>
                  <a:t>КОРПОРАТИВНАЯ КУЛЬТУРА</a:t>
                </a:r>
                <a:endParaRPr/>
              </a:p>
            </p:txBody>
          </p:sp>
          <p:sp>
            <p:nvSpPr>
              <p:cNvPr id="36" name="Полилиния 35"/>
              <p:cNvSpPr>
                <a:spLocks noChangeAspect="1"/>
              </p:cNvSpPr>
              <p:nvPr/>
            </p:nvSpPr>
            <p:spPr bwMode="auto">
              <a:xfrm>
                <a:off x="3247100" y="1435384"/>
                <a:ext cx="4248000" cy="4248000"/>
              </a:xfrm>
              <a:custGeom>
                <a:avLst/>
                <a:gdLst>
                  <a:gd name="connsiteX0" fmla="*/ 4246775 w 4551680"/>
                  <a:gd name="connsiteY0" fmla="*/ 3413760 h 4551680"/>
                  <a:gd name="connsiteX1" fmla="*/ 2275840 w 4551680"/>
                  <a:gd name="connsiteY1" fmla="*/ 4551680 h 4551680"/>
                  <a:gd name="connsiteX2" fmla="*/ 2275840 w 4551680"/>
                  <a:gd name="connsiteY2" fmla="*/ 2275840 h 4551680"/>
                  <a:gd name="connsiteX3" fmla="*/ 4246775 w 4551680"/>
                  <a:gd name="connsiteY3" fmla="*/ 3413760 h 4551680"/>
                </a:gdLst>
                <a:ahLst/>
                <a:cxnLst>
                  <a:cxn ang="0">
                    <a:pos x="connsiteX0" y="connsiteY0"/>
                  </a:cxn>
                  <a:cxn ang="0">
                    <a:pos x="connsiteX1" y="connsiteY1"/>
                  </a:cxn>
                  <a:cxn ang="0">
                    <a:pos x="connsiteX2" y="connsiteY2"/>
                  </a:cxn>
                  <a:cxn ang="0">
                    <a:pos x="connsiteX3" y="connsiteY3"/>
                  </a:cxn>
                </a:cxnLst>
                <a:rect l="l" t="t" r="r" b="b"/>
                <a:pathLst>
                  <a:path w="4551680" h="4551680" extrusionOk="0">
                    <a:moveTo>
                      <a:pt x="4246775" y="3413760"/>
                    </a:moveTo>
                    <a:cubicBezTo>
                      <a:pt x="3840235" y="4117907"/>
                      <a:pt x="3088919" y="4551680"/>
                      <a:pt x="2275840" y="4551680"/>
                    </a:cubicBezTo>
                    <a:lnTo>
                      <a:pt x="2275840" y="2275840"/>
                    </a:lnTo>
                    <a:lnTo>
                      <a:pt x="4246775" y="3413760"/>
                    </a:lnTo>
                    <a:close/>
                  </a:path>
                </a:pathLst>
              </a:custGeom>
              <a:noFill/>
              <a:ln w="57150">
                <a:solidFill>
                  <a:srgbClr val="DDD5CE"/>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32000" tIns="2844000" rIns="684000" bIns="553720" numCol="1" spcCol="1270" anchor="ctr" anchorCtr="0">
                <a:noAutofit/>
              </a:bodyPr>
              <a:lstStyle/>
              <a:p>
                <a:pPr algn="ctr" defTabSz="2311399">
                  <a:lnSpc>
                    <a:spcPct val="90000"/>
                  </a:lnSpc>
                  <a:spcBef>
                    <a:spcPts val="0"/>
                  </a:spcBef>
                  <a:spcAft>
                    <a:spcPts val="0"/>
                  </a:spcAft>
                  <a:defRPr/>
                </a:pPr>
                <a:r>
                  <a:rPr lang="ru-RU" sz="1000">
                    <a:solidFill>
                      <a:schemeClr val="bg2">
                        <a:lumMod val="25000"/>
                      </a:schemeClr>
                    </a:solidFill>
                    <a:latin typeface="DINPro-Light"/>
                    <a:ea typeface="GPN_DIN Condensed Regular"/>
                  </a:rPr>
                  <a:t>ПРИМЕНЯЕМЫЕ ТЕХНОЛОГИИ</a:t>
                </a:r>
                <a:endParaRPr/>
              </a:p>
            </p:txBody>
          </p:sp>
          <p:sp>
            <p:nvSpPr>
              <p:cNvPr id="38" name="Полилиния 37"/>
              <p:cNvSpPr>
                <a:spLocks noChangeAspect="1"/>
              </p:cNvSpPr>
              <p:nvPr/>
            </p:nvSpPr>
            <p:spPr bwMode="auto">
              <a:xfrm>
                <a:off x="3247100" y="1435384"/>
                <a:ext cx="4248000" cy="4248000"/>
              </a:xfrm>
              <a:custGeom>
                <a:avLst/>
                <a:gdLst>
                  <a:gd name="connsiteX0" fmla="*/ 2275840 w 4551680"/>
                  <a:gd name="connsiteY0" fmla="*/ 4551680 h 4551680"/>
                  <a:gd name="connsiteX1" fmla="*/ 304905 w 4551680"/>
                  <a:gd name="connsiteY1" fmla="*/ 3413760 h 4551680"/>
                  <a:gd name="connsiteX2" fmla="*/ 2275840 w 4551680"/>
                  <a:gd name="connsiteY2" fmla="*/ 2275840 h 4551680"/>
                  <a:gd name="connsiteX3" fmla="*/ 2275840 w 4551680"/>
                  <a:gd name="connsiteY3" fmla="*/ 4551680 h 4551680"/>
                </a:gdLst>
                <a:ahLst/>
                <a:cxnLst>
                  <a:cxn ang="0">
                    <a:pos x="connsiteX0" y="connsiteY0"/>
                  </a:cxn>
                  <a:cxn ang="0">
                    <a:pos x="connsiteX1" y="connsiteY1"/>
                  </a:cxn>
                  <a:cxn ang="0">
                    <a:pos x="connsiteX2" y="connsiteY2"/>
                  </a:cxn>
                  <a:cxn ang="0">
                    <a:pos x="connsiteX3" y="connsiteY3"/>
                  </a:cxn>
                </a:cxnLst>
                <a:rect l="l" t="t" r="r" b="b"/>
                <a:pathLst>
                  <a:path w="4551680" h="4551680" extrusionOk="0">
                    <a:moveTo>
                      <a:pt x="2275840" y="4551680"/>
                    </a:moveTo>
                    <a:cubicBezTo>
                      <a:pt x="1462761" y="4551680"/>
                      <a:pt x="711444" y="4117907"/>
                      <a:pt x="304905" y="3413760"/>
                    </a:cubicBezTo>
                    <a:lnTo>
                      <a:pt x="2275840" y="2275840"/>
                    </a:lnTo>
                    <a:lnTo>
                      <a:pt x="2275840" y="4551680"/>
                    </a:lnTo>
                    <a:close/>
                  </a:path>
                </a:pathLst>
              </a:custGeom>
              <a:noFill/>
              <a:ln w="57150">
                <a:solidFill>
                  <a:srgbClr val="DDD5CE"/>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4000" tIns="2844000" rIns="2232000" bIns="553720" numCol="1" spcCol="1270" anchor="ctr" anchorCtr="0">
                <a:noAutofit/>
              </a:bodyPr>
              <a:lstStyle/>
              <a:p>
                <a:pPr lvl="0" algn="ctr" defTabSz="2311399">
                  <a:lnSpc>
                    <a:spcPct val="90000"/>
                  </a:lnSpc>
                  <a:spcBef>
                    <a:spcPts val="0"/>
                  </a:spcBef>
                  <a:spcAft>
                    <a:spcPts val="0"/>
                  </a:spcAft>
                  <a:defRPr/>
                </a:pPr>
                <a:r>
                  <a:rPr lang="ru-RU" sz="1000">
                    <a:solidFill>
                      <a:schemeClr val="bg2">
                        <a:lumMod val="25000"/>
                      </a:schemeClr>
                    </a:solidFill>
                    <a:latin typeface="DINPro-Light"/>
                    <a:ea typeface="GPN_DIN Condensed Regular"/>
                  </a:rPr>
                  <a:t>ИНФОРМАЦИОННЫЕ СИСТЕМЫ</a:t>
                </a:r>
                <a:endParaRPr/>
              </a:p>
            </p:txBody>
          </p:sp>
          <p:sp>
            <p:nvSpPr>
              <p:cNvPr id="40" name="Полилиния 39"/>
              <p:cNvSpPr>
                <a:spLocks noChangeAspect="1"/>
              </p:cNvSpPr>
              <p:nvPr/>
            </p:nvSpPr>
            <p:spPr bwMode="auto">
              <a:xfrm>
                <a:off x="3247100" y="1435384"/>
                <a:ext cx="4248000" cy="4248000"/>
              </a:xfrm>
              <a:custGeom>
                <a:avLst/>
                <a:gdLst>
                  <a:gd name="connsiteX0" fmla="*/ 304905 w 4551680"/>
                  <a:gd name="connsiteY0" fmla="*/ 3413760 h 4551680"/>
                  <a:gd name="connsiteX1" fmla="*/ 304905 w 4551680"/>
                  <a:gd name="connsiteY1" fmla="*/ 1137920 h 4551680"/>
                  <a:gd name="connsiteX2" fmla="*/ 2275840 w 4551680"/>
                  <a:gd name="connsiteY2" fmla="*/ 2275840 h 4551680"/>
                  <a:gd name="connsiteX3" fmla="*/ 304905 w 4551680"/>
                  <a:gd name="connsiteY3" fmla="*/ 3413760 h 4551680"/>
                </a:gdLst>
                <a:ahLst/>
                <a:cxnLst>
                  <a:cxn ang="0">
                    <a:pos x="connsiteX0" y="connsiteY0"/>
                  </a:cxn>
                  <a:cxn ang="0">
                    <a:pos x="connsiteX1" y="connsiteY1"/>
                  </a:cxn>
                  <a:cxn ang="0">
                    <a:pos x="connsiteX2" y="connsiteY2"/>
                  </a:cxn>
                  <a:cxn ang="0">
                    <a:pos x="connsiteX3" y="connsiteY3"/>
                  </a:cxn>
                </a:cxnLst>
                <a:rect l="l" t="t" r="r" b="b"/>
                <a:pathLst>
                  <a:path w="4551680" h="4551680" extrusionOk="0">
                    <a:moveTo>
                      <a:pt x="304905" y="3413760"/>
                    </a:moveTo>
                    <a:cubicBezTo>
                      <a:pt x="-101635" y="2709613"/>
                      <a:pt x="-101635" y="1842067"/>
                      <a:pt x="304905" y="1137920"/>
                    </a:cubicBezTo>
                    <a:lnTo>
                      <a:pt x="2275840" y="2275840"/>
                    </a:lnTo>
                    <a:lnTo>
                      <a:pt x="304905" y="3413760"/>
                    </a:lnTo>
                    <a:close/>
                  </a:path>
                </a:pathLst>
              </a:custGeom>
              <a:noFill/>
              <a:ln w="57150">
                <a:solidFill>
                  <a:srgbClr val="DDD5CE"/>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6483" tIns="1881293" rIns="2736000" bIns="1692000" numCol="1" spcCol="1270" anchor="ctr" anchorCtr="0">
                <a:noAutofit/>
              </a:bodyPr>
              <a:lstStyle/>
              <a:p>
                <a:pPr algn="ctr" defTabSz="2311399">
                  <a:lnSpc>
                    <a:spcPct val="90000"/>
                  </a:lnSpc>
                  <a:spcBef>
                    <a:spcPts val="0"/>
                  </a:spcBef>
                  <a:spcAft>
                    <a:spcPts val="0"/>
                  </a:spcAft>
                  <a:defRPr/>
                </a:pPr>
                <a:r>
                  <a:rPr lang="ru-RU" sz="1000">
                    <a:solidFill>
                      <a:schemeClr val="bg2">
                        <a:lumMod val="25000"/>
                      </a:schemeClr>
                    </a:solidFill>
                    <a:latin typeface="DINPro-Light"/>
                    <a:ea typeface="GPN_DIN Condensed Regular"/>
                  </a:rPr>
                  <a:t>ОРГАНИЗАЦИОННЫЕ ЗНАНИЯ</a:t>
                </a:r>
                <a:endParaRPr/>
              </a:p>
            </p:txBody>
          </p:sp>
          <p:sp>
            <p:nvSpPr>
              <p:cNvPr id="42" name="Полилиния 41"/>
              <p:cNvSpPr>
                <a:spLocks noChangeAspect="1"/>
              </p:cNvSpPr>
              <p:nvPr/>
            </p:nvSpPr>
            <p:spPr bwMode="auto">
              <a:xfrm>
                <a:off x="3247100" y="1445134"/>
                <a:ext cx="4248000" cy="4248000"/>
              </a:xfrm>
              <a:custGeom>
                <a:avLst/>
                <a:gdLst>
                  <a:gd name="connsiteX0" fmla="*/ 304905 w 4551680"/>
                  <a:gd name="connsiteY0" fmla="*/ 1137920 h 4551680"/>
                  <a:gd name="connsiteX1" fmla="*/ 2275840 w 4551680"/>
                  <a:gd name="connsiteY1" fmla="*/ 0 h 4551680"/>
                  <a:gd name="connsiteX2" fmla="*/ 2275840 w 4551680"/>
                  <a:gd name="connsiteY2" fmla="*/ 2275840 h 4551680"/>
                  <a:gd name="connsiteX3" fmla="*/ 304905 w 4551680"/>
                  <a:gd name="connsiteY3" fmla="*/ 1137920 h 4551680"/>
                </a:gdLst>
                <a:ahLst/>
                <a:cxnLst>
                  <a:cxn ang="0">
                    <a:pos x="connsiteX0" y="connsiteY0"/>
                  </a:cxn>
                  <a:cxn ang="0">
                    <a:pos x="connsiteX1" y="connsiteY1"/>
                  </a:cxn>
                  <a:cxn ang="0">
                    <a:pos x="connsiteX2" y="connsiteY2"/>
                  </a:cxn>
                  <a:cxn ang="0">
                    <a:pos x="connsiteX3" y="connsiteY3"/>
                  </a:cxn>
                </a:cxnLst>
                <a:rect l="l" t="t" r="r" b="b"/>
                <a:pathLst>
                  <a:path w="4551680" h="4551680" extrusionOk="0">
                    <a:moveTo>
                      <a:pt x="304905" y="1137920"/>
                    </a:moveTo>
                    <a:cubicBezTo>
                      <a:pt x="711445" y="433773"/>
                      <a:pt x="1462761" y="0"/>
                      <a:pt x="2275840" y="0"/>
                    </a:cubicBezTo>
                    <a:lnTo>
                      <a:pt x="2275840" y="2275840"/>
                    </a:lnTo>
                    <a:lnTo>
                      <a:pt x="304905" y="1137920"/>
                    </a:lnTo>
                    <a:close/>
                  </a:path>
                </a:pathLst>
              </a:custGeom>
              <a:noFill/>
              <a:ln w="57150">
                <a:solidFill>
                  <a:srgbClr val="DDD5CE"/>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4000" tIns="553720" rIns="2232000" bIns="2844000" numCol="1" spcCol="1270" anchor="ctr" anchorCtr="0">
                <a:noAutofit/>
              </a:bodyPr>
              <a:lstStyle/>
              <a:p>
                <a:pPr lvl="0" algn="ctr" defTabSz="2311399">
                  <a:lnSpc>
                    <a:spcPct val="90000"/>
                  </a:lnSpc>
                  <a:spcBef>
                    <a:spcPts val="0"/>
                  </a:spcBef>
                  <a:spcAft>
                    <a:spcPts val="0"/>
                  </a:spcAft>
                  <a:defRPr/>
                </a:pPr>
                <a:r>
                  <a:rPr lang="ru-RU" sz="1000">
                    <a:solidFill>
                      <a:schemeClr val="bg2">
                        <a:lumMod val="25000"/>
                      </a:schemeClr>
                    </a:solidFill>
                    <a:latin typeface="DINPro-Light"/>
                    <a:ea typeface="GPN_DIN Condensed Regular"/>
                  </a:rPr>
                  <a:t>ОРГАНИЗАЦИОННАЯ СТРУКТУРА</a:t>
                </a:r>
              </a:p>
            </p:txBody>
          </p:sp>
          <p:sp>
            <p:nvSpPr>
              <p:cNvPr id="43" name="Овал 42"/>
              <p:cNvSpPr>
                <a:spLocks noChangeAspect="1"/>
              </p:cNvSpPr>
              <p:nvPr/>
            </p:nvSpPr>
            <p:spPr bwMode="auto">
              <a:xfrm>
                <a:off x="4838673" y="3029134"/>
                <a:ext cx="1080000" cy="1080000"/>
              </a:xfrm>
              <a:prstGeom prst="ellipse">
                <a:avLst/>
              </a:prstGeom>
              <a:solidFill>
                <a:srgbClr val="DDD5CE"/>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defRPr/>
                </a:pPr>
                <a:r>
                  <a:rPr lang="ru-RU" sz="1500">
                    <a:solidFill>
                      <a:srgbClr val="493182"/>
                    </a:solidFill>
                    <a:latin typeface="DINPro-Black"/>
                  </a:rPr>
                  <a:t>ГПН-С</a:t>
                </a:r>
                <a:endParaRPr/>
              </a:p>
            </p:txBody>
          </p:sp>
        </p:grpSp>
      </p:grpSp>
      <p:grpSp>
        <p:nvGrpSpPr>
          <p:cNvPr id="44" name="Группа 43"/>
          <p:cNvGrpSpPr/>
          <p:nvPr/>
        </p:nvGrpSpPr>
        <p:grpSpPr bwMode="auto">
          <a:xfrm>
            <a:off x="5930900" y="2115278"/>
            <a:ext cx="3542525" cy="1562531"/>
            <a:chOff x="5919331" y="2115278"/>
            <a:chExt cx="3542525" cy="1562531"/>
          </a:xfrm>
        </p:grpSpPr>
        <p:cxnSp>
          <p:nvCxnSpPr>
            <p:cNvPr id="45" name="Прямая соединительная линия 44"/>
            <p:cNvCxnSpPr>
              <a:cxnSpLocks/>
            </p:cNvCxnSpPr>
            <p:nvPr/>
          </p:nvCxnSpPr>
          <p:spPr bwMode="auto">
            <a:xfrm flipV="1">
              <a:off x="7517856" y="2297373"/>
              <a:ext cx="1944000" cy="1690"/>
            </a:xfrm>
            <a:prstGeom prst="line">
              <a:avLst/>
            </a:prstGeom>
            <a:ln w="285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a:cxnSpLocks/>
            </p:cNvCxnSpPr>
            <p:nvPr/>
          </p:nvCxnSpPr>
          <p:spPr bwMode="auto">
            <a:xfrm flipV="1">
              <a:off x="5919331" y="2299064"/>
              <a:ext cx="1604875" cy="1378745"/>
            </a:xfrm>
            <a:prstGeom prst="line">
              <a:avLst/>
            </a:prstGeom>
            <a:ln w="28575">
              <a:solidFill>
                <a:schemeClr val="bg2">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bwMode="auto">
            <a:xfrm>
              <a:off x="7682369" y="2115278"/>
              <a:ext cx="1625600" cy="259022"/>
            </a:xfrm>
            <a:prstGeom prst="rect">
              <a:avLst/>
            </a:prstGeom>
            <a:noFill/>
          </p:spPr>
          <p:txBody>
            <a:bodyPr wrap="none" lIns="36000" tIns="36000" rIns="36000" bIns="36000" rtlCol="0">
              <a:noAutofit/>
            </a:bodyPr>
            <a:lstStyle/>
            <a:p>
              <a:pPr algn="l">
                <a:lnSpc>
                  <a:spcPct val="80000"/>
                </a:lnSpc>
                <a:spcBef>
                  <a:spcPts val="300"/>
                </a:spcBef>
                <a:defRPr/>
              </a:pPr>
              <a:r>
                <a:rPr lang="ru-RU" sz="1200" dirty="0">
                  <a:solidFill>
                    <a:schemeClr val="bg2">
                      <a:lumMod val="25000"/>
                    </a:schemeClr>
                  </a:solidFill>
                  <a:latin typeface="DINPro-Light"/>
                </a:rPr>
                <a:t>ВНУТРЕННИЕ ФАКТОРЫ</a:t>
              </a:r>
              <a:endParaRPr dirty="0"/>
            </a:p>
          </p:txBody>
        </p:sp>
      </p:grpSp>
      <p:grpSp>
        <p:nvGrpSpPr>
          <p:cNvPr id="48" name="Группа 47"/>
          <p:cNvGrpSpPr/>
          <p:nvPr/>
        </p:nvGrpSpPr>
        <p:grpSpPr bwMode="auto">
          <a:xfrm>
            <a:off x="6722263" y="3667293"/>
            <a:ext cx="2672396" cy="885657"/>
            <a:chOff x="6681460" y="2470877"/>
            <a:chExt cx="2672396" cy="885657"/>
          </a:xfrm>
        </p:grpSpPr>
        <p:cxnSp>
          <p:nvCxnSpPr>
            <p:cNvPr id="49" name="Прямая соединительная линия 48"/>
            <p:cNvCxnSpPr>
              <a:cxnSpLocks/>
            </p:cNvCxnSpPr>
            <p:nvPr/>
          </p:nvCxnSpPr>
          <p:spPr bwMode="auto">
            <a:xfrm flipV="1">
              <a:off x="7517856" y="2652973"/>
              <a:ext cx="1836000" cy="1690"/>
            </a:xfrm>
            <a:prstGeom prst="line">
              <a:avLst/>
            </a:prstGeom>
            <a:ln w="285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Прямая соединительная линия 49"/>
            <p:cNvCxnSpPr>
              <a:cxnSpLocks/>
            </p:cNvCxnSpPr>
            <p:nvPr/>
          </p:nvCxnSpPr>
          <p:spPr bwMode="auto">
            <a:xfrm flipV="1">
              <a:off x="6681460" y="2654664"/>
              <a:ext cx="842746" cy="701870"/>
            </a:xfrm>
            <a:prstGeom prst="line">
              <a:avLst/>
            </a:prstGeom>
            <a:ln w="28575">
              <a:solidFill>
                <a:schemeClr val="bg2">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bwMode="auto">
            <a:xfrm>
              <a:off x="7682369" y="2470877"/>
              <a:ext cx="1625600" cy="259022"/>
            </a:xfrm>
            <a:prstGeom prst="rect">
              <a:avLst/>
            </a:prstGeom>
            <a:noFill/>
          </p:spPr>
          <p:txBody>
            <a:bodyPr wrap="none" lIns="36000" tIns="36000" rIns="36000" bIns="36000" rtlCol="0">
              <a:noAutofit/>
            </a:bodyPr>
            <a:lstStyle/>
            <a:p>
              <a:pPr algn="l">
                <a:lnSpc>
                  <a:spcPct val="80000"/>
                </a:lnSpc>
                <a:spcBef>
                  <a:spcPts val="300"/>
                </a:spcBef>
                <a:defRPr/>
              </a:pPr>
              <a:r>
                <a:rPr lang="ru-RU" sz="1200" dirty="0">
                  <a:solidFill>
                    <a:schemeClr val="bg2">
                      <a:lumMod val="25000"/>
                    </a:schemeClr>
                  </a:solidFill>
                  <a:latin typeface="DINPro-Light"/>
                </a:rPr>
                <a:t>ВНЕШНИЕ ФАКТОРЫ</a:t>
              </a:r>
              <a:endParaRPr dirty="0"/>
            </a:p>
          </p:txBody>
        </p:sp>
      </p:grpSp>
      <p:pic>
        <p:nvPicPr>
          <p:cNvPr id="21" name="Рисунок 20"/>
          <p:cNvPicPr>
            <a:picLocks noChangeAspect="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11267" t="11547" r="9617" b="11173"/>
          <a:stretch/>
        </p:blipFill>
        <p:spPr bwMode="auto">
          <a:xfrm>
            <a:off x="315586" y="122645"/>
            <a:ext cx="700252" cy="684000"/>
          </a:xfrm>
          <a:prstGeom prst="rect">
            <a:avLst/>
          </a:prstGeom>
        </p:spPr>
      </p:pic>
    </p:spTree>
    <p:extLst>
      <p:ext uri="{BB962C8B-B14F-4D97-AF65-F5344CB8AC3E}">
        <p14:creationId xmlns:p14="http://schemas.microsoft.com/office/powerpoint/2010/main" val="339858937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6. ЗАИНТЕРЕСОВАННЫЕ СТОРОНЫ</a:t>
            </a:r>
            <a:endParaRPr sz="2000" dirty="0">
              <a:latin typeface="DINPro-Bold" panose="02000503030000020004" pitchFamily="50" charset="0"/>
            </a:endParaRPr>
          </a:p>
        </p:txBody>
      </p:sp>
      <p:grpSp>
        <p:nvGrpSpPr>
          <p:cNvPr id="49" name="Группа 48"/>
          <p:cNvGrpSpPr/>
          <p:nvPr/>
        </p:nvGrpSpPr>
        <p:grpSpPr>
          <a:xfrm>
            <a:off x="423307" y="1509747"/>
            <a:ext cx="3744000" cy="4057326"/>
            <a:chOff x="423307" y="1382151"/>
            <a:chExt cx="3744000" cy="4057326"/>
          </a:xfrm>
        </p:grpSpPr>
        <p:sp>
          <p:nvSpPr>
            <p:cNvPr id="44" name="Прямоугольник 27">
              <a:extLst>
                <a:ext uri="{FF2B5EF4-FFF2-40B4-BE49-F238E27FC236}">
                  <a16:creationId xmlns:a16="http://schemas.microsoft.com/office/drawing/2014/main" id="{0F67F8FC-846B-7DC9-7278-B25D2ABC8AED}"/>
                </a:ext>
              </a:extLst>
            </p:cNvPr>
            <p:cNvSpPr/>
            <p:nvPr/>
          </p:nvSpPr>
          <p:spPr>
            <a:xfrm>
              <a:off x="423307" y="1382151"/>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45" name="Прямоугольник 29">
              <a:extLst>
                <a:ext uri="{FF2B5EF4-FFF2-40B4-BE49-F238E27FC236}">
                  <a16:creationId xmlns:a16="http://schemas.microsoft.com/office/drawing/2014/main" id="{C3486913-A292-3BBC-8B74-66DCBC8DCF87}"/>
                </a:ext>
              </a:extLst>
            </p:cNvPr>
            <p:cNvSpPr/>
            <p:nvPr/>
          </p:nvSpPr>
          <p:spPr>
            <a:xfrm>
              <a:off x="423307"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Заинтересованные стороны </a:t>
              </a:r>
              <a:r>
                <a:rPr lang="ru-RU" sz="1200" dirty="0" smtClean="0">
                  <a:solidFill>
                    <a:schemeClr val="tx2"/>
                  </a:solidFill>
                  <a:latin typeface="DINPro-Light" panose="02000504040000020003" pitchFamily="50" charset="0"/>
                  <a:ea typeface="GPN_DIN Regular" panose="020B0504020202020204" pitchFamily="34" charset="-52"/>
                </a:rPr>
                <a:t>–</a:t>
              </a:r>
            </a:p>
            <a:p>
              <a:pPr marL="171450" indent="-171450">
                <a:spcBef>
                  <a:spcPts val="600"/>
                </a:spcBef>
                <a:spcAft>
                  <a:spcPts val="600"/>
                </a:spcAft>
                <a:buFont typeface="Arial" panose="020B0604020202020204" pitchFamily="34" charset="0"/>
                <a:buChar char="•"/>
              </a:pPr>
              <a:r>
                <a:rPr lang="ru-RU" sz="1200" dirty="0" smtClean="0">
                  <a:solidFill>
                    <a:schemeClr val="tx2"/>
                  </a:solidFill>
                  <a:latin typeface="DINPro-Light" panose="02000504040000020003" pitchFamily="50" charset="0"/>
                  <a:ea typeface="GPN_DIN Regular" panose="020B0504020202020204" pitchFamily="34" charset="-52"/>
                </a:rPr>
                <a:t>лицо </a:t>
              </a:r>
              <a:r>
                <a:rPr lang="ru-RU" sz="1200" dirty="0">
                  <a:solidFill>
                    <a:schemeClr val="tx2"/>
                  </a:solidFill>
                  <a:latin typeface="DINPro-Light" panose="02000504040000020003" pitchFamily="50" charset="0"/>
                  <a:ea typeface="GPN_DIN Regular" panose="020B0504020202020204" pitchFamily="34" charset="-52"/>
                </a:rPr>
                <a:t>или организация, которые могут воздействовать на осуществление деятельности или принятие решения,</a:t>
              </a:r>
            </a:p>
            <a:p>
              <a:pPr marL="171450" indent="-171450">
                <a:spcBef>
                  <a:spcPts val="600"/>
                </a:spcBef>
                <a:spcAft>
                  <a:spcPts val="600"/>
                </a:spcAft>
                <a:buFont typeface="Arial" panose="020B0604020202020204" pitchFamily="34" charset="0"/>
                <a:buChar char="•"/>
              </a:pPr>
              <a:r>
                <a:rPr lang="ru-RU" sz="1200" dirty="0">
                  <a:solidFill>
                    <a:schemeClr val="tx2"/>
                  </a:solidFill>
                  <a:latin typeface="DINPro-Light" panose="02000504040000020003" pitchFamily="50" charset="0"/>
                  <a:ea typeface="GPN_DIN Regular" panose="020B0504020202020204" pitchFamily="34" charset="-52"/>
                </a:rPr>
                <a:t>быть подверженными их </a:t>
              </a:r>
              <a:r>
                <a:rPr lang="ru-RU" sz="1200" dirty="0" smtClean="0">
                  <a:solidFill>
                    <a:schemeClr val="tx2"/>
                  </a:solidFill>
                  <a:latin typeface="DINPro-Light" panose="02000504040000020003" pitchFamily="50" charset="0"/>
                  <a:ea typeface="GPN_DIN Regular" panose="020B0504020202020204" pitchFamily="34" charset="-52"/>
                </a:rPr>
                <a:t>воздействию</a:t>
              </a:r>
              <a:endParaRPr lang="ru-RU" sz="1200" dirty="0">
                <a:solidFill>
                  <a:schemeClr val="tx2"/>
                </a:solidFill>
                <a:latin typeface="DINPro-Light" panose="02000504040000020003" pitchFamily="50" charset="0"/>
                <a:ea typeface="GPN_DIN Regular" panose="020B0504020202020204" pitchFamily="34" charset="-52"/>
              </a:endParaRPr>
            </a:p>
          </p:txBody>
        </p:sp>
        <p:pic>
          <p:nvPicPr>
            <p:cNvPr id="5" name="Рисунок 4"/>
            <p:cNvPicPr>
              <a:picLocks noChangeAspect="1"/>
            </p:cNvPicPr>
            <p:nvPr/>
          </p:nvPicPr>
          <p:blipFill rotWithShape="1">
            <a:blip r:embed="rId3"/>
            <a:srcRect l="9020" r="9257"/>
            <a:stretch/>
          </p:blipFill>
          <p:spPr>
            <a:xfrm>
              <a:off x="492323" y="1433907"/>
              <a:ext cx="441293" cy="540000"/>
            </a:xfrm>
            <a:prstGeom prst="rect">
              <a:avLst/>
            </a:prstGeom>
          </p:spPr>
        </p:pic>
      </p:grpSp>
      <p:grpSp>
        <p:nvGrpSpPr>
          <p:cNvPr id="65" name="Группа 64"/>
          <p:cNvGrpSpPr/>
          <p:nvPr/>
        </p:nvGrpSpPr>
        <p:grpSpPr>
          <a:xfrm>
            <a:off x="6184771" y="1509747"/>
            <a:ext cx="3744000" cy="4057326"/>
            <a:chOff x="6184771" y="1382151"/>
            <a:chExt cx="3744000" cy="4057326"/>
          </a:xfrm>
        </p:grpSpPr>
        <p:sp>
          <p:nvSpPr>
            <p:cNvPr id="51" name="Прямоугольник 27">
              <a:extLst>
                <a:ext uri="{FF2B5EF4-FFF2-40B4-BE49-F238E27FC236}">
                  <a16:creationId xmlns:a16="http://schemas.microsoft.com/office/drawing/2014/main" id="{0F67F8FC-846B-7DC9-7278-B25D2ABC8AED}"/>
                </a:ext>
              </a:extLst>
            </p:cNvPr>
            <p:cNvSpPr/>
            <p:nvPr/>
          </p:nvSpPr>
          <p:spPr>
            <a:xfrm>
              <a:off x="6184771" y="1382151"/>
              <a:ext cx="3743377" cy="704398"/>
            </a:xfrm>
            <a:prstGeom prst="rect">
              <a:avLst/>
            </a:prstGeom>
            <a:solidFill>
              <a:srgbClr val="48A044"/>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ЗАДАНИЕ</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6184771"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Light" panose="02000504040000020003" pitchFamily="50" charset="0"/>
                  <a:ea typeface="GPN_DIN Regular" panose="020B0504020202020204" pitchFamily="34" charset="-52"/>
                </a:rPr>
                <a:t>Определить внешние и внутренние заинтересованные стороны организации (ГПН-Снабжение)</a:t>
              </a:r>
            </a:p>
          </p:txBody>
        </p:sp>
        <p:pic>
          <p:nvPicPr>
            <p:cNvPr id="63" name="Рисунок 62"/>
            <p:cNvPicPr>
              <a:picLocks noChangeAspect="1"/>
            </p:cNvPicPr>
            <p:nvPr/>
          </p:nvPicPr>
          <p:blipFill rotWithShape="1">
            <a:blip r:embed="rId4">
              <a:extLst>
                <a:ext uri="{BEBA8EAE-BF5A-486C-A8C5-ECC9F3942E4B}">
                  <a14:imgProps xmlns:a14="http://schemas.microsoft.com/office/drawing/2010/main">
                    <a14:imgLayer r:embed="rId5">
                      <a14:imgEffect>
                        <a14:backgroundRemoval t="2930" b="100000" l="11133" r="98926"/>
                      </a14:imgEffect>
                    </a14:imgLayer>
                  </a14:imgProps>
                </a:ext>
              </a:extLst>
            </a:blip>
            <a:srcRect l="10869" t="2218"/>
            <a:stretch/>
          </p:blipFill>
          <p:spPr>
            <a:xfrm>
              <a:off x="6315738" y="1433907"/>
              <a:ext cx="492226" cy="540000"/>
            </a:xfrm>
            <a:prstGeom prst="rect">
              <a:avLst/>
            </a:prstGeom>
          </p:spPr>
        </p:pic>
      </p:grpSp>
    </p:spTree>
    <p:extLst>
      <p:ext uri="{BB962C8B-B14F-4D97-AF65-F5344CB8AC3E}">
        <p14:creationId xmlns:p14="http://schemas.microsoft.com/office/powerpoint/2010/main" val="76955455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391187" y="1156871"/>
            <a:ext cx="6247737" cy="65288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r>
              <a:rPr lang="ru-RU" sz="1600" dirty="0" smtClean="0">
                <a:solidFill>
                  <a:schemeClr val="tx2"/>
                </a:solidFill>
                <a:latin typeface="GPN_DIN Condensed Medium" panose="020B0606020202020204" pitchFamily="34" charset="-52"/>
                <a:ea typeface="GPN_DIN Condensed Medium" panose="020B0606020202020204" pitchFamily="34" charset="-52"/>
              </a:rPr>
              <a:t>Заинтересованные стороны ГПН-Снабжение</a:t>
            </a: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sp>
        <p:nvSpPr>
          <p:cNvPr id="11" name="Прямоугольник 29">
            <a:extLst>
              <a:ext uri="{FF2B5EF4-FFF2-40B4-BE49-F238E27FC236}">
                <a16:creationId xmlns:a16="http://schemas.microsoft.com/office/drawing/2014/main" id="{C3486913-A292-3BBC-8B74-66DCBC8DCF87}"/>
              </a:ext>
            </a:extLst>
          </p:cNvPr>
          <p:cNvSpPr/>
          <p:nvPr/>
        </p:nvSpPr>
        <p:spPr>
          <a:xfrm>
            <a:off x="391187" y="2156996"/>
            <a:ext cx="2376000" cy="633830"/>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ВНУТРЕННИЕ</a:t>
            </a:r>
          </a:p>
        </p:txBody>
      </p:sp>
      <p:sp>
        <p:nvSpPr>
          <p:cNvPr id="12" name="Прямоугольник 29">
            <a:extLst>
              <a:ext uri="{FF2B5EF4-FFF2-40B4-BE49-F238E27FC236}">
                <a16:creationId xmlns:a16="http://schemas.microsoft.com/office/drawing/2014/main" id="{C3486913-A292-3BBC-8B74-66DCBC8DCF87}"/>
              </a:ext>
            </a:extLst>
          </p:cNvPr>
          <p:cNvSpPr/>
          <p:nvPr/>
        </p:nvSpPr>
        <p:spPr>
          <a:xfrm>
            <a:off x="4262924" y="2156996"/>
            <a:ext cx="2376000" cy="633830"/>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ВНЕШНИЕ</a:t>
            </a:r>
          </a:p>
        </p:txBody>
      </p:sp>
      <p:sp>
        <p:nvSpPr>
          <p:cNvPr id="9" name="Прямоугольник 29">
            <a:extLst>
              <a:ext uri="{FF2B5EF4-FFF2-40B4-BE49-F238E27FC236}">
                <a16:creationId xmlns:a16="http://schemas.microsoft.com/office/drawing/2014/main" id="{C3486913-A292-3BBC-8B74-66DCBC8DCF87}"/>
              </a:ext>
            </a:extLst>
          </p:cNvPr>
          <p:cNvSpPr/>
          <p:nvPr/>
        </p:nvSpPr>
        <p:spPr bwMode="auto">
          <a:xfrm>
            <a:off x="391187" y="2909471"/>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ЗС</a:t>
            </a:r>
          </a:p>
        </p:txBody>
      </p:sp>
      <p:sp>
        <p:nvSpPr>
          <p:cNvPr id="13" name="Прямоугольник 29">
            <a:extLst>
              <a:ext uri="{FF2B5EF4-FFF2-40B4-BE49-F238E27FC236}">
                <a16:creationId xmlns:a16="http://schemas.microsoft.com/office/drawing/2014/main" id="{C3486913-A292-3BBC-8B74-66DCBC8DCF87}"/>
              </a:ext>
            </a:extLst>
          </p:cNvPr>
          <p:cNvSpPr/>
          <p:nvPr/>
        </p:nvSpPr>
        <p:spPr bwMode="auto">
          <a:xfrm>
            <a:off x="4262924" y="2909471"/>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ЗС</a:t>
            </a:r>
          </a:p>
        </p:txBody>
      </p:sp>
      <p:sp>
        <p:nvSpPr>
          <p:cNvPr id="14" name="Прямоугольник 29">
            <a:extLst>
              <a:ext uri="{FF2B5EF4-FFF2-40B4-BE49-F238E27FC236}">
                <a16:creationId xmlns:a16="http://schemas.microsoft.com/office/drawing/2014/main" id="{C3486913-A292-3BBC-8B74-66DCBC8DCF87}"/>
              </a:ext>
            </a:extLst>
          </p:cNvPr>
          <p:cNvSpPr/>
          <p:nvPr/>
        </p:nvSpPr>
        <p:spPr bwMode="auto">
          <a:xfrm>
            <a:off x="391187" y="3900071"/>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ЗС</a:t>
            </a:r>
          </a:p>
        </p:txBody>
      </p:sp>
      <p:sp>
        <p:nvSpPr>
          <p:cNvPr id="16" name="Прямоугольник 29">
            <a:extLst>
              <a:ext uri="{FF2B5EF4-FFF2-40B4-BE49-F238E27FC236}">
                <a16:creationId xmlns:a16="http://schemas.microsoft.com/office/drawing/2014/main" id="{C3486913-A292-3BBC-8B74-66DCBC8DCF87}"/>
              </a:ext>
            </a:extLst>
          </p:cNvPr>
          <p:cNvSpPr/>
          <p:nvPr/>
        </p:nvSpPr>
        <p:spPr bwMode="auto">
          <a:xfrm>
            <a:off x="4262924" y="3900071"/>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ЗС</a:t>
            </a:r>
          </a:p>
        </p:txBody>
      </p:sp>
      <p:sp>
        <p:nvSpPr>
          <p:cNvPr id="18" name="Прямоугольник 29">
            <a:extLst>
              <a:ext uri="{FF2B5EF4-FFF2-40B4-BE49-F238E27FC236}">
                <a16:creationId xmlns:a16="http://schemas.microsoft.com/office/drawing/2014/main" id="{C3486913-A292-3BBC-8B74-66DCBC8DCF87}"/>
              </a:ext>
            </a:extLst>
          </p:cNvPr>
          <p:cNvSpPr/>
          <p:nvPr/>
        </p:nvSpPr>
        <p:spPr bwMode="auto">
          <a:xfrm>
            <a:off x="391187" y="4881146"/>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ЗС</a:t>
            </a:r>
          </a:p>
        </p:txBody>
      </p:sp>
      <p:sp>
        <p:nvSpPr>
          <p:cNvPr id="19" name="Прямоугольник 29">
            <a:extLst>
              <a:ext uri="{FF2B5EF4-FFF2-40B4-BE49-F238E27FC236}">
                <a16:creationId xmlns:a16="http://schemas.microsoft.com/office/drawing/2014/main" id="{C3486913-A292-3BBC-8B74-66DCBC8DCF87}"/>
              </a:ext>
            </a:extLst>
          </p:cNvPr>
          <p:cNvSpPr/>
          <p:nvPr/>
        </p:nvSpPr>
        <p:spPr bwMode="auto">
          <a:xfrm>
            <a:off x="4262924" y="4881146"/>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ЗС</a:t>
            </a:r>
          </a:p>
        </p:txBody>
      </p:sp>
      <p:sp>
        <p:nvSpPr>
          <p:cNvPr id="64" name="Кнопка интерактив">
            <a:hlinkClick r:id="rId5"/>
          </p:cNvPr>
          <p:cNvSpPr/>
          <p:nvPr/>
        </p:nvSpPr>
        <p:spPr>
          <a:xfrm>
            <a:off x="9642000" y="6098000"/>
            <a:ext cx="2300000" cy="560000"/>
          </a:xfrm>
          <a:prstGeom prst="roundRect">
            <a:avLst/>
          </a:prstGeom>
          <a:solidFill>
            <a:srgbClr val="E659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  ИНТЕРАКТИВ</a:t>
            </a:r>
          </a:p>
        </p:txBody>
      </p:sp>
    </p:spTree>
    <p:extLst>
      <p:ext uri="{BB962C8B-B14F-4D97-AF65-F5344CB8AC3E}">
        <p14:creationId xmlns:p14="http://schemas.microsoft.com/office/powerpoint/2010/main" val="255711064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77913">
              <a:spcBef>
                <a:spcPts val="600"/>
              </a:spcBef>
              <a:defRPr/>
            </a:pPr>
            <a:r>
              <a:rPr lang="ru-RU" sz="2800" b="1" dirty="0">
                <a:solidFill>
                  <a:schemeClr val="bg1"/>
                </a:solidFill>
                <a:latin typeface="DINPro-Bold" panose="02000503030000020004" pitchFamily="50" charset="0"/>
                <a:ea typeface="GPN_DIN Bold"/>
              </a:rPr>
              <a:t>КАК ЭТО В </a:t>
            </a:r>
            <a:r>
              <a:rPr lang="ru-RU" sz="2800" b="1" dirty="0" smtClean="0">
                <a:solidFill>
                  <a:schemeClr val="bg1"/>
                </a:solidFill>
                <a:latin typeface="DINPro-Bold" panose="02000503030000020004" pitchFamily="50" charset="0"/>
                <a:ea typeface="GPN_DIN Bold"/>
              </a:rPr>
              <a:t>ГПН-СНАБЖЕНИИ</a:t>
            </a:r>
            <a:endParaRPr lang="ru-RU" sz="2800" b="1" dirty="0">
              <a:solidFill>
                <a:schemeClr val="bg1"/>
              </a:solidFill>
              <a:latin typeface="DINPro-Bold" panose="02000503030000020004" pitchFamily="50" charset="0"/>
              <a:ea typeface="GPN_DIN Bold"/>
            </a:endParaRPr>
          </a:p>
        </p:txBody>
      </p:sp>
      <p:graphicFrame>
        <p:nvGraphicFramePr>
          <p:cNvPr id="27" name="Диаграмма 26"/>
          <p:cNvGraphicFramePr>
            <a:graphicFrameLocks/>
          </p:cNvGraphicFramePr>
          <p:nvPr>
            <p:extLst>
              <p:ext uri="{D42A27DB-BD31-4B8C-83A1-F6EECF244321}">
                <p14:modId xmlns:p14="http://schemas.microsoft.com/office/powerpoint/2010/main" val="2181002811"/>
              </p:ext>
            </p:extLst>
          </p:nvPr>
        </p:nvGraphicFramePr>
        <p:xfrm>
          <a:off x="644478" y="1292217"/>
          <a:ext cx="8128000" cy="5418667"/>
        </p:xfrm>
        <a:graphic>
          <a:graphicData uri="http://schemas.openxmlformats.org/drawingml/2006/chart">
            <c:chart xmlns:c="http://schemas.openxmlformats.org/drawingml/2006/chart" xmlns:r="http://schemas.openxmlformats.org/officeDocument/2006/relationships" r:id="rId3"/>
          </a:graphicData>
        </a:graphic>
      </p:graphicFrame>
      <p:grpSp>
        <p:nvGrpSpPr>
          <p:cNvPr id="28" name="Группа 27"/>
          <p:cNvGrpSpPr/>
          <p:nvPr/>
        </p:nvGrpSpPr>
        <p:grpSpPr bwMode="auto">
          <a:xfrm>
            <a:off x="6748460" y="3324597"/>
            <a:ext cx="5509282" cy="1411176"/>
            <a:chOff x="5540991" y="3324597"/>
            <a:chExt cx="5509282" cy="1411176"/>
          </a:xfrm>
        </p:grpSpPr>
        <p:cxnSp>
          <p:nvCxnSpPr>
            <p:cNvPr id="29" name="Прямая соединительная линия 28"/>
            <p:cNvCxnSpPr>
              <a:cxnSpLocks/>
            </p:cNvCxnSpPr>
            <p:nvPr/>
          </p:nvCxnSpPr>
          <p:spPr bwMode="auto">
            <a:xfrm flipV="1">
              <a:off x="8020923" y="3571754"/>
              <a:ext cx="1928295" cy="2280"/>
            </a:xfrm>
            <a:prstGeom prst="line">
              <a:avLst/>
            </a:prstGeom>
            <a:ln w="285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bwMode="auto">
            <a:xfrm>
              <a:off x="8299323" y="3324597"/>
              <a:ext cx="2750950" cy="349330"/>
            </a:xfrm>
            <a:prstGeom prst="rect">
              <a:avLst/>
            </a:prstGeom>
            <a:noFill/>
          </p:spPr>
          <p:txBody>
            <a:bodyPr wrap="none" lIns="36000" tIns="36000" rIns="36000" bIns="36000" rtlCol="0">
              <a:noAutofit/>
            </a:bodyPr>
            <a:lstStyle/>
            <a:p>
              <a:pPr algn="l">
                <a:lnSpc>
                  <a:spcPct val="80000"/>
                </a:lnSpc>
                <a:spcBef>
                  <a:spcPts val="300"/>
                </a:spcBef>
                <a:defRPr/>
              </a:pPr>
              <a:r>
                <a:rPr lang="ru-RU" sz="1200">
                  <a:solidFill>
                    <a:schemeClr val="bg2">
                      <a:lumMod val="25000"/>
                    </a:schemeClr>
                  </a:solidFill>
                  <a:latin typeface="DINPro-Light"/>
                </a:rPr>
                <a:t>ВНЕШНИЕ ЗС</a:t>
              </a:r>
              <a:endParaRPr/>
            </a:p>
          </p:txBody>
        </p:sp>
        <p:cxnSp>
          <p:nvCxnSpPr>
            <p:cNvPr id="31" name="Прямая соединительная линия 30"/>
            <p:cNvCxnSpPr>
              <a:cxnSpLocks/>
            </p:cNvCxnSpPr>
            <p:nvPr/>
          </p:nvCxnSpPr>
          <p:spPr bwMode="auto">
            <a:xfrm flipV="1">
              <a:off x="5540991" y="3574035"/>
              <a:ext cx="2490678" cy="1161738"/>
            </a:xfrm>
            <a:prstGeom prst="line">
              <a:avLst/>
            </a:prstGeom>
            <a:ln w="28575">
              <a:solidFill>
                <a:schemeClr val="bg2">
                  <a:lumMod val="75000"/>
                </a:schemeClr>
              </a:solidFill>
              <a:headEnd type="oval"/>
            </a:ln>
          </p:spPr>
          <p:style>
            <a:lnRef idx="1">
              <a:schemeClr val="accent1"/>
            </a:lnRef>
            <a:fillRef idx="0">
              <a:schemeClr val="accent1"/>
            </a:fillRef>
            <a:effectRef idx="0">
              <a:schemeClr val="accent1"/>
            </a:effectRef>
            <a:fontRef idx="minor">
              <a:schemeClr val="tx1"/>
            </a:fontRef>
          </p:style>
        </p:cxnSp>
      </p:grpSp>
      <p:sp>
        <p:nvSpPr>
          <p:cNvPr id="32" name="Овал 31"/>
          <p:cNvSpPr>
            <a:spLocks noChangeAspect="1"/>
          </p:cNvSpPr>
          <p:nvPr/>
        </p:nvSpPr>
        <p:spPr bwMode="auto">
          <a:xfrm>
            <a:off x="3350166" y="2634015"/>
            <a:ext cx="2700000" cy="2700000"/>
          </a:xfrm>
          <a:prstGeom prst="ellipse">
            <a:avLst/>
          </a:prstGeom>
          <a:solidFill>
            <a:srgbClr val="1DAEA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defRPr/>
            </a:pPr>
            <a:endParaRPr lang="ru-RU" sz="1200">
              <a:solidFill>
                <a:schemeClr val="tx1"/>
              </a:solidFill>
            </a:endParaRPr>
          </a:p>
        </p:txBody>
      </p:sp>
      <p:cxnSp>
        <p:nvCxnSpPr>
          <p:cNvPr id="33" name="Прямая соединительная линия 32"/>
          <p:cNvCxnSpPr>
            <a:cxnSpLocks/>
            <a:stCxn id="32" idx="0"/>
          </p:cNvCxnSpPr>
          <p:nvPr/>
        </p:nvCxnSpPr>
        <p:spPr bwMode="auto">
          <a:xfrm>
            <a:off x="4700166" y="2634015"/>
            <a:ext cx="0" cy="137842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a:cxnSpLocks/>
          </p:cNvCxnSpPr>
          <p:nvPr/>
        </p:nvCxnSpPr>
        <p:spPr bwMode="auto">
          <a:xfrm flipV="1">
            <a:off x="3459350" y="4012442"/>
            <a:ext cx="1240816" cy="3957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a:cxnSpLocks/>
          </p:cNvCxnSpPr>
          <p:nvPr/>
        </p:nvCxnSpPr>
        <p:spPr bwMode="auto">
          <a:xfrm>
            <a:off x="4700166" y="4012442"/>
            <a:ext cx="1215781" cy="5322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bwMode="auto">
          <a:xfrm>
            <a:off x="3621240" y="3369318"/>
            <a:ext cx="914400" cy="409433"/>
          </a:xfrm>
          <a:prstGeom prst="rect">
            <a:avLst/>
          </a:prstGeom>
          <a:noFill/>
        </p:spPr>
        <p:txBody>
          <a:bodyPr wrap="none" lIns="36000" tIns="36000" rIns="36000" bIns="36000" rtlCol="0">
            <a:noAutofit/>
          </a:bodyPr>
          <a:lstStyle/>
          <a:p>
            <a:pPr algn="ctr">
              <a:lnSpc>
                <a:spcPct val="80000"/>
              </a:lnSpc>
              <a:spcBef>
                <a:spcPts val="300"/>
              </a:spcBef>
              <a:defRPr/>
            </a:pPr>
            <a:r>
              <a:rPr lang="ru-RU" sz="1400">
                <a:latin typeface="+mj-lt"/>
              </a:rPr>
              <a:t>Работники</a:t>
            </a:r>
            <a:endParaRPr/>
          </a:p>
          <a:p>
            <a:pPr algn="ctr">
              <a:lnSpc>
                <a:spcPct val="80000"/>
              </a:lnSpc>
              <a:spcBef>
                <a:spcPts val="300"/>
              </a:spcBef>
              <a:defRPr/>
            </a:pPr>
            <a:r>
              <a:rPr lang="ru-RU" sz="1400">
                <a:latin typeface="+mj-lt"/>
              </a:rPr>
              <a:t>Общества</a:t>
            </a:r>
            <a:endParaRPr/>
          </a:p>
        </p:txBody>
      </p:sp>
      <p:sp>
        <p:nvSpPr>
          <p:cNvPr id="37" name="TextBox 36"/>
          <p:cNvSpPr txBox="1"/>
          <p:nvPr/>
        </p:nvSpPr>
        <p:spPr bwMode="auto">
          <a:xfrm>
            <a:off x="4904129" y="3369318"/>
            <a:ext cx="914400" cy="409433"/>
          </a:xfrm>
          <a:prstGeom prst="rect">
            <a:avLst/>
          </a:prstGeom>
          <a:noFill/>
        </p:spPr>
        <p:txBody>
          <a:bodyPr wrap="none" lIns="36000" tIns="36000" rIns="36000" bIns="36000" rtlCol="0">
            <a:noAutofit/>
          </a:bodyPr>
          <a:lstStyle/>
          <a:p>
            <a:pPr algn="ctr">
              <a:lnSpc>
                <a:spcPct val="80000"/>
              </a:lnSpc>
              <a:spcBef>
                <a:spcPts val="300"/>
              </a:spcBef>
              <a:defRPr/>
            </a:pPr>
            <a:r>
              <a:rPr lang="ru-RU" sz="1400">
                <a:latin typeface="+mj-lt"/>
              </a:rPr>
              <a:t>ПАО ГПН</a:t>
            </a:r>
            <a:endParaRPr/>
          </a:p>
        </p:txBody>
      </p:sp>
      <p:sp>
        <p:nvSpPr>
          <p:cNvPr id="38" name="TextBox 37"/>
          <p:cNvSpPr txBox="1"/>
          <p:nvPr/>
        </p:nvSpPr>
        <p:spPr bwMode="auto">
          <a:xfrm>
            <a:off x="4242966" y="4599294"/>
            <a:ext cx="914400" cy="409433"/>
          </a:xfrm>
          <a:prstGeom prst="rect">
            <a:avLst/>
          </a:prstGeom>
          <a:noFill/>
        </p:spPr>
        <p:txBody>
          <a:bodyPr wrap="none" lIns="36000" tIns="36000" rIns="36000" bIns="36000" rtlCol="0">
            <a:noAutofit/>
          </a:bodyPr>
          <a:lstStyle/>
          <a:p>
            <a:pPr algn="ctr">
              <a:lnSpc>
                <a:spcPct val="80000"/>
              </a:lnSpc>
              <a:spcBef>
                <a:spcPts val="300"/>
              </a:spcBef>
              <a:defRPr/>
            </a:pPr>
            <a:r>
              <a:rPr lang="ru-RU" sz="1400">
                <a:latin typeface="+mj-lt"/>
              </a:rPr>
              <a:t>Высшее</a:t>
            </a:r>
            <a:endParaRPr/>
          </a:p>
          <a:p>
            <a:pPr algn="ctr">
              <a:lnSpc>
                <a:spcPct val="80000"/>
              </a:lnSpc>
              <a:spcBef>
                <a:spcPts val="300"/>
              </a:spcBef>
              <a:defRPr/>
            </a:pPr>
            <a:r>
              <a:rPr lang="ru-RU" sz="1400">
                <a:latin typeface="+mj-lt"/>
              </a:rPr>
              <a:t>руководство</a:t>
            </a:r>
          </a:p>
        </p:txBody>
      </p:sp>
      <p:grpSp>
        <p:nvGrpSpPr>
          <p:cNvPr id="39" name="Группа 38"/>
          <p:cNvGrpSpPr/>
          <p:nvPr/>
        </p:nvGrpSpPr>
        <p:grpSpPr bwMode="auto">
          <a:xfrm>
            <a:off x="5915947" y="1928151"/>
            <a:ext cx="5240740" cy="1745776"/>
            <a:chOff x="4708478" y="1928151"/>
            <a:chExt cx="5240740" cy="1745776"/>
          </a:xfrm>
        </p:grpSpPr>
        <p:cxnSp>
          <p:nvCxnSpPr>
            <p:cNvPr id="40" name="Прямая соединительная линия 39"/>
            <p:cNvCxnSpPr>
              <a:cxnSpLocks/>
            </p:cNvCxnSpPr>
            <p:nvPr/>
          </p:nvCxnSpPr>
          <p:spPr bwMode="auto">
            <a:xfrm flipV="1">
              <a:off x="8005218" y="2183642"/>
              <a:ext cx="1944000" cy="1690"/>
            </a:xfrm>
            <a:prstGeom prst="line">
              <a:avLst/>
            </a:prstGeom>
            <a:ln w="285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bwMode="auto">
            <a:xfrm>
              <a:off x="8165511" y="1928151"/>
              <a:ext cx="1625600" cy="259022"/>
            </a:xfrm>
            <a:prstGeom prst="rect">
              <a:avLst/>
            </a:prstGeom>
            <a:noFill/>
          </p:spPr>
          <p:txBody>
            <a:bodyPr wrap="none" lIns="36000" tIns="36000" rIns="36000" bIns="36000" rtlCol="0">
              <a:noAutofit/>
            </a:bodyPr>
            <a:lstStyle/>
            <a:p>
              <a:pPr algn="l">
                <a:lnSpc>
                  <a:spcPct val="80000"/>
                </a:lnSpc>
                <a:spcBef>
                  <a:spcPts val="300"/>
                </a:spcBef>
                <a:defRPr/>
              </a:pPr>
              <a:r>
                <a:rPr lang="ru-RU" sz="1200">
                  <a:solidFill>
                    <a:schemeClr val="bg2">
                      <a:lumMod val="25000"/>
                    </a:schemeClr>
                  </a:solidFill>
                  <a:latin typeface="DINPro-Light"/>
                </a:rPr>
                <a:t>ВНУТРЕННИЕ ЗС</a:t>
              </a:r>
              <a:endParaRPr/>
            </a:p>
          </p:txBody>
        </p:sp>
        <p:cxnSp>
          <p:nvCxnSpPr>
            <p:cNvPr id="42" name="Прямая соединительная линия 41"/>
            <p:cNvCxnSpPr>
              <a:cxnSpLocks/>
            </p:cNvCxnSpPr>
            <p:nvPr/>
          </p:nvCxnSpPr>
          <p:spPr bwMode="auto">
            <a:xfrm flipV="1">
              <a:off x="4708478" y="2183642"/>
              <a:ext cx="3312444" cy="1490284"/>
            </a:xfrm>
            <a:prstGeom prst="line">
              <a:avLst/>
            </a:prstGeom>
            <a:ln w="28575">
              <a:solidFill>
                <a:schemeClr val="bg2">
                  <a:lumMod val="75000"/>
                </a:schemeClr>
              </a:solidFill>
              <a:headEnd type="oval"/>
            </a:ln>
          </p:spPr>
          <p:style>
            <a:lnRef idx="1">
              <a:schemeClr val="accent1"/>
            </a:lnRef>
            <a:fillRef idx="0">
              <a:schemeClr val="accent1"/>
            </a:fillRef>
            <a:effectRef idx="0">
              <a:schemeClr val="accent1"/>
            </a:effectRef>
            <a:fontRef idx="minor">
              <a:schemeClr val="tx1"/>
            </a:fontRef>
          </p:style>
        </p:cxnSp>
      </p:grpSp>
      <p:pic>
        <p:nvPicPr>
          <p:cNvPr id="19" name="Рисунок 18"/>
          <p:cNvPicPr>
            <a:picLocks noChangeAspect="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11267" t="11547" r="9617" b="11173"/>
          <a:stretch/>
        </p:blipFill>
        <p:spPr bwMode="auto">
          <a:xfrm>
            <a:off x="315586" y="122645"/>
            <a:ext cx="700252" cy="684000"/>
          </a:xfrm>
          <a:prstGeom prst="rect">
            <a:avLst/>
          </a:prstGeom>
        </p:spPr>
      </p:pic>
    </p:spTree>
    <p:extLst>
      <p:ext uri="{BB962C8B-B14F-4D97-AF65-F5344CB8AC3E}">
        <p14:creationId xmlns:p14="http://schemas.microsoft.com/office/powerpoint/2010/main" val="365568782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7. ДОКУМЕНТИРОВАННАЯ ИНФОРМАЦИЯ: что это и зачем</a:t>
            </a:r>
            <a:endParaRPr lang="ru-RU" sz="2000" dirty="0">
              <a:latin typeface="DINPro-Bold" panose="02000503030000020004" pitchFamily="50" charset="0"/>
            </a:endParaRPr>
          </a:p>
        </p:txBody>
      </p:sp>
      <p:grpSp>
        <p:nvGrpSpPr>
          <p:cNvPr id="55" name="Группа 54"/>
          <p:cNvGrpSpPr/>
          <p:nvPr/>
        </p:nvGrpSpPr>
        <p:grpSpPr>
          <a:xfrm>
            <a:off x="423307" y="1319247"/>
            <a:ext cx="3744000" cy="5014878"/>
            <a:chOff x="423307" y="1509747"/>
            <a:chExt cx="3744000" cy="5014878"/>
          </a:xfrm>
        </p:grpSpPr>
        <p:sp>
          <p:nvSpPr>
            <p:cNvPr id="44" name="Прямоугольник 27">
              <a:extLst>
                <a:ext uri="{FF2B5EF4-FFF2-40B4-BE49-F238E27FC236}">
                  <a16:creationId xmlns:a16="http://schemas.microsoft.com/office/drawing/2014/main" id="{0F67F8FC-846B-7DC9-7278-B25D2ABC8AED}"/>
                </a:ext>
              </a:extLst>
            </p:cNvPr>
            <p:cNvSpPr/>
            <p:nvPr/>
          </p:nvSpPr>
          <p:spPr>
            <a:xfrm>
              <a:off x="423307" y="1509747"/>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45" name="Прямоугольник 29">
              <a:extLst>
                <a:ext uri="{FF2B5EF4-FFF2-40B4-BE49-F238E27FC236}">
                  <a16:creationId xmlns:a16="http://schemas.microsoft.com/office/drawing/2014/main" id="{C3486913-A292-3BBC-8B74-66DCBC8DCF87}"/>
                </a:ext>
              </a:extLst>
            </p:cNvPr>
            <p:cNvSpPr/>
            <p:nvPr/>
          </p:nvSpPr>
          <p:spPr>
            <a:xfrm>
              <a:off x="423307" y="2214145"/>
              <a:ext cx="3744000" cy="431048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Документированная информация</a:t>
              </a:r>
              <a:r>
                <a:rPr lang="ru-RU" sz="1200" dirty="0" smtClean="0">
                  <a:solidFill>
                    <a:schemeClr val="tx2"/>
                  </a:solidFill>
                  <a:latin typeface="DINPro-Light" panose="02000504040000020003" pitchFamily="50" charset="0"/>
                  <a:ea typeface="GPN_DIN Regular" panose="020B0504020202020204" pitchFamily="34" charset="-52"/>
                </a:rPr>
                <a:t> </a:t>
              </a:r>
              <a:r>
                <a:rPr lang="ru-RU" sz="1200" dirty="0">
                  <a:solidFill>
                    <a:schemeClr val="tx2"/>
                  </a:solidFill>
                  <a:latin typeface="DINPro-Light" panose="02000504040000020003" pitchFamily="50" charset="0"/>
                  <a:ea typeface="GPN_DIN Regular" panose="020B0504020202020204" pitchFamily="34" charset="-52"/>
                </a:rPr>
                <a:t>– зафиксированная на материальном носителе информация с реквизитами, позволяющими ее </a:t>
              </a:r>
              <a:r>
                <a:rPr lang="ru-RU" sz="1200" dirty="0" smtClean="0">
                  <a:solidFill>
                    <a:schemeClr val="tx2"/>
                  </a:solidFill>
                  <a:latin typeface="DINPro-Light" panose="02000504040000020003" pitchFamily="50" charset="0"/>
                  <a:ea typeface="GPN_DIN Regular" panose="020B0504020202020204" pitchFamily="34" charset="-52"/>
                </a:rPr>
                <a:t>идентифицировать</a:t>
              </a:r>
            </a:p>
            <a:p>
              <a:pPr marL="171450" indent="-171450">
                <a:spcBef>
                  <a:spcPts val="600"/>
                </a:spcBef>
                <a:buFont typeface="Arial" panose="020B0604020202020204" pitchFamily="34" charset="0"/>
                <a:buChar char="•"/>
              </a:pPr>
              <a:r>
                <a:rPr lang="ru-RU" sz="1200" dirty="0" smtClean="0">
                  <a:solidFill>
                    <a:schemeClr val="tx2"/>
                  </a:solidFill>
                  <a:latin typeface="DINPro-Light" panose="02000504040000020003" pitchFamily="50" charset="0"/>
                  <a:ea typeface="GPN_DIN Regular" panose="020B0504020202020204" pitchFamily="34" charset="-52"/>
                </a:rPr>
                <a:t>может </a:t>
              </a:r>
              <a:r>
                <a:rPr lang="ru-RU" sz="1200" dirty="0">
                  <a:solidFill>
                    <a:schemeClr val="tx2"/>
                  </a:solidFill>
                  <a:latin typeface="DINPro-Light" panose="02000504040000020003" pitchFamily="50" charset="0"/>
                  <a:ea typeface="GPN_DIN Regular" panose="020B0504020202020204" pitchFamily="34" charset="-52"/>
                </a:rPr>
                <a:t>быть любого формата и на любом носителе и может быть получена из любого </a:t>
              </a:r>
              <a:r>
                <a:rPr lang="ru-RU" sz="1200" dirty="0" smtClean="0">
                  <a:solidFill>
                    <a:schemeClr val="tx2"/>
                  </a:solidFill>
                  <a:latin typeface="DINPro-Light" panose="02000504040000020003" pitchFamily="50" charset="0"/>
                  <a:ea typeface="GPN_DIN Regular" panose="020B0504020202020204" pitchFamily="34" charset="-52"/>
                </a:rPr>
                <a:t>источника</a:t>
              </a:r>
            </a:p>
            <a:p>
              <a:pPr marL="171450" indent="-171450">
                <a:spcBef>
                  <a:spcPts val="600"/>
                </a:spcBef>
                <a:buFont typeface="Arial" panose="020B0604020202020204" pitchFamily="34" charset="0"/>
                <a:buChar char="•"/>
              </a:pPr>
              <a:r>
                <a:rPr lang="ru-RU" sz="1200" dirty="0" smtClean="0">
                  <a:solidFill>
                    <a:schemeClr val="tx2"/>
                  </a:solidFill>
                  <a:latin typeface="DINPro-Light" panose="02000504040000020003" pitchFamily="50" charset="0"/>
                  <a:ea typeface="GPN_DIN Regular" panose="020B0504020202020204" pitchFamily="34" charset="-52"/>
                </a:rPr>
                <a:t>может относиться</a:t>
              </a:r>
            </a:p>
            <a:p>
              <a:pPr marL="266700" indent="-85725">
                <a:spcBef>
                  <a:spcPts val="600"/>
                </a:spcBef>
                <a:buFontTx/>
                <a:buChar char="-"/>
              </a:pPr>
              <a:r>
                <a:rPr lang="ru-RU" sz="1200" dirty="0" smtClean="0">
                  <a:solidFill>
                    <a:schemeClr val="tx2"/>
                  </a:solidFill>
                  <a:latin typeface="DINPro-Light" panose="02000504040000020003" pitchFamily="50" charset="0"/>
                  <a:ea typeface="GPN_DIN Regular" panose="020B0504020202020204" pitchFamily="34" charset="-52"/>
                </a:rPr>
                <a:t>к </a:t>
              </a:r>
              <a:r>
                <a:rPr lang="ru-RU" sz="1200" dirty="0">
                  <a:solidFill>
                    <a:schemeClr val="tx2"/>
                  </a:solidFill>
                  <a:latin typeface="DINPro-Light" panose="02000504040000020003" pitchFamily="50" charset="0"/>
                  <a:ea typeface="GPN_DIN Regular" panose="020B0504020202020204" pitchFamily="34" charset="-52"/>
                </a:rPr>
                <a:t>системе </a:t>
              </a:r>
              <a:r>
                <a:rPr lang="ru-RU" sz="1200" dirty="0" smtClean="0">
                  <a:solidFill>
                    <a:schemeClr val="tx2"/>
                  </a:solidFill>
                  <a:latin typeface="DINPro-Light" panose="02000504040000020003" pitchFamily="50" charset="0"/>
                  <a:ea typeface="GPN_DIN Regular" panose="020B0504020202020204" pitchFamily="34" charset="-52"/>
                </a:rPr>
                <a:t>менеджмента, </a:t>
              </a:r>
              <a:r>
                <a:rPr lang="ru-RU" sz="1200" dirty="0">
                  <a:solidFill>
                    <a:schemeClr val="tx2"/>
                  </a:solidFill>
                  <a:latin typeface="DINPro-Light" panose="02000504040000020003" pitchFamily="50" charset="0"/>
                  <a:ea typeface="GPN_DIN Regular" panose="020B0504020202020204" pitchFamily="34" charset="-52"/>
                </a:rPr>
                <a:t>включая соответствующие </a:t>
              </a:r>
              <a:r>
                <a:rPr lang="ru-RU" sz="1200" dirty="0" smtClean="0">
                  <a:solidFill>
                    <a:schemeClr val="tx2"/>
                  </a:solidFill>
                  <a:latin typeface="DINPro-Light" panose="02000504040000020003" pitchFamily="50" charset="0"/>
                  <a:ea typeface="GPN_DIN Regular" panose="020B0504020202020204" pitchFamily="34" charset="-52"/>
                </a:rPr>
                <a:t>процессы;</a:t>
              </a:r>
            </a:p>
            <a:p>
              <a:pPr marL="266700" indent="-85725">
                <a:spcBef>
                  <a:spcPts val="600"/>
                </a:spcBef>
                <a:buFontTx/>
                <a:buChar char="-"/>
              </a:pPr>
              <a:r>
                <a:rPr lang="ru-RU" sz="1200" dirty="0" smtClean="0">
                  <a:solidFill>
                    <a:schemeClr val="tx2"/>
                  </a:solidFill>
                  <a:latin typeface="DINPro-Light" panose="02000504040000020003" pitchFamily="50" charset="0"/>
                  <a:ea typeface="GPN_DIN Regular" panose="020B0504020202020204" pitchFamily="34" charset="-52"/>
                </a:rPr>
                <a:t>к </a:t>
              </a:r>
              <a:r>
                <a:rPr lang="ru-RU" sz="1200" dirty="0">
                  <a:solidFill>
                    <a:schemeClr val="tx2"/>
                  </a:solidFill>
                  <a:latin typeface="DINPro-Light" panose="02000504040000020003" pitchFamily="50" charset="0"/>
                  <a:ea typeface="GPN_DIN Regular" panose="020B0504020202020204" pitchFamily="34" charset="-52"/>
                </a:rPr>
                <a:t>информации, созданной для функционирования организации (документация</a:t>
              </a:r>
              <a:r>
                <a:rPr lang="ru-RU" sz="1200" dirty="0" smtClean="0">
                  <a:solidFill>
                    <a:schemeClr val="tx2"/>
                  </a:solidFill>
                  <a:latin typeface="DINPro-Light" panose="02000504040000020003" pitchFamily="50" charset="0"/>
                  <a:ea typeface="GPN_DIN Regular" panose="020B0504020202020204" pitchFamily="34" charset="-52"/>
                </a:rPr>
                <a:t>);</a:t>
              </a:r>
            </a:p>
            <a:p>
              <a:pPr marL="266700" indent="-85725">
                <a:spcBef>
                  <a:spcPts val="600"/>
                </a:spcBef>
                <a:buFontTx/>
                <a:buChar char="-"/>
              </a:pPr>
              <a:r>
                <a:rPr lang="ru-RU" sz="1200" dirty="0" smtClean="0">
                  <a:solidFill>
                    <a:schemeClr val="tx2"/>
                  </a:solidFill>
                  <a:latin typeface="DINPro-Light" panose="02000504040000020003" pitchFamily="50" charset="0"/>
                  <a:ea typeface="GPN_DIN Regular" panose="020B0504020202020204" pitchFamily="34" charset="-52"/>
                </a:rPr>
                <a:t>к </a:t>
              </a:r>
              <a:r>
                <a:rPr lang="ru-RU" sz="1200" dirty="0">
                  <a:solidFill>
                    <a:schemeClr val="tx2"/>
                  </a:solidFill>
                  <a:latin typeface="DINPro-Light" panose="02000504040000020003" pitchFamily="50" charset="0"/>
                  <a:ea typeface="GPN_DIN Regular" panose="020B0504020202020204" pitchFamily="34" charset="-52"/>
                </a:rPr>
                <a:t>свидетельствам достигнутых результатов (</a:t>
              </a:r>
              <a:r>
                <a:rPr lang="ru-RU" sz="1200" dirty="0" smtClean="0">
                  <a:solidFill>
                    <a:schemeClr val="tx2"/>
                  </a:solidFill>
                  <a:latin typeface="DINPro-Light" panose="02000504040000020003" pitchFamily="50" charset="0"/>
                  <a:ea typeface="GPN_DIN Regular" panose="020B0504020202020204" pitchFamily="34" charset="-52"/>
                </a:rPr>
                <a:t>записи).</a:t>
              </a:r>
              <a:endParaRPr lang="ru-RU" sz="1200" dirty="0">
                <a:solidFill>
                  <a:schemeClr val="tx2"/>
                </a:solidFill>
                <a:latin typeface="DINPro-Light" panose="02000504040000020003" pitchFamily="50" charset="0"/>
                <a:ea typeface="GPN_DIN Condensed Bold" panose="020B0504020202020204" pitchFamily="34" charset="0"/>
              </a:endParaRPr>
            </a:p>
          </p:txBody>
        </p:sp>
        <p:pic>
          <p:nvPicPr>
            <p:cNvPr id="5" name="Рисунок 4"/>
            <p:cNvPicPr>
              <a:picLocks noChangeAspect="1"/>
            </p:cNvPicPr>
            <p:nvPr/>
          </p:nvPicPr>
          <p:blipFill rotWithShape="1">
            <a:blip r:embed="rId3"/>
            <a:srcRect l="9020" r="9257"/>
            <a:stretch/>
          </p:blipFill>
          <p:spPr>
            <a:xfrm>
              <a:off x="492323" y="1561503"/>
              <a:ext cx="441293" cy="540000"/>
            </a:xfrm>
            <a:prstGeom prst="rect">
              <a:avLst/>
            </a:prstGeom>
          </p:spPr>
        </p:pic>
      </p:grpSp>
      <p:grpSp>
        <p:nvGrpSpPr>
          <p:cNvPr id="3" name="Группа 2"/>
          <p:cNvGrpSpPr/>
          <p:nvPr/>
        </p:nvGrpSpPr>
        <p:grpSpPr>
          <a:xfrm>
            <a:off x="4617718" y="1319247"/>
            <a:ext cx="7117082" cy="5014878"/>
            <a:chOff x="4617718" y="1319247"/>
            <a:chExt cx="7117082" cy="5014878"/>
          </a:xfrm>
        </p:grpSpPr>
        <p:sp>
          <p:nvSpPr>
            <p:cNvPr id="41" name="Прямоугольник 27">
              <a:extLst>
                <a:ext uri="{FF2B5EF4-FFF2-40B4-BE49-F238E27FC236}">
                  <a16:creationId xmlns:a16="http://schemas.microsoft.com/office/drawing/2014/main" id="{0F67F8FC-846B-7DC9-7278-B25D2ABC8AED}"/>
                </a:ext>
              </a:extLst>
            </p:cNvPr>
            <p:cNvSpPr/>
            <p:nvPr/>
          </p:nvSpPr>
          <p:spPr>
            <a:xfrm>
              <a:off x="4617718" y="1319247"/>
              <a:ext cx="7117081" cy="704398"/>
            </a:xfrm>
            <a:prstGeom prst="rect">
              <a:avLst/>
            </a:prstGeom>
            <a:solidFill>
              <a:srgbClr val="23D1C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КАК ЭТО В ГПН-СНАБЖЕНИИ</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42" name="Прямоугольник 29">
              <a:extLst>
                <a:ext uri="{FF2B5EF4-FFF2-40B4-BE49-F238E27FC236}">
                  <a16:creationId xmlns:a16="http://schemas.microsoft.com/office/drawing/2014/main" id="{C3486913-A292-3BBC-8B74-66DCBC8DCF87}"/>
                </a:ext>
              </a:extLst>
            </p:cNvPr>
            <p:cNvSpPr/>
            <p:nvPr/>
          </p:nvSpPr>
          <p:spPr>
            <a:xfrm>
              <a:off x="4619626" y="2023645"/>
              <a:ext cx="7115174" cy="431048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endParaRPr lang="ru-RU" sz="1200" dirty="0" smtClean="0">
                <a:solidFill>
                  <a:schemeClr val="tx2"/>
                </a:solidFill>
                <a:latin typeface="DINPro-Light" panose="02000504040000020003" pitchFamily="50" charset="0"/>
                <a:ea typeface="GPN_DIN Regular" panose="020B0504020202020204" pitchFamily="34" charset="-52"/>
              </a:endParaRPr>
            </a:p>
          </p:txBody>
        </p:sp>
        <p:pic>
          <p:nvPicPr>
            <p:cNvPr id="46" name="Рисунок 45"/>
            <p:cNvPicPr>
              <a:picLocks noChangeAspect="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11267" t="11547" r="9617" b="11173"/>
            <a:stretch/>
          </p:blipFill>
          <p:spPr>
            <a:xfrm>
              <a:off x="4694142" y="1371003"/>
              <a:ext cx="552832" cy="540000"/>
            </a:xfrm>
            <a:prstGeom prst="rect">
              <a:avLst/>
            </a:prstGeom>
          </p:spPr>
        </p:pic>
      </p:grpSp>
      <p:grpSp>
        <p:nvGrpSpPr>
          <p:cNvPr id="47" name="Группа 46"/>
          <p:cNvGrpSpPr/>
          <p:nvPr/>
        </p:nvGrpSpPr>
        <p:grpSpPr>
          <a:xfrm>
            <a:off x="4791790" y="2227989"/>
            <a:ext cx="6888501" cy="3896586"/>
            <a:chOff x="4265427" y="1337875"/>
            <a:chExt cx="7517151" cy="4252192"/>
          </a:xfrm>
        </p:grpSpPr>
        <p:grpSp>
          <p:nvGrpSpPr>
            <p:cNvPr id="48" name="Группа 47"/>
            <p:cNvGrpSpPr/>
            <p:nvPr/>
          </p:nvGrpSpPr>
          <p:grpSpPr>
            <a:xfrm>
              <a:off x="4265427" y="1337875"/>
              <a:ext cx="6888501" cy="1227600"/>
              <a:chOff x="4265427" y="1337875"/>
              <a:chExt cx="6888501" cy="1227600"/>
            </a:xfrm>
          </p:grpSpPr>
          <p:grpSp>
            <p:nvGrpSpPr>
              <p:cNvPr id="83" name="Группа 82"/>
              <p:cNvGrpSpPr/>
              <p:nvPr/>
            </p:nvGrpSpPr>
            <p:grpSpPr>
              <a:xfrm>
                <a:off x="4265427" y="1337875"/>
                <a:ext cx="1257301" cy="1227600"/>
                <a:chOff x="4265427" y="1337875"/>
                <a:chExt cx="1257301" cy="1227600"/>
              </a:xfrm>
            </p:grpSpPr>
            <p:sp>
              <p:nvSpPr>
                <p:cNvPr id="93" name="Прямоугольник 92"/>
                <p:cNvSpPr/>
                <p:nvPr/>
              </p:nvSpPr>
              <p:spPr bwMode="auto">
                <a:xfrm>
                  <a:off x="4265428" y="1337875"/>
                  <a:ext cx="1257300" cy="1227600"/>
                </a:xfrm>
                <a:prstGeom prst="rect">
                  <a:avLst/>
                </a:prstGeom>
                <a:solidFill>
                  <a:srgbClr val="0070B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4" name="TextBox 93"/>
                <p:cNvSpPr txBox="1"/>
                <p:nvPr/>
              </p:nvSpPr>
              <p:spPr bwMode="auto">
                <a:xfrm>
                  <a:off x="4265427" y="1422818"/>
                  <a:ext cx="1257300" cy="369332"/>
                </a:xfrm>
                <a:prstGeom prst="rect">
                  <a:avLst/>
                </a:prstGeom>
                <a:noFill/>
              </p:spPr>
              <p:txBody>
                <a:bodyPr wrap="square" rtlCol="0">
                  <a:spAutoFit/>
                </a:bodyPr>
                <a:lstStyle/>
                <a:p>
                  <a:pPr algn="ctr"/>
                  <a:r>
                    <a:rPr lang="ru-RU" dirty="0" smtClean="0">
                      <a:solidFill>
                        <a:schemeClr val="bg1"/>
                      </a:solidFill>
                      <a:latin typeface="GPN_DIN Condensed Medium" panose="020B0606020202020204" pitchFamily="34" charset="-52"/>
                      <a:ea typeface="GPN_DIN Condensed Medium" panose="020B0606020202020204" pitchFamily="34" charset="-52"/>
                    </a:rPr>
                    <a:t>УРОВЕНЬ 1</a:t>
                  </a:r>
                  <a:endParaRPr lang="ru-RU" dirty="0">
                    <a:solidFill>
                      <a:schemeClr val="bg1"/>
                    </a:solidFill>
                    <a:latin typeface="GPN_DIN Condensed Medium" panose="020B0606020202020204" pitchFamily="34" charset="-52"/>
                    <a:ea typeface="GPN_DIN Condensed Medium" panose="020B0606020202020204" pitchFamily="34" charset="-52"/>
                  </a:endParaRPr>
                </a:p>
              </p:txBody>
            </p:sp>
            <p:sp>
              <p:nvSpPr>
                <p:cNvPr id="95" name="TextBox 94"/>
                <p:cNvSpPr txBox="1"/>
                <p:nvPr/>
              </p:nvSpPr>
              <p:spPr bwMode="auto">
                <a:xfrm>
                  <a:off x="4268240" y="2055303"/>
                  <a:ext cx="1254487" cy="419831"/>
                </a:xfrm>
                <a:prstGeom prst="rect">
                  <a:avLst/>
                </a:prstGeom>
                <a:noFill/>
              </p:spPr>
              <p:txBody>
                <a:bodyPr wrap="square" rtlCol="0">
                  <a:spAutoFit/>
                </a:bodyPr>
                <a:lstStyle/>
                <a:p>
                  <a:pPr algn="ctr"/>
                  <a:r>
                    <a:rPr lang="ru-RU" sz="950" dirty="0" smtClean="0">
                      <a:solidFill>
                        <a:schemeClr val="bg1"/>
                      </a:solidFill>
                      <a:latin typeface="DINPro-Light" panose="02000504040000020003" pitchFamily="50" charset="0"/>
                      <a:ea typeface="GPN_DIN Condensed Medium" panose="020B0606020202020204" pitchFamily="34" charset="-52"/>
                    </a:rPr>
                    <a:t>законодательные требования</a:t>
                  </a:r>
                  <a:endParaRPr lang="ru-RU" sz="950" dirty="0">
                    <a:solidFill>
                      <a:schemeClr val="bg1"/>
                    </a:solidFill>
                    <a:latin typeface="DINPro-Light" panose="02000504040000020003" pitchFamily="50" charset="0"/>
                    <a:ea typeface="GPN_DIN Condensed Medium" panose="020B0606020202020204" pitchFamily="34" charset="-52"/>
                  </a:endParaRPr>
                </a:p>
              </p:txBody>
            </p:sp>
          </p:grpSp>
          <p:sp>
            <p:nvSpPr>
              <p:cNvPr id="84" name="Прямоугольник 83"/>
              <p:cNvSpPr/>
              <p:nvPr/>
            </p:nvSpPr>
            <p:spPr bwMode="auto">
              <a:xfrm>
                <a:off x="5686579" y="1569370"/>
                <a:ext cx="1257300" cy="454275"/>
              </a:xfrm>
              <a:prstGeom prst="rect">
                <a:avLst/>
              </a:prstGeom>
              <a:solidFill>
                <a:srgbClr val="46B4E9"/>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dirty="0">
                    <a:solidFill>
                      <a:schemeClr val="bg2">
                        <a:lumMod val="25000"/>
                      </a:schemeClr>
                    </a:solidFill>
                    <a:latin typeface="DINPro-Light" panose="02000504040000020003" pitchFamily="50" charset="0"/>
                    <a:ea typeface="GPN_DIN Condensed Medium" panose="020B0606020202020204" pitchFamily="34" charset="-52"/>
                  </a:rPr>
                  <a:t>Федеральные законы</a:t>
                </a:r>
              </a:p>
            </p:txBody>
          </p:sp>
          <p:sp>
            <p:nvSpPr>
              <p:cNvPr id="85" name="Прямоугольник 84"/>
              <p:cNvSpPr/>
              <p:nvPr/>
            </p:nvSpPr>
            <p:spPr bwMode="auto">
              <a:xfrm>
                <a:off x="7089929" y="1569370"/>
                <a:ext cx="1257300" cy="454275"/>
              </a:xfrm>
              <a:prstGeom prst="rect">
                <a:avLst/>
              </a:prstGeom>
              <a:solidFill>
                <a:srgbClr val="46B4E9"/>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dirty="0" smtClean="0">
                    <a:solidFill>
                      <a:schemeClr val="bg2">
                        <a:lumMod val="25000"/>
                      </a:schemeClr>
                    </a:solidFill>
                    <a:latin typeface="DINPro-Light" panose="02000504040000020003" pitchFamily="50" charset="0"/>
                    <a:ea typeface="GPN_DIN Condensed Medium" panose="020B0606020202020204" pitchFamily="34" charset="-52"/>
                  </a:rPr>
                  <a:t>Постановления</a:t>
                </a:r>
                <a:endParaRPr lang="ru-RU" sz="1000" dirty="0">
                  <a:solidFill>
                    <a:schemeClr val="bg2">
                      <a:lumMod val="25000"/>
                    </a:schemeClr>
                  </a:solidFill>
                  <a:latin typeface="DINPro-Light" panose="02000504040000020003" pitchFamily="50" charset="0"/>
                  <a:ea typeface="GPN_DIN Condensed Medium" panose="020B0606020202020204" pitchFamily="34" charset="-52"/>
                </a:endParaRPr>
              </a:p>
            </p:txBody>
          </p:sp>
          <p:sp>
            <p:nvSpPr>
              <p:cNvPr id="86" name="Прямоугольник 85"/>
              <p:cNvSpPr/>
              <p:nvPr/>
            </p:nvSpPr>
            <p:spPr bwMode="auto">
              <a:xfrm>
                <a:off x="8493279" y="1569370"/>
                <a:ext cx="1257300" cy="454275"/>
              </a:xfrm>
              <a:prstGeom prst="rect">
                <a:avLst/>
              </a:prstGeom>
              <a:solidFill>
                <a:srgbClr val="46B4E9"/>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dirty="0" smtClean="0">
                    <a:solidFill>
                      <a:schemeClr val="bg2">
                        <a:lumMod val="25000"/>
                      </a:schemeClr>
                    </a:solidFill>
                    <a:latin typeface="DINPro-Light" panose="02000504040000020003" pitchFamily="50" charset="0"/>
                    <a:ea typeface="GPN_DIN Condensed Medium" panose="020B0606020202020204" pitchFamily="34" charset="-52"/>
                  </a:rPr>
                  <a:t>Кодексы</a:t>
                </a:r>
                <a:endParaRPr lang="ru-RU" sz="1000" dirty="0">
                  <a:solidFill>
                    <a:schemeClr val="bg2">
                      <a:lumMod val="25000"/>
                    </a:schemeClr>
                  </a:solidFill>
                  <a:latin typeface="DINPro-Light" panose="02000504040000020003" pitchFamily="50" charset="0"/>
                  <a:ea typeface="GPN_DIN Condensed Medium" panose="020B0606020202020204" pitchFamily="34" charset="-52"/>
                </a:endParaRPr>
              </a:p>
            </p:txBody>
          </p:sp>
          <p:sp>
            <p:nvSpPr>
              <p:cNvPr id="87" name="Прямоугольник 86"/>
              <p:cNvSpPr/>
              <p:nvPr/>
            </p:nvSpPr>
            <p:spPr bwMode="auto">
              <a:xfrm>
                <a:off x="9896628" y="1569370"/>
                <a:ext cx="1257300" cy="454275"/>
              </a:xfrm>
              <a:prstGeom prst="rect">
                <a:avLst/>
              </a:prstGeom>
              <a:solidFill>
                <a:srgbClr val="46B4E9"/>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dirty="0" smtClean="0">
                    <a:solidFill>
                      <a:schemeClr val="bg2">
                        <a:lumMod val="25000"/>
                      </a:schemeClr>
                    </a:solidFill>
                    <a:latin typeface="DINPro-Light" panose="02000504040000020003" pitchFamily="50" charset="0"/>
                    <a:ea typeface="GPN_DIN Condensed Medium" panose="020B0606020202020204" pitchFamily="34" charset="-52"/>
                  </a:rPr>
                  <a:t>ГОСТы, ТУ</a:t>
                </a:r>
                <a:endParaRPr lang="ru-RU" sz="1000" dirty="0">
                  <a:solidFill>
                    <a:schemeClr val="bg2">
                      <a:lumMod val="25000"/>
                    </a:schemeClr>
                  </a:solidFill>
                  <a:latin typeface="DINPro-Light" panose="02000504040000020003" pitchFamily="50" charset="0"/>
                  <a:ea typeface="GPN_DIN Condensed Medium" panose="020B0606020202020204" pitchFamily="34" charset="-52"/>
                </a:endParaRPr>
              </a:p>
            </p:txBody>
          </p:sp>
          <p:grpSp>
            <p:nvGrpSpPr>
              <p:cNvPr id="88" name="Группа 87"/>
              <p:cNvGrpSpPr/>
              <p:nvPr/>
            </p:nvGrpSpPr>
            <p:grpSpPr>
              <a:xfrm>
                <a:off x="5522728" y="1422818"/>
                <a:ext cx="5002550" cy="146552"/>
                <a:chOff x="5522728" y="1422818"/>
                <a:chExt cx="5002550" cy="146552"/>
              </a:xfrm>
            </p:grpSpPr>
            <p:cxnSp>
              <p:nvCxnSpPr>
                <p:cNvPr id="89" name="Соединительная линия уступом 88"/>
                <p:cNvCxnSpPr>
                  <a:endCxn id="87" idx="0"/>
                </p:cNvCxnSpPr>
                <p:nvPr/>
              </p:nvCxnSpPr>
              <p:spPr>
                <a:xfrm>
                  <a:off x="5522728" y="1422818"/>
                  <a:ext cx="5002550" cy="146552"/>
                </a:xfrm>
                <a:prstGeom prst="bentConnector2">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0" name="Прямая соединительная линия 89"/>
                <p:cNvCxnSpPr>
                  <a:stCxn id="84" idx="0"/>
                </p:cNvCxnSpPr>
                <p:nvPr/>
              </p:nvCxnSpPr>
              <p:spPr>
                <a:xfrm flipV="1">
                  <a:off x="6315229" y="1422818"/>
                  <a:ext cx="511" cy="14655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Прямая соединительная линия 90"/>
                <p:cNvCxnSpPr/>
                <p:nvPr/>
              </p:nvCxnSpPr>
              <p:spPr>
                <a:xfrm flipV="1">
                  <a:off x="7712229" y="1422818"/>
                  <a:ext cx="511" cy="14655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2" name="Прямая соединительная линия 91"/>
                <p:cNvCxnSpPr/>
                <p:nvPr/>
              </p:nvCxnSpPr>
              <p:spPr>
                <a:xfrm flipV="1">
                  <a:off x="9128279" y="1422818"/>
                  <a:ext cx="511" cy="14655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49" name="Группа 48"/>
            <p:cNvGrpSpPr/>
            <p:nvPr/>
          </p:nvGrpSpPr>
          <p:grpSpPr>
            <a:xfrm>
              <a:off x="4570004" y="2835738"/>
              <a:ext cx="6911974" cy="1227600"/>
              <a:chOff x="4570004" y="3111963"/>
              <a:chExt cx="6911974" cy="1227600"/>
            </a:xfrm>
          </p:grpSpPr>
          <p:grpSp>
            <p:nvGrpSpPr>
              <p:cNvPr id="70" name="Группа 69"/>
              <p:cNvGrpSpPr/>
              <p:nvPr/>
            </p:nvGrpSpPr>
            <p:grpSpPr>
              <a:xfrm>
                <a:off x="4570004" y="3111963"/>
                <a:ext cx="1257301" cy="1227600"/>
                <a:chOff x="3941355" y="4069586"/>
                <a:chExt cx="1257301" cy="1227600"/>
              </a:xfrm>
            </p:grpSpPr>
            <p:sp>
              <p:nvSpPr>
                <p:cNvPr id="80" name="Прямоугольник 79"/>
                <p:cNvSpPr/>
                <p:nvPr/>
              </p:nvSpPr>
              <p:spPr bwMode="auto">
                <a:xfrm>
                  <a:off x="3941356" y="4069586"/>
                  <a:ext cx="1257300" cy="1227600"/>
                </a:xfrm>
                <a:prstGeom prst="rect">
                  <a:avLst/>
                </a:prstGeom>
                <a:solidFill>
                  <a:srgbClr val="7957B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p:cNvSpPr txBox="1"/>
                <p:nvPr/>
              </p:nvSpPr>
              <p:spPr bwMode="auto">
                <a:xfrm>
                  <a:off x="3941355" y="4154529"/>
                  <a:ext cx="1257300" cy="369332"/>
                </a:xfrm>
                <a:prstGeom prst="rect">
                  <a:avLst/>
                </a:prstGeom>
                <a:noFill/>
              </p:spPr>
              <p:txBody>
                <a:bodyPr wrap="square" rtlCol="0">
                  <a:spAutoFit/>
                </a:bodyPr>
                <a:lstStyle/>
                <a:p>
                  <a:pPr algn="ctr"/>
                  <a:r>
                    <a:rPr lang="ru-RU" dirty="0" smtClean="0">
                      <a:solidFill>
                        <a:schemeClr val="bg1"/>
                      </a:solidFill>
                      <a:latin typeface="GPN_DIN Condensed Medium" panose="020B0606020202020204" pitchFamily="34" charset="-52"/>
                      <a:ea typeface="GPN_DIN Condensed Medium" panose="020B0606020202020204" pitchFamily="34" charset="-52"/>
                    </a:rPr>
                    <a:t>УРОВЕНЬ 2</a:t>
                  </a:r>
                  <a:endParaRPr lang="ru-RU" dirty="0">
                    <a:solidFill>
                      <a:schemeClr val="bg1"/>
                    </a:solidFill>
                    <a:latin typeface="GPN_DIN Condensed Medium" panose="020B0606020202020204" pitchFamily="34" charset="-52"/>
                    <a:ea typeface="GPN_DIN Condensed Medium" panose="020B0606020202020204" pitchFamily="34" charset="-52"/>
                  </a:endParaRPr>
                </a:p>
              </p:txBody>
            </p:sp>
            <p:sp>
              <p:nvSpPr>
                <p:cNvPr id="82" name="TextBox 81"/>
                <p:cNvSpPr txBox="1"/>
                <p:nvPr/>
              </p:nvSpPr>
              <p:spPr bwMode="auto">
                <a:xfrm>
                  <a:off x="3944168" y="4596515"/>
                  <a:ext cx="1254487" cy="579367"/>
                </a:xfrm>
                <a:prstGeom prst="rect">
                  <a:avLst/>
                </a:prstGeom>
                <a:noFill/>
              </p:spPr>
              <p:txBody>
                <a:bodyPr wrap="square" rtlCol="0">
                  <a:spAutoFit/>
                </a:bodyPr>
                <a:lstStyle/>
                <a:p>
                  <a:pPr algn="ctr"/>
                  <a:r>
                    <a:rPr lang="ru-RU" sz="950" dirty="0">
                      <a:solidFill>
                        <a:schemeClr val="bg1"/>
                      </a:solidFill>
                      <a:latin typeface="DINPro-Light" panose="02000504040000020003" pitchFamily="50" charset="0"/>
                      <a:ea typeface="GPN_DIN Condensed Medium" panose="020B0606020202020204" pitchFamily="34" charset="-52"/>
                    </a:rPr>
                    <a:t>д</a:t>
                  </a:r>
                  <a:r>
                    <a:rPr lang="ru-RU" sz="950" dirty="0" smtClean="0">
                      <a:solidFill>
                        <a:schemeClr val="bg1"/>
                      </a:solidFill>
                      <a:latin typeface="DINPro-Light" panose="02000504040000020003" pitchFamily="50" charset="0"/>
                      <a:ea typeface="GPN_DIN Condensed Medium" panose="020B0606020202020204" pitchFamily="34" charset="-52"/>
                    </a:rPr>
                    <a:t>окументы концептуального характера</a:t>
                  </a:r>
                  <a:endParaRPr lang="ru-RU" sz="950" dirty="0">
                    <a:solidFill>
                      <a:schemeClr val="bg1"/>
                    </a:solidFill>
                    <a:latin typeface="DINPro-Light" panose="02000504040000020003" pitchFamily="50" charset="0"/>
                    <a:ea typeface="GPN_DIN Condensed Medium" panose="020B0606020202020204" pitchFamily="34" charset="-52"/>
                  </a:endParaRPr>
                </a:p>
              </p:txBody>
            </p:sp>
          </p:grpSp>
          <p:sp>
            <p:nvSpPr>
              <p:cNvPr id="71" name="Прямоугольник 70"/>
              <p:cNvSpPr/>
              <p:nvPr/>
            </p:nvSpPr>
            <p:spPr bwMode="auto">
              <a:xfrm>
                <a:off x="6014629" y="3339100"/>
                <a:ext cx="1257300" cy="454275"/>
              </a:xfrm>
              <a:prstGeom prst="rect">
                <a:avLst/>
              </a:prstGeom>
              <a:solidFill>
                <a:srgbClr val="9A8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dirty="0" smtClean="0">
                    <a:solidFill>
                      <a:schemeClr val="bg2">
                        <a:lumMod val="25000"/>
                      </a:schemeClr>
                    </a:solidFill>
                    <a:latin typeface="DINPro-Light" panose="02000504040000020003" pitchFamily="50" charset="0"/>
                    <a:ea typeface="GPN_DIN Condensed Medium" panose="020B0606020202020204" pitchFamily="34" charset="-52"/>
                  </a:rPr>
                  <a:t>Стратегии</a:t>
                </a:r>
                <a:endParaRPr lang="ru-RU" sz="1000" dirty="0">
                  <a:solidFill>
                    <a:schemeClr val="bg2">
                      <a:lumMod val="25000"/>
                    </a:schemeClr>
                  </a:solidFill>
                  <a:latin typeface="DINPro-Light" panose="02000504040000020003" pitchFamily="50" charset="0"/>
                  <a:ea typeface="GPN_DIN Condensed Medium" panose="020B0606020202020204" pitchFamily="34" charset="-52"/>
                </a:endParaRPr>
              </a:p>
            </p:txBody>
          </p:sp>
          <p:sp>
            <p:nvSpPr>
              <p:cNvPr id="72" name="Прямоугольник 71"/>
              <p:cNvSpPr/>
              <p:nvPr/>
            </p:nvSpPr>
            <p:spPr bwMode="auto">
              <a:xfrm>
                <a:off x="7417979" y="3339100"/>
                <a:ext cx="1257300" cy="454275"/>
              </a:xfrm>
              <a:prstGeom prst="rect">
                <a:avLst/>
              </a:prstGeom>
              <a:solidFill>
                <a:srgbClr val="9A8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dirty="0" smtClean="0">
                    <a:solidFill>
                      <a:schemeClr val="bg2">
                        <a:lumMod val="25000"/>
                      </a:schemeClr>
                    </a:solidFill>
                    <a:latin typeface="DINPro-Light" panose="02000504040000020003" pitchFamily="50" charset="0"/>
                    <a:ea typeface="GPN_DIN Condensed Medium" panose="020B0606020202020204" pitchFamily="34" charset="-52"/>
                  </a:rPr>
                  <a:t>Политики</a:t>
                </a:r>
                <a:endParaRPr lang="ru-RU" sz="1000" dirty="0">
                  <a:solidFill>
                    <a:schemeClr val="bg2">
                      <a:lumMod val="25000"/>
                    </a:schemeClr>
                  </a:solidFill>
                  <a:latin typeface="DINPro-Light" panose="02000504040000020003" pitchFamily="50" charset="0"/>
                  <a:ea typeface="GPN_DIN Condensed Medium" panose="020B0606020202020204" pitchFamily="34" charset="-52"/>
                </a:endParaRPr>
              </a:p>
            </p:txBody>
          </p:sp>
          <p:sp>
            <p:nvSpPr>
              <p:cNvPr id="73" name="Прямоугольник 72"/>
              <p:cNvSpPr/>
              <p:nvPr/>
            </p:nvSpPr>
            <p:spPr bwMode="auto">
              <a:xfrm>
                <a:off x="8821329" y="3339100"/>
                <a:ext cx="1257300" cy="454275"/>
              </a:xfrm>
              <a:prstGeom prst="rect">
                <a:avLst/>
              </a:prstGeom>
              <a:solidFill>
                <a:srgbClr val="9A8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dirty="0" smtClean="0">
                    <a:solidFill>
                      <a:schemeClr val="bg2">
                        <a:lumMod val="25000"/>
                      </a:schemeClr>
                    </a:solidFill>
                    <a:latin typeface="DINPro-Light" panose="02000504040000020003" pitchFamily="50" charset="0"/>
                    <a:ea typeface="GPN_DIN Condensed Medium" panose="020B0606020202020204" pitchFamily="34" charset="-52"/>
                  </a:rPr>
                  <a:t>Цели</a:t>
                </a:r>
                <a:endParaRPr lang="ru-RU" sz="1000" dirty="0">
                  <a:solidFill>
                    <a:schemeClr val="bg2">
                      <a:lumMod val="25000"/>
                    </a:schemeClr>
                  </a:solidFill>
                  <a:latin typeface="DINPro-Light" panose="02000504040000020003" pitchFamily="50" charset="0"/>
                  <a:ea typeface="GPN_DIN Condensed Medium" panose="020B0606020202020204" pitchFamily="34" charset="-52"/>
                </a:endParaRPr>
              </a:p>
            </p:txBody>
          </p:sp>
          <p:sp>
            <p:nvSpPr>
              <p:cNvPr id="74" name="Прямоугольник 73"/>
              <p:cNvSpPr/>
              <p:nvPr/>
            </p:nvSpPr>
            <p:spPr bwMode="auto">
              <a:xfrm>
                <a:off x="10224678" y="3339100"/>
                <a:ext cx="1257300" cy="454275"/>
              </a:xfrm>
              <a:prstGeom prst="rect">
                <a:avLst/>
              </a:prstGeom>
              <a:solidFill>
                <a:srgbClr val="9A8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dirty="0" smtClean="0">
                    <a:solidFill>
                      <a:schemeClr val="bg2">
                        <a:lumMod val="25000"/>
                      </a:schemeClr>
                    </a:solidFill>
                    <a:latin typeface="DINPro-Light" panose="02000504040000020003" pitchFamily="50" charset="0"/>
                    <a:ea typeface="GPN_DIN Condensed Medium" panose="020B0606020202020204" pitchFamily="34" charset="-52"/>
                  </a:rPr>
                  <a:t>Руководство по ИСМ</a:t>
                </a:r>
                <a:endParaRPr lang="ru-RU" sz="1000" dirty="0">
                  <a:solidFill>
                    <a:schemeClr val="bg2">
                      <a:lumMod val="25000"/>
                    </a:schemeClr>
                  </a:solidFill>
                  <a:latin typeface="DINPro-Light" panose="02000504040000020003" pitchFamily="50" charset="0"/>
                  <a:ea typeface="GPN_DIN Condensed Medium" panose="020B0606020202020204" pitchFamily="34" charset="-52"/>
                </a:endParaRPr>
              </a:p>
            </p:txBody>
          </p:sp>
          <p:grpSp>
            <p:nvGrpSpPr>
              <p:cNvPr id="75" name="Группа 74"/>
              <p:cNvGrpSpPr/>
              <p:nvPr/>
            </p:nvGrpSpPr>
            <p:grpSpPr>
              <a:xfrm>
                <a:off x="5826904" y="3192548"/>
                <a:ext cx="5002550" cy="146552"/>
                <a:chOff x="5522728" y="1422818"/>
                <a:chExt cx="5002550" cy="146552"/>
              </a:xfrm>
            </p:grpSpPr>
            <p:cxnSp>
              <p:nvCxnSpPr>
                <p:cNvPr id="76" name="Соединительная линия уступом 75"/>
                <p:cNvCxnSpPr/>
                <p:nvPr/>
              </p:nvCxnSpPr>
              <p:spPr>
                <a:xfrm>
                  <a:off x="5522728" y="1422818"/>
                  <a:ext cx="5002550" cy="146552"/>
                </a:xfrm>
                <a:prstGeom prst="bentConnector2">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7" name="Прямая соединительная линия 76"/>
                <p:cNvCxnSpPr/>
                <p:nvPr/>
              </p:nvCxnSpPr>
              <p:spPr>
                <a:xfrm flipV="1">
                  <a:off x="6315229" y="1422818"/>
                  <a:ext cx="511" cy="14655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8" name="Прямая соединительная линия 77"/>
                <p:cNvCxnSpPr/>
                <p:nvPr/>
              </p:nvCxnSpPr>
              <p:spPr>
                <a:xfrm flipV="1">
                  <a:off x="7712229" y="1422818"/>
                  <a:ext cx="511" cy="14655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9" name="Прямая соединительная линия 78"/>
                <p:cNvCxnSpPr/>
                <p:nvPr/>
              </p:nvCxnSpPr>
              <p:spPr>
                <a:xfrm flipV="1">
                  <a:off x="9128279" y="1422818"/>
                  <a:ext cx="511" cy="14655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50" name="Группа 49"/>
            <p:cNvGrpSpPr/>
            <p:nvPr/>
          </p:nvGrpSpPr>
          <p:grpSpPr>
            <a:xfrm>
              <a:off x="4894077" y="4364108"/>
              <a:ext cx="6888501" cy="1225959"/>
              <a:chOff x="4894077" y="4973708"/>
              <a:chExt cx="6888501" cy="1225959"/>
            </a:xfrm>
          </p:grpSpPr>
          <p:grpSp>
            <p:nvGrpSpPr>
              <p:cNvPr id="57" name="Группа 56"/>
              <p:cNvGrpSpPr/>
              <p:nvPr/>
            </p:nvGrpSpPr>
            <p:grpSpPr>
              <a:xfrm>
                <a:off x="4894077" y="4973708"/>
                <a:ext cx="1257301" cy="1225959"/>
                <a:chOff x="4160428" y="5120775"/>
                <a:chExt cx="1257301" cy="1225959"/>
              </a:xfrm>
            </p:grpSpPr>
            <p:sp>
              <p:nvSpPr>
                <p:cNvPr id="67" name="Прямоугольник 66"/>
                <p:cNvSpPr/>
                <p:nvPr/>
              </p:nvSpPr>
              <p:spPr bwMode="auto">
                <a:xfrm>
                  <a:off x="4160429" y="5120775"/>
                  <a:ext cx="1257300" cy="1225959"/>
                </a:xfrm>
                <a:prstGeom prst="rect">
                  <a:avLst/>
                </a:prstGeom>
                <a:solidFill>
                  <a:srgbClr val="1DAEA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TextBox 67"/>
                <p:cNvSpPr txBox="1"/>
                <p:nvPr/>
              </p:nvSpPr>
              <p:spPr bwMode="auto">
                <a:xfrm>
                  <a:off x="4160428" y="5205718"/>
                  <a:ext cx="1257300" cy="369332"/>
                </a:xfrm>
                <a:prstGeom prst="rect">
                  <a:avLst/>
                </a:prstGeom>
                <a:noFill/>
              </p:spPr>
              <p:txBody>
                <a:bodyPr wrap="square" rtlCol="0">
                  <a:spAutoFit/>
                </a:bodyPr>
                <a:lstStyle/>
                <a:p>
                  <a:pPr algn="ctr"/>
                  <a:r>
                    <a:rPr lang="ru-RU" dirty="0" smtClean="0">
                      <a:solidFill>
                        <a:schemeClr val="bg1"/>
                      </a:solidFill>
                      <a:latin typeface="GPN_DIN Condensed Medium" panose="020B0606020202020204" pitchFamily="34" charset="-52"/>
                      <a:ea typeface="GPN_DIN Condensed Medium" panose="020B0606020202020204" pitchFamily="34" charset="-52"/>
                    </a:rPr>
                    <a:t>УРОВЕНЬ 3</a:t>
                  </a:r>
                  <a:endParaRPr lang="ru-RU" dirty="0">
                    <a:solidFill>
                      <a:schemeClr val="bg1"/>
                    </a:solidFill>
                    <a:latin typeface="GPN_DIN Condensed Medium" panose="020B0606020202020204" pitchFamily="34" charset="-52"/>
                    <a:ea typeface="GPN_DIN Condensed Medium" panose="020B0606020202020204" pitchFamily="34" charset="-52"/>
                  </a:endParaRPr>
                </a:p>
              </p:txBody>
            </p:sp>
            <p:sp>
              <p:nvSpPr>
                <p:cNvPr id="69" name="TextBox 68"/>
                <p:cNvSpPr txBox="1"/>
                <p:nvPr/>
              </p:nvSpPr>
              <p:spPr bwMode="auto">
                <a:xfrm>
                  <a:off x="4160428" y="5616459"/>
                  <a:ext cx="1254487" cy="638142"/>
                </a:xfrm>
                <a:prstGeom prst="rect">
                  <a:avLst/>
                </a:prstGeom>
                <a:noFill/>
              </p:spPr>
              <p:txBody>
                <a:bodyPr wrap="square" rtlCol="0">
                  <a:spAutoFit/>
                </a:bodyPr>
                <a:lstStyle/>
                <a:p>
                  <a:pPr algn="ctr"/>
                  <a:r>
                    <a:rPr lang="ru-RU" sz="800" dirty="0">
                      <a:solidFill>
                        <a:schemeClr val="bg1"/>
                      </a:solidFill>
                      <a:latin typeface="DINPro-Light" panose="02000504040000020003" pitchFamily="50" charset="0"/>
                      <a:ea typeface="GPN_DIN Condensed Medium" panose="020B0606020202020204" pitchFamily="34" charset="-52"/>
                    </a:rPr>
                    <a:t>д</a:t>
                  </a:r>
                  <a:r>
                    <a:rPr lang="ru-RU" sz="800" dirty="0" smtClean="0">
                      <a:solidFill>
                        <a:schemeClr val="bg1"/>
                      </a:solidFill>
                      <a:latin typeface="DINPro-Light" panose="02000504040000020003" pitchFamily="50" charset="0"/>
                      <a:ea typeface="GPN_DIN Condensed Medium" panose="020B0606020202020204" pitchFamily="34" charset="-52"/>
                    </a:rPr>
                    <a:t>окументы, описывающие процессы, элементы управления и др.</a:t>
                  </a:r>
                  <a:endParaRPr lang="ru-RU" sz="800" dirty="0">
                    <a:solidFill>
                      <a:schemeClr val="bg1"/>
                    </a:solidFill>
                    <a:latin typeface="DINPro-Light" panose="02000504040000020003" pitchFamily="50" charset="0"/>
                    <a:ea typeface="GPN_DIN Condensed Medium" panose="020B0606020202020204" pitchFamily="34" charset="-52"/>
                  </a:endParaRPr>
                </a:p>
              </p:txBody>
            </p:sp>
          </p:grpSp>
          <p:sp>
            <p:nvSpPr>
              <p:cNvPr id="58" name="Прямоугольник 57"/>
              <p:cNvSpPr/>
              <p:nvPr/>
            </p:nvSpPr>
            <p:spPr bwMode="auto">
              <a:xfrm>
                <a:off x="6315229" y="5200845"/>
                <a:ext cx="1257300" cy="454275"/>
              </a:xfrm>
              <a:prstGeom prst="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dirty="0" smtClean="0">
                    <a:solidFill>
                      <a:schemeClr val="bg2">
                        <a:lumMod val="25000"/>
                      </a:schemeClr>
                    </a:solidFill>
                    <a:latin typeface="DINPro-Light" panose="02000504040000020003" pitchFamily="50" charset="0"/>
                    <a:ea typeface="GPN_DIN Condensed Medium" panose="020B0606020202020204" pitchFamily="34" charset="-52"/>
                  </a:rPr>
                  <a:t>Стандарты</a:t>
                </a:r>
                <a:endParaRPr lang="ru-RU" sz="1000" dirty="0">
                  <a:solidFill>
                    <a:schemeClr val="bg2">
                      <a:lumMod val="25000"/>
                    </a:schemeClr>
                  </a:solidFill>
                  <a:latin typeface="DINPro-Light" panose="02000504040000020003" pitchFamily="50" charset="0"/>
                  <a:ea typeface="GPN_DIN Condensed Medium" panose="020B0606020202020204" pitchFamily="34" charset="-52"/>
                </a:endParaRPr>
              </a:p>
            </p:txBody>
          </p:sp>
          <p:sp>
            <p:nvSpPr>
              <p:cNvPr id="59" name="Прямоугольник 58"/>
              <p:cNvSpPr/>
              <p:nvPr/>
            </p:nvSpPr>
            <p:spPr bwMode="auto">
              <a:xfrm>
                <a:off x="7718579" y="5200845"/>
                <a:ext cx="1257300" cy="454275"/>
              </a:xfrm>
              <a:prstGeom prst="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dirty="0" smtClean="0">
                    <a:solidFill>
                      <a:schemeClr val="bg2">
                        <a:lumMod val="25000"/>
                      </a:schemeClr>
                    </a:solidFill>
                    <a:latin typeface="DINPro-Light" panose="02000504040000020003" pitchFamily="50" charset="0"/>
                    <a:ea typeface="GPN_DIN Condensed Medium" panose="020B0606020202020204" pitchFamily="34" charset="-52"/>
                  </a:rPr>
                  <a:t>Метод. документы</a:t>
                </a:r>
                <a:endParaRPr lang="ru-RU" sz="1000" dirty="0">
                  <a:solidFill>
                    <a:schemeClr val="bg2">
                      <a:lumMod val="25000"/>
                    </a:schemeClr>
                  </a:solidFill>
                  <a:latin typeface="DINPro-Light" panose="02000504040000020003" pitchFamily="50" charset="0"/>
                  <a:ea typeface="GPN_DIN Condensed Medium" panose="020B0606020202020204" pitchFamily="34" charset="-52"/>
                </a:endParaRPr>
              </a:p>
            </p:txBody>
          </p:sp>
          <p:sp>
            <p:nvSpPr>
              <p:cNvPr id="60" name="Прямоугольник 59"/>
              <p:cNvSpPr/>
              <p:nvPr/>
            </p:nvSpPr>
            <p:spPr bwMode="auto">
              <a:xfrm>
                <a:off x="9121929" y="5200845"/>
                <a:ext cx="1257300" cy="454275"/>
              </a:xfrm>
              <a:prstGeom prst="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dirty="0" smtClean="0">
                    <a:solidFill>
                      <a:schemeClr val="bg2">
                        <a:lumMod val="25000"/>
                      </a:schemeClr>
                    </a:solidFill>
                    <a:latin typeface="DINPro-Light" panose="02000504040000020003" pitchFamily="50" charset="0"/>
                    <a:ea typeface="GPN_DIN Condensed Medium" panose="020B0606020202020204" pitchFamily="34" charset="-52"/>
                  </a:rPr>
                  <a:t>Инструкции</a:t>
                </a:r>
                <a:endParaRPr lang="ru-RU" sz="1000" dirty="0">
                  <a:solidFill>
                    <a:schemeClr val="bg2">
                      <a:lumMod val="25000"/>
                    </a:schemeClr>
                  </a:solidFill>
                  <a:latin typeface="DINPro-Light" panose="02000504040000020003" pitchFamily="50" charset="0"/>
                  <a:ea typeface="GPN_DIN Condensed Medium" panose="020B0606020202020204" pitchFamily="34" charset="-52"/>
                </a:endParaRPr>
              </a:p>
            </p:txBody>
          </p:sp>
          <p:sp>
            <p:nvSpPr>
              <p:cNvPr id="61" name="Прямоугольник 60"/>
              <p:cNvSpPr/>
              <p:nvPr/>
            </p:nvSpPr>
            <p:spPr bwMode="auto">
              <a:xfrm>
                <a:off x="10525278" y="5200845"/>
                <a:ext cx="1257300" cy="454275"/>
              </a:xfrm>
              <a:prstGeom prst="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dirty="0" smtClean="0">
                    <a:solidFill>
                      <a:schemeClr val="bg2">
                        <a:lumMod val="25000"/>
                      </a:schemeClr>
                    </a:solidFill>
                    <a:latin typeface="DINPro-Light" panose="02000504040000020003" pitchFamily="50" charset="0"/>
                    <a:ea typeface="GPN_DIN Condensed Medium" panose="020B0606020202020204" pitchFamily="34" charset="-52"/>
                  </a:rPr>
                  <a:t>Каталоги</a:t>
                </a:r>
                <a:endParaRPr lang="ru-RU" sz="1000" dirty="0">
                  <a:solidFill>
                    <a:schemeClr val="bg2">
                      <a:lumMod val="25000"/>
                    </a:schemeClr>
                  </a:solidFill>
                  <a:latin typeface="DINPro-Light" panose="02000504040000020003" pitchFamily="50" charset="0"/>
                  <a:ea typeface="GPN_DIN Condensed Medium" panose="020B0606020202020204" pitchFamily="34" charset="-52"/>
                </a:endParaRPr>
              </a:p>
            </p:txBody>
          </p:sp>
          <p:grpSp>
            <p:nvGrpSpPr>
              <p:cNvPr id="62" name="Группа 61"/>
              <p:cNvGrpSpPr/>
              <p:nvPr/>
            </p:nvGrpSpPr>
            <p:grpSpPr>
              <a:xfrm>
                <a:off x="6154954" y="5046441"/>
                <a:ext cx="5002550" cy="146552"/>
                <a:chOff x="5522728" y="1422818"/>
                <a:chExt cx="5002550" cy="146552"/>
              </a:xfrm>
            </p:grpSpPr>
            <p:cxnSp>
              <p:nvCxnSpPr>
                <p:cNvPr id="63" name="Соединительная линия уступом 62"/>
                <p:cNvCxnSpPr/>
                <p:nvPr/>
              </p:nvCxnSpPr>
              <p:spPr>
                <a:xfrm>
                  <a:off x="5522728" y="1422818"/>
                  <a:ext cx="5002550" cy="146552"/>
                </a:xfrm>
                <a:prstGeom prst="bentConnector2">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4" name="Прямая соединительная линия 63"/>
                <p:cNvCxnSpPr/>
                <p:nvPr/>
              </p:nvCxnSpPr>
              <p:spPr>
                <a:xfrm flipV="1">
                  <a:off x="6315229" y="1422818"/>
                  <a:ext cx="511" cy="14655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Прямая соединительная линия 64"/>
                <p:cNvCxnSpPr/>
                <p:nvPr/>
              </p:nvCxnSpPr>
              <p:spPr>
                <a:xfrm flipV="1">
                  <a:off x="7712229" y="1422818"/>
                  <a:ext cx="511" cy="14655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6" name="Прямая соединительная линия 65"/>
                <p:cNvCxnSpPr/>
                <p:nvPr/>
              </p:nvCxnSpPr>
              <p:spPr>
                <a:xfrm flipV="1">
                  <a:off x="9128279" y="1422818"/>
                  <a:ext cx="511" cy="14655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cxnSp>
          <p:nvCxnSpPr>
            <p:cNvPr id="51" name="Соединительная линия уступом 50"/>
            <p:cNvCxnSpPr>
              <a:endCxn id="82" idx="1"/>
            </p:cNvCxnSpPr>
            <p:nvPr/>
          </p:nvCxnSpPr>
          <p:spPr>
            <a:xfrm rot="16200000" flipH="1">
              <a:off x="3877091" y="2956622"/>
              <a:ext cx="1086877" cy="304577"/>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Соединительная линия уступом 51"/>
            <p:cNvCxnSpPr/>
            <p:nvPr/>
          </p:nvCxnSpPr>
          <p:spPr>
            <a:xfrm rot="16200000" flipH="1">
              <a:off x="4176993" y="4456348"/>
              <a:ext cx="1110095" cy="324073"/>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6324003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7.1. ПОЛИТИКА</a:t>
            </a:r>
            <a:endParaRPr sz="2000" dirty="0">
              <a:latin typeface="DINPro-Bold" panose="02000503030000020004" pitchFamily="50" charset="0"/>
            </a:endParaRPr>
          </a:p>
        </p:txBody>
      </p:sp>
      <p:grpSp>
        <p:nvGrpSpPr>
          <p:cNvPr id="49" name="Группа 48"/>
          <p:cNvGrpSpPr/>
          <p:nvPr/>
        </p:nvGrpSpPr>
        <p:grpSpPr>
          <a:xfrm>
            <a:off x="423307" y="1509747"/>
            <a:ext cx="3744000" cy="4057326"/>
            <a:chOff x="423307" y="1382151"/>
            <a:chExt cx="3744000" cy="4057326"/>
          </a:xfrm>
        </p:grpSpPr>
        <p:sp>
          <p:nvSpPr>
            <p:cNvPr id="44" name="Прямоугольник 27">
              <a:extLst>
                <a:ext uri="{FF2B5EF4-FFF2-40B4-BE49-F238E27FC236}">
                  <a16:creationId xmlns:a16="http://schemas.microsoft.com/office/drawing/2014/main" id="{0F67F8FC-846B-7DC9-7278-B25D2ABC8AED}"/>
                </a:ext>
              </a:extLst>
            </p:cNvPr>
            <p:cNvSpPr/>
            <p:nvPr/>
          </p:nvSpPr>
          <p:spPr>
            <a:xfrm>
              <a:off x="423307" y="1382151"/>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45" name="Прямоугольник 29">
              <a:extLst>
                <a:ext uri="{FF2B5EF4-FFF2-40B4-BE49-F238E27FC236}">
                  <a16:creationId xmlns:a16="http://schemas.microsoft.com/office/drawing/2014/main" id="{C3486913-A292-3BBC-8B74-66DCBC8DCF87}"/>
                </a:ext>
              </a:extLst>
            </p:cNvPr>
            <p:cNvSpPr/>
            <p:nvPr/>
          </p:nvSpPr>
          <p:spPr>
            <a:xfrm>
              <a:off x="423307"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Политика</a:t>
              </a:r>
              <a:r>
                <a:rPr lang="ru-RU" sz="1200" dirty="0" smtClean="0">
                  <a:solidFill>
                    <a:schemeClr val="tx2"/>
                  </a:solidFill>
                  <a:latin typeface="DINPro-Light" panose="02000504040000020003" pitchFamily="50" charset="0"/>
                  <a:ea typeface="GPN_DIN Regular" panose="020B0504020202020204" pitchFamily="34" charset="-52"/>
                </a:rPr>
                <a:t> </a:t>
              </a:r>
              <a:r>
                <a:rPr lang="ru-RU" sz="1200" dirty="0">
                  <a:solidFill>
                    <a:schemeClr val="tx2"/>
                  </a:solidFill>
                  <a:latin typeface="DINPro-Light" panose="02000504040000020003" pitchFamily="50" charset="0"/>
                  <a:ea typeface="GPN_DIN Regular" panose="020B0504020202020204" pitchFamily="34" charset="-52"/>
                </a:rPr>
                <a:t>– документ, в котором сформулированы основные принципы и </a:t>
              </a:r>
              <a:r>
                <a:rPr lang="ru-RU" sz="1200" dirty="0" smtClean="0">
                  <a:solidFill>
                    <a:schemeClr val="tx2"/>
                  </a:solidFill>
                  <a:latin typeface="DINPro-Light" panose="02000504040000020003" pitchFamily="50" charset="0"/>
                  <a:ea typeface="GPN_DIN Regular" panose="020B0504020202020204" pitchFamily="34" charset="-52"/>
                </a:rPr>
                <a:t>подходы </a:t>
              </a:r>
              <a:r>
                <a:rPr lang="ru-RU" sz="1200" dirty="0">
                  <a:solidFill>
                    <a:schemeClr val="tx2"/>
                  </a:solidFill>
                  <a:latin typeface="DINPro-Light" panose="02000504040000020003" pitchFamily="50" charset="0"/>
                  <a:ea typeface="GPN_DIN Regular" panose="020B0504020202020204" pitchFamily="34" charset="-52"/>
                </a:rPr>
                <a:t>к </a:t>
              </a:r>
              <a:r>
                <a:rPr lang="ru-RU" sz="1200" dirty="0" smtClean="0">
                  <a:solidFill>
                    <a:schemeClr val="tx2"/>
                  </a:solidFill>
                  <a:latin typeface="DINPro-Light" panose="02000504040000020003" pitchFamily="50" charset="0"/>
                  <a:ea typeface="GPN_DIN Regular" panose="020B0504020202020204" pitchFamily="34" charset="-52"/>
                </a:rPr>
                <a:t>качеству оказываемых </a:t>
              </a:r>
              <a:r>
                <a:rPr lang="ru-RU" sz="1200" dirty="0">
                  <a:solidFill>
                    <a:schemeClr val="tx2"/>
                  </a:solidFill>
                  <a:latin typeface="DINPro-Light" panose="02000504040000020003" pitchFamily="50" charset="0"/>
                  <a:ea typeface="GPN_DIN Regular" panose="020B0504020202020204" pitchFamily="34" charset="-52"/>
                </a:rPr>
                <a:t>услуг</a:t>
              </a:r>
            </a:p>
            <a:p>
              <a:pPr>
                <a:spcBef>
                  <a:spcPts val="600"/>
                </a:spcBef>
              </a:pPr>
              <a:r>
                <a:rPr lang="ru-RU" sz="1200" dirty="0" smtClean="0">
                  <a:solidFill>
                    <a:schemeClr val="tx2"/>
                  </a:solidFill>
                  <a:latin typeface="DINPro-Light" panose="02000504040000020003" pitchFamily="50" charset="0"/>
                  <a:ea typeface="GPN_DIN Regular" panose="020B0504020202020204" pitchFamily="34" charset="-52"/>
                </a:rPr>
                <a:t>Требования к Политике:</a:t>
              </a:r>
            </a:p>
            <a:p>
              <a:pPr marL="228600" indent="-228600">
                <a:spcBef>
                  <a:spcPts val="600"/>
                </a:spcBef>
                <a:buFont typeface="+mj-lt"/>
                <a:buAutoNum type="alphaLcParenR"/>
              </a:pPr>
              <a:r>
                <a:rPr lang="ru-RU" sz="1200" dirty="0">
                  <a:solidFill>
                    <a:schemeClr val="tx2"/>
                  </a:solidFill>
                  <a:latin typeface="DINPro-Light" panose="02000504040000020003" pitchFamily="50" charset="0"/>
                  <a:ea typeface="GPN_DIN Condensed Bold" panose="020B0504020202020204" pitchFamily="34" charset="0"/>
                </a:rPr>
                <a:t>соответствует намерениям и среде организации, а также поддерживает ее стратегическое направление;</a:t>
              </a:r>
            </a:p>
            <a:p>
              <a:pPr marL="228600" indent="-228600">
                <a:spcBef>
                  <a:spcPts val="600"/>
                </a:spcBef>
                <a:buFont typeface="+mj-lt"/>
                <a:buAutoNum type="alphaLcParenR"/>
              </a:pPr>
              <a:r>
                <a:rPr lang="ru-RU" sz="1200" dirty="0" smtClean="0">
                  <a:solidFill>
                    <a:schemeClr val="tx2"/>
                  </a:solidFill>
                  <a:latin typeface="DINPro-Light" panose="02000504040000020003" pitchFamily="50" charset="0"/>
                  <a:ea typeface="GPN_DIN Condensed Bold" panose="020B0504020202020204" pitchFamily="34" charset="0"/>
                </a:rPr>
                <a:t>создает </a:t>
              </a:r>
              <a:r>
                <a:rPr lang="ru-RU" sz="1200" dirty="0">
                  <a:solidFill>
                    <a:schemeClr val="tx2"/>
                  </a:solidFill>
                  <a:latin typeface="DINPro-Light" panose="02000504040000020003" pitchFamily="50" charset="0"/>
                  <a:ea typeface="GPN_DIN Condensed Bold" panose="020B0504020202020204" pitchFamily="34" charset="0"/>
                </a:rPr>
                <a:t>основу для установления целей в области качества;</a:t>
              </a:r>
            </a:p>
            <a:p>
              <a:pPr marL="228600" indent="-228600">
                <a:spcBef>
                  <a:spcPts val="600"/>
                </a:spcBef>
                <a:buFont typeface="+mj-lt"/>
                <a:buAutoNum type="alphaLcParenR"/>
              </a:pPr>
              <a:r>
                <a:rPr lang="ru-RU" sz="1200" dirty="0" smtClean="0">
                  <a:solidFill>
                    <a:schemeClr val="tx2"/>
                  </a:solidFill>
                  <a:latin typeface="DINPro-Light" panose="02000504040000020003" pitchFamily="50" charset="0"/>
                  <a:ea typeface="GPN_DIN Condensed Bold" panose="020B0504020202020204" pitchFamily="34" charset="0"/>
                </a:rPr>
                <a:t>включает </a:t>
              </a:r>
              <a:r>
                <a:rPr lang="ru-RU" sz="1200" dirty="0">
                  <a:solidFill>
                    <a:schemeClr val="tx2"/>
                  </a:solidFill>
                  <a:latin typeface="DINPro-Light" panose="02000504040000020003" pitchFamily="50" charset="0"/>
                  <a:ea typeface="GPN_DIN Condensed Bold" panose="020B0504020202020204" pitchFamily="34" charset="0"/>
                </a:rPr>
                <a:t>в себя обязательство соответствовать применимым требованиям;</a:t>
              </a:r>
            </a:p>
            <a:p>
              <a:pPr marL="228600" indent="-228600">
                <a:spcBef>
                  <a:spcPts val="600"/>
                </a:spcBef>
                <a:buFont typeface="+mj-lt"/>
                <a:buAutoNum type="alphaLcParenR"/>
              </a:pPr>
              <a:r>
                <a:rPr lang="ru-RU" sz="1200" dirty="0" smtClean="0">
                  <a:solidFill>
                    <a:schemeClr val="tx2"/>
                  </a:solidFill>
                  <a:latin typeface="DINPro-Light" panose="02000504040000020003" pitchFamily="50" charset="0"/>
                  <a:ea typeface="GPN_DIN Condensed Bold" panose="020B0504020202020204" pitchFamily="34" charset="0"/>
                </a:rPr>
                <a:t>включает </a:t>
              </a:r>
              <a:r>
                <a:rPr lang="ru-RU" sz="1200" dirty="0">
                  <a:solidFill>
                    <a:schemeClr val="tx2"/>
                  </a:solidFill>
                  <a:latin typeface="DINPro-Light" panose="02000504040000020003" pitchFamily="50" charset="0"/>
                  <a:ea typeface="GPN_DIN Condensed Bold" panose="020B0504020202020204" pitchFamily="34" charset="0"/>
                </a:rPr>
                <a:t>в себя обязательство постоянно улучшать систему менеджмента качества.</a:t>
              </a:r>
            </a:p>
          </p:txBody>
        </p:sp>
        <p:pic>
          <p:nvPicPr>
            <p:cNvPr id="5" name="Рисунок 4"/>
            <p:cNvPicPr>
              <a:picLocks noChangeAspect="1"/>
            </p:cNvPicPr>
            <p:nvPr/>
          </p:nvPicPr>
          <p:blipFill rotWithShape="1">
            <a:blip r:embed="rId3"/>
            <a:srcRect l="9020" r="9257"/>
            <a:stretch/>
          </p:blipFill>
          <p:spPr>
            <a:xfrm>
              <a:off x="492323" y="1433907"/>
              <a:ext cx="441293" cy="540000"/>
            </a:xfrm>
            <a:prstGeom prst="rect">
              <a:avLst/>
            </a:prstGeom>
          </p:spPr>
        </p:pic>
      </p:grpSp>
      <p:grpSp>
        <p:nvGrpSpPr>
          <p:cNvPr id="65" name="Группа 64"/>
          <p:cNvGrpSpPr/>
          <p:nvPr/>
        </p:nvGrpSpPr>
        <p:grpSpPr>
          <a:xfrm>
            <a:off x="6184771" y="1509747"/>
            <a:ext cx="3744000" cy="4057326"/>
            <a:chOff x="6184771" y="1382151"/>
            <a:chExt cx="3744000" cy="4057326"/>
          </a:xfrm>
        </p:grpSpPr>
        <p:sp>
          <p:nvSpPr>
            <p:cNvPr id="51" name="Прямоугольник 27">
              <a:extLst>
                <a:ext uri="{FF2B5EF4-FFF2-40B4-BE49-F238E27FC236}">
                  <a16:creationId xmlns:a16="http://schemas.microsoft.com/office/drawing/2014/main" id="{0F67F8FC-846B-7DC9-7278-B25D2ABC8AED}"/>
                </a:ext>
              </a:extLst>
            </p:cNvPr>
            <p:cNvSpPr/>
            <p:nvPr/>
          </p:nvSpPr>
          <p:spPr>
            <a:xfrm>
              <a:off x="6184771" y="1382151"/>
              <a:ext cx="3743377" cy="704398"/>
            </a:xfrm>
            <a:prstGeom prst="rect">
              <a:avLst/>
            </a:prstGeom>
            <a:solidFill>
              <a:srgbClr val="48A044"/>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ЗАДАНИЕ</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6184771"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Light" panose="02000504040000020003" pitchFamily="50" charset="0"/>
                  <a:ea typeface="GPN_DIN Regular" panose="020B0504020202020204" pitchFamily="34" charset="-52"/>
                </a:rPr>
                <a:t>Составить документ «Политика ГПН-Снабжение в области системы менеджмента качества»</a:t>
              </a:r>
            </a:p>
          </p:txBody>
        </p:sp>
        <p:pic>
          <p:nvPicPr>
            <p:cNvPr id="63" name="Рисунок 62"/>
            <p:cNvPicPr>
              <a:picLocks noChangeAspect="1"/>
            </p:cNvPicPr>
            <p:nvPr/>
          </p:nvPicPr>
          <p:blipFill rotWithShape="1">
            <a:blip r:embed="rId4">
              <a:extLst>
                <a:ext uri="{BEBA8EAE-BF5A-486C-A8C5-ECC9F3942E4B}">
                  <a14:imgProps xmlns:a14="http://schemas.microsoft.com/office/drawing/2010/main">
                    <a14:imgLayer r:embed="rId5">
                      <a14:imgEffect>
                        <a14:backgroundRemoval t="2930" b="100000" l="11133" r="98926"/>
                      </a14:imgEffect>
                    </a14:imgLayer>
                  </a14:imgProps>
                </a:ext>
              </a:extLst>
            </a:blip>
            <a:srcRect l="10869" t="2218"/>
            <a:stretch/>
          </p:blipFill>
          <p:spPr>
            <a:xfrm>
              <a:off x="6315738" y="1433907"/>
              <a:ext cx="492226" cy="540000"/>
            </a:xfrm>
            <a:prstGeom prst="rect">
              <a:avLst/>
            </a:prstGeom>
          </p:spPr>
        </p:pic>
      </p:grpSp>
    </p:spTree>
    <p:extLst>
      <p:ext uri="{BB962C8B-B14F-4D97-AF65-F5344CB8AC3E}">
        <p14:creationId xmlns:p14="http://schemas.microsoft.com/office/powerpoint/2010/main" val="302647071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grpSp>
        <p:nvGrpSpPr>
          <p:cNvPr id="6" name="Группа 5"/>
          <p:cNvGrpSpPr/>
          <p:nvPr/>
        </p:nvGrpSpPr>
        <p:grpSpPr>
          <a:xfrm>
            <a:off x="391188" y="1165942"/>
            <a:ext cx="4257012" cy="5511083"/>
            <a:chOff x="391188" y="1165942"/>
            <a:chExt cx="4257012" cy="5511083"/>
          </a:xfrm>
        </p:grpSpPr>
        <p:sp>
          <p:nvSpPr>
            <p:cNvPr id="2" name="Прямоугольник 1"/>
            <p:cNvSpPr/>
            <p:nvPr/>
          </p:nvSpPr>
          <p:spPr bwMode="auto">
            <a:xfrm>
              <a:off x="391188" y="1165942"/>
              <a:ext cx="4257012" cy="5511083"/>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Прямоугольник 21"/>
            <p:cNvSpPr>
              <a:spLocks noChangeAspect="1"/>
            </p:cNvSpPr>
            <p:nvPr/>
          </p:nvSpPr>
          <p:spPr bwMode="auto">
            <a:xfrm>
              <a:off x="600939" y="1437483"/>
              <a:ext cx="3837511" cy="496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3" name="Рисунок 22"/>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63939" y="1437483"/>
              <a:ext cx="974511" cy="540000"/>
            </a:xfrm>
            <a:prstGeom prst="rect">
              <a:avLst/>
            </a:prstGeom>
            <a:noFill/>
            <a:ln>
              <a:noFill/>
            </a:ln>
          </p:spPr>
        </p:pic>
        <p:sp>
          <p:nvSpPr>
            <p:cNvPr id="3" name="Прямоугольник 2"/>
            <p:cNvSpPr/>
            <p:nvPr/>
          </p:nvSpPr>
          <p:spPr>
            <a:xfrm>
              <a:off x="600939" y="1519758"/>
              <a:ext cx="3733600" cy="403957"/>
            </a:xfrm>
            <a:prstGeom prst="rect">
              <a:avLst/>
            </a:prstGeom>
          </p:spPr>
          <p:txBody>
            <a:bodyPr wrap="square" anchor="ctr" anchorCtr="0">
              <a:spAutoFit/>
            </a:bodyPr>
            <a:lstStyle/>
            <a:p>
              <a:pPr>
                <a:lnSpc>
                  <a:spcPct val="125000"/>
                </a:lnSpc>
                <a:spcAft>
                  <a:spcPts val="0"/>
                </a:spcAft>
                <a:tabLst>
                  <a:tab pos="270510" algn="l"/>
                </a:tabLst>
              </a:pPr>
              <a:r>
                <a:rPr lang="ru-RU" sz="900" dirty="0">
                  <a:solidFill>
                    <a:srgbClr val="004077"/>
                  </a:solidFill>
                  <a:latin typeface="DINPro-Bold" panose="02000503030000020004" pitchFamily="50" charset="0"/>
                  <a:ea typeface="Times New Roman" panose="02020603050405020304" pitchFamily="18" charset="0"/>
                  <a:cs typeface="Arial" panose="020B0604020202020204" pitchFamily="34" charset="0"/>
                </a:rPr>
                <a:t>ПОЛИТИКА ООО «ГАЗПРОМНЕФТЬ-СНАБЖЕНИЕ»</a:t>
              </a:r>
              <a:endParaRPr lang="ru-RU" sz="700" dirty="0">
                <a:latin typeface="Tahoma" panose="020B0604030504040204" pitchFamily="34" charset="0"/>
                <a:ea typeface="Times New Roman" panose="02020603050405020304" pitchFamily="18" charset="0"/>
              </a:endParaRPr>
            </a:p>
            <a:p>
              <a:r>
                <a:rPr lang="ru-RU" sz="800" dirty="0">
                  <a:solidFill>
                    <a:srgbClr val="004077"/>
                  </a:solidFill>
                  <a:latin typeface="DINPro-Light" panose="02000504040000020003" pitchFamily="50" charset="0"/>
                  <a:ea typeface="Times New Roman" panose="02020603050405020304" pitchFamily="18" charset="0"/>
                  <a:cs typeface="Times New Roman" panose="02020603050405020304" pitchFamily="18" charset="0"/>
                </a:rPr>
                <a:t>В ОБЛАСТИ </a:t>
              </a:r>
              <a:r>
                <a:rPr lang="ru-RU" sz="800" dirty="0" smtClean="0">
                  <a:solidFill>
                    <a:srgbClr val="004077"/>
                  </a:solidFill>
                  <a:latin typeface="DINPro-Light" panose="02000504040000020003" pitchFamily="50" charset="0"/>
                  <a:ea typeface="Times New Roman" panose="02020603050405020304" pitchFamily="18" charset="0"/>
                  <a:cs typeface="Times New Roman" panose="02020603050405020304" pitchFamily="18" charset="0"/>
                </a:rPr>
                <a:t>КАЧЕСТВА</a:t>
              </a:r>
              <a:endParaRPr lang="ru-RU" sz="1000" dirty="0"/>
            </a:p>
          </p:txBody>
        </p:sp>
        <p:sp>
          <p:nvSpPr>
            <p:cNvPr id="4" name="Прямоугольник 3"/>
            <p:cNvSpPr/>
            <p:nvPr/>
          </p:nvSpPr>
          <p:spPr>
            <a:xfrm>
              <a:off x="600939" y="6030754"/>
              <a:ext cx="3837511" cy="215444"/>
            </a:xfrm>
            <a:prstGeom prst="rect">
              <a:avLst/>
            </a:prstGeom>
          </p:spPr>
          <p:txBody>
            <a:bodyPr wrap="square">
              <a:spAutoFit/>
            </a:bodyPr>
            <a:lstStyle/>
            <a:p>
              <a:r>
                <a:rPr lang="ru-RU" sz="800" dirty="0">
                  <a:solidFill>
                    <a:srgbClr val="004077"/>
                  </a:solidFill>
                  <a:latin typeface="DINPro-Regular" panose="02000503030000020004" pitchFamily="50" charset="0"/>
                  <a:ea typeface="Times New Roman" panose="02020603050405020304" pitchFamily="18" charset="0"/>
                  <a:cs typeface="Times New Roman" panose="02020603050405020304" pitchFamily="18" charset="0"/>
                </a:rPr>
                <a:t>Генеральный директор		</a:t>
              </a:r>
              <a:r>
                <a:rPr lang="ru-RU" sz="800" dirty="0" smtClean="0">
                  <a:solidFill>
                    <a:srgbClr val="004077"/>
                  </a:solidFill>
                  <a:latin typeface="DINPro-Regular" panose="02000503030000020004" pitchFamily="50" charset="0"/>
                  <a:ea typeface="Times New Roman" panose="02020603050405020304" pitchFamily="18" charset="0"/>
                  <a:cs typeface="Times New Roman" panose="02020603050405020304" pitchFamily="18" charset="0"/>
                </a:rPr>
                <a:t>Е.В. </a:t>
              </a:r>
              <a:r>
                <a:rPr lang="ru-RU" sz="800" dirty="0" err="1" smtClean="0">
                  <a:solidFill>
                    <a:srgbClr val="004077"/>
                  </a:solidFill>
                  <a:latin typeface="DINPro-Regular" panose="02000503030000020004" pitchFamily="50" charset="0"/>
                  <a:ea typeface="Times New Roman" panose="02020603050405020304" pitchFamily="18" charset="0"/>
                  <a:cs typeface="Times New Roman" panose="02020603050405020304" pitchFamily="18" charset="0"/>
                </a:rPr>
                <a:t>Брагар</a:t>
              </a:r>
              <a:endParaRPr lang="ru-RU" sz="800" dirty="0">
                <a:effectLst/>
                <a:latin typeface="Arial" panose="020B0604020202020204" pitchFamily="34" charset="0"/>
                <a:ea typeface="Times New Roman" panose="02020603050405020304" pitchFamily="18" charset="0"/>
              </a:endParaRPr>
            </a:p>
          </p:txBody>
        </p:sp>
      </p:grpSp>
    </p:spTree>
    <p:extLst>
      <p:ext uri="{BB962C8B-B14F-4D97-AF65-F5344CB8AC3E}">
        <p14:creationId xmlns:p14="http://schemas.microsoft.com/office/powerpoint/2010/main" val="33675833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77913" defTabSz="361950">
              <a:spcBef>
                <a:spcPts val="600"/>
              </a:spcBef>
              <a:defRPr/>
            </a:pPr>
            <a:r>
              <a:rPr lang="ru-RU" sz="2800" b="1" dirty="0">
                <a:solidFill>
                  <a:schemeClr val="bg1"/>
                </a:solidFill>
                <a:latin typeface="DINPro-Bold" panose="02000503030000020004" pitchFamily="50" charset="0"/>
                <a:ea typeface="GPN_DIN Bold"/>
              </a:rPr>
              <a:t>КАК ЭТО В </a:t>
            </a:r>
            <a:r>
              <a:rPr lang="ru-RU" sz="2800" b="1" dirty="0" smtClean="0">
                <a:solidFill>
                  <a:schemeClr val="bg1"/>
                </a:solidFill>
                <a:latin typeface="DINPro-Bold" panose="02000503030000020004" pitchFamily="50" charset="0"/>
                <a:ea typeface="GPN_DIN Bold"/>
              </a:rPr>
              <a:t>ГПН-СНАБЖЕНИИ</a:t>
            </a:r>
            <a:endParaRPr lang="ru-RU" sz="2800" b="1" dirty="0">
              <a:solidFill>
                <a:schemeClr val="bg1"/>
              </a:solidFill>
              <a:latin typeface="DINPro-Bold" panose="02000503030000020004" pitchFamily="50" charset="0"/>
              <a:ea typeface="GPN_DIN Bold"/>
            </a:endParaRPr>
          </a:p>
        </p:txBody>
      </p:sp>
      <p:grpSp>
        <p:nvGrpSpPr>
          <p:cNvPr id="5" name="Группа 4"/>
          <p:cNvGrpSpPr/>
          <p:nvPr/>
        </p:nvGrpSpPr>
        <p:grpSpPr>
          <a:xfrm>
            <a:off x="127816" y="1230784"/>
            <a:ext cx="3914274" cy="5254409"/>
            <a:chOff x="574384" y="1731182"/>
            <a:chExt cx="3914274" cy="5254409"/>
          </a:xfrm>
        </p:grpSpPr>
        <p:sp>
          <p:nvSpPr>
            <p:cNvPr id="20" name="Прямоугольник 32"/>
            <p:cNvSpPr>
              <a:spLocks noChangeAspect="1"/>
            </p:cNvSpPr>
            <p:nvPr/>
          </p:nvSpPr>
          <p:spPr bwMode="auto">
            <a:xfrm>
              <a:off x="574384" y="1731182"/>
              <a:ext cx="3914274" cy="52544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lstStyle/>
            <a:p>
              <a:pPr marR="0" lvl="0" algn="l" defTabSz="914400">
                <a:lnSpc>
                  <a:spcPct val="100000"/>
                </a:lnSpc>
                <a:spcBef>
                  <a:spcPts val="600"/>
                </a:spcBef>
                <a:spcAft>
                  <a:spcPts val="0"/>
                </a:spcAft>
                <a:buClrTx/>
                <a:buSzTx/>
                <a:defRPr/>
              </a:pPr>
              <a:endParaRPr lang="ru-RU" sz="1200" b="0" i="0" u="none" strike="noStrike" cap="none" spc="0">
                <a:ln>
                  <a:noFill/>
                </a:ln>
                <a:solidFill>
                  <a:schemeClr val="tx1"/>
                </a:solidFill>
                <a:ea typeface="GPN_DIN Regular"/>
                <a:cs typeface="+mn-cs"/>
              </a:endParaRPr>
            </a:p>
          </p:txBody>
        </p:sp>
        <p:pic>
          <p:nvPicPr>
            <p:cNvPr id="21" name="Рисунок 20"/>
            <p:cNvPicPr>
              <a:picLocks noChangeAspect="1"/>
            </p:cNvPicPr>
            <p:nvPr/>
          </p:nvPicPr>
          <p:blipFill>
            <a:blip r:embed="rId3"/>
            <a:srcRect l="39999" t="7777" r="24912" b="3956"/>
            <a:stretch/>
          </p:blipFill>
          <p:spPr bwMode="auto">
            <a:xfrm>
              <a:off x="763323" y="1856386"/>
              <a:ext cx="3536396" cy="5004000"/>
            </a:xfrm>
            <a:prstGeom prst="rect">
              <a:avLst/>
            </a:prstGeom>
          </p:spPr>
        </p:pic>
      </p:grpSp>
      <p:grpSp>
        <p:nvGrpSpPr>
          <p:cNvPr id="6" name="Группа 5"/>
          <p:cNvGrpSpPr/>
          <p:nvPr/>
        </p:nvGrpSpPr>
        <p:grpSpPr>
          <a:xfrm>
            <a:off x="4120202" y="1230784"/>
            <a:ext cx="3913200" cy="5256000"/>
            <a:chOff x="6753723" y="1163974"/>
            <a:chExt cx="3913200" cy="5256000"/>
          </a:xfrm>
        </p:grpSpPr>
        <p:sp>
          <p:nvSpPr>
            <p:cNvPr id="16" name="Прямоугольник 32"/>
            <p:cNvSpPr/>
            <p:nvPr/>
          </p:nvSpPr>
          <p:spPr bwMode="auto">
            <a:xfrm>
              <a:off x="6753723" y="1163974"/>
              <a:ext cx="3913200" cy="5256000"/>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lstStyle/>
            <a:p>
              <a:pPr marR="0" lvl="0" algn="l" defTabSz="914400">
                <a:lnSpc>
                  <a:spcPct val="100000"/>
                </a:lnSpc>
                <a:spcBef>
                  <a:spcPts val="600"/>
                </a:spcBef>
                <a:spcAft>
                  <a:spcPts val="0"/>
                </a:spcAft>
                <a:buClrTx/>
                <a:buSzTx/>
                <a:defRPr/>
              </a:pPr>
              <a:endParaRPr lang="ru-RU" sz="1200" b="0" i="0" u="none" strike="noStrike" cap="none" spc="0">
                <a:ln>
                  <a:noFill/>
                </a:ln>
                <a:solidFill>
                  <a:schemeClr val="tx1"/>
                </a:solidFill>
                <a:ea typeface="GPN_DIN Regular"/>
                <a:cs typeface="+mn-cs"/>
              </a:endParaRPr>
            </a:p>
          </p:txBody>
        </p:sp>
        <p:pic>
          <p:nvPicPr>
            <p:cNvPr id="19" name="Рисунок 18"/>
            <p:cNvPicPr>
              <a:picLocks noChangeAspect="1"/>
            </p:cNvPicPr>
            <p:nvPr/>
          </p:nvPicPr>
          <p:blipFill>
            <a:blip r:embed="rId4"/>
            <a:stretch/>
          </p:blipFill>
          <p:spPr bwMode="auto">
            <a:xfrm>
              <a:off x="6895314" y="1289974"/>
              <a:ext cx="3630018" cy="5004000"/>
            </a:xfrm>
            <a:prstGeom prst="rect">
              <a:avLst/>
            </a:prstGeom>
          </p:spPr>
        </p:pic>
      </p:grpSp>
      <p:grpSp>
        <p:nvGrpSpPr>
          <p:cNvPr id="24" name="Группа 23"/>
          <p:cNvGrpSpPr/>
          <p:nvPr/>
        </p:nvGrpSpPr>
        <p:grpSpPr>
          <a:xfrm>
            <a:off x="8111514" y="1230784"/>
            <a:ext cx="3960000" cy="5220000"/>
            <a:chOff x="1381115" y="1241667"/>
            <a:chExt cx="3960000" cy="5220000"/>
          </a:xfrm>
        </p:grpSpPr>
        <p:sp>
          <p:nvSpPr>
            <p:cNvPr id="25" name="Прямоугольник 34"/>
            <p:cNvSpPr/>
            <p:nvPr/>
          </p:nvSpPr>
          <p:spPr bwMode="auto">
            <a:xfrm>
              <a:off x="1381115" y="1241667"/>
              <a:ext cx="3960000" cy="5220000"/>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lstStyle/>
            <a:p>
              <a:pPr marR="0" lvl="0" algn="l" defTabSz="914400">
                <a:lnSpc>
                  <a:spcPct val="100000"/>
                </a:lnSpc>
                <a:spcBef>
                  <a:spcPts val="600"/>
                </a:spcBef>
                <a:spcAft>
                  <a:spcPts val="0"/>
                </a:spcAft>
                <a:buClrTx/>
                <a:buSzTx/>
                <a:defRPr/>
              </a:pPr>
              <a:endParaRPr lang="ru-RU" sz="1200" b="0" i="0" u="none" strike="noStrike" cap="none" spc="0">
                <a:ln>
                  <a:noFill/>
                </a:ln>
                <a:solidFill>
                  <a:schemeClr val="tx1"/>
                </a:solidFill>
                <a:ea typeface="GPN_DIN Regular"/>
                <a:cs typeface="+mn-cs"/>
              </a:endParaRPr>
            </a:p>
          </p:txBody>
        </p:sp>
        <p:pic>
          <p:nvPicPr>
            <p:cNvPr id="26" name="Рисунок 25"/>
            <p:cNvPicPr>
              <a:picLocks noChangeAspect="1"/>
            </p:cNvPicPr>
            <p:nvPr/>
          </p:nvPicPr>
          <p:blipFill>
            <a:blip r:embed="rId5"/>
            <a:stretch/>
          </p:blipFill>
          <p:spPr bwMode="auto">
            <a:xfrm>
              <a:off x="1597184" y="1349667"/>
              <a:ext cx="3527862" cy="5004000"/>
            </a:xfrm>
            <a:prstGeom prst="rect">
              <a:avLst/>
            </a:prstGeom>
          </p:spPr>
        </p:pic>
      </p:grpSp>
      <p:pic>
        <p:nvPicPr>
          <p:cNvPr id="12" name="Рисунок 11"/>
          <p:cNvPicPr>
            <a:picLocks noChangeAspect="1"/>
          </p:cNvPicPr>
          <p:nvPr/>
        </p:nvPicPr>
        <p:blipFill rotWithShape="1">
          <a:blip r:embed="rId6">
            <a:extLst>
              <a:ext uri="{BEBA8EAE-BF5A-486C-A8C5-ECC9F3942E4B}">
                <a14:imgProps xmlns:a14="http://schemas.microsoft.com/office/drawing/2010/main">
                  <a14:imgLayer r:embed="rId7">
                    <a14:imgEffect>
                      <a14:backgroundRemoval t="10000" b="90000" l="10000" r="90000"/>
                    </a14:imgEffect>
                  </a14:imgLayer>
                </a14:imgProps>
              </a:ext>
            </a:extLst>
          </a:blip>
          <a:srcRect l="11267" t="11547" r="9617" b="11173"/>
          <a:stretch/>
        </p:blipFill>
        <p:spPr bwMode="auto">
          <a:xfrm>
            <a:off x="315586" y="122645"/>
            <a:ext cx="700252" cy="684000"/>
          </a:xfrm>
          <a:prstGeom prst="rect">
            <a:avLst/>
          </a:prstGeom>
        </p:spPr>
      </p:pic>
    </p:spTree>
    <p:extLst>
      <p:ext uri="{BB962C8B-B14F-4D97-AF65-F5344CB8AC3E}">
        <p14:creationId xmlns:p14="http://schemas.microsoft.com/office/powerpoint/2010/main" val="36690190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7.2. ЦЕЛИ</a:t>
            </a:r>
            <a:endParaRPr sz="2000" dirty="0">
              <a:latin typeface="DINPro-Bold" panose="02000503030000020004" pitchFamily="50" charset="0"/>
            </a:endParaRPr>
          </a:p>
        </p:txBody>
      </p:sp>
      <p:grpSp>
        <p:nvGrpSpPr>
          <p:cNvPr id="49" name="Группа 48"/>
          <p:cNvGrpSpPr/>
          <p:nvPr/>
        </p:nvGrpSpPr>
        <p:grpSpPr>
          <a:xfrm>
            <a:off x="423307" y="1509747"/>
            <a:ext cx="3744000" cy="4057326"/>
            <a:chOff x="423307" y="1382151"/>
            <a:chExt cx="3744000" cy="4057326"/>
          </a:xfrm>
        </p:grpSpPr>
        <p:sp>
          <p:nvSpPr>
            <p:cNvPr id="44" name="Прямоугольник 27">
              <a:extLst>
                <a:ext uri="{FF2B5EF4-FFF2-40B4-BE49-F238E27FC236}">
                  <a16:creationId xmlns:a16="http://schemas.microsoft.com/office/drawing/2014/main" id="{0F67F8FC-846B-7DC9-7278-B25D2ABC8AED}"/>
                </a:ext>
              </a:extLst>
            </p:cNvPr>
            <p:cNvSpPr/>
            <p:nvPr/>
          </p:nvSpPr>
          <p:spPr>
            <a:xfrm>
              <a:off x="423307" y="1382151"/>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45" name="Прямоугольник 29">
              <a:extLst>
                <a:ext uri="{FF2B5EF4-FFF2-40B4-BE49-F238E27FC236}">
                  <a16:creationId xmlns:a16="http://schemas.microsoft.com/office/drawing/2014/main" id="{C3486913-A292-3BBC-8B74-66DCBC8DCF87}"/>
                </a:ext>
              </a:extLst>
            </p:cNvPr>
            <p:cNvSpPr/>
            <p:nvPr/>
          </p:nvSpPr>
          <p:spPr>
            <a:xfrm>
              <a:off x="423307"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Цели</a:t>
              </a:r>
              <a:r>
                <a:rPr lang="ru-RU" sz="1200" dirty="0" smtClean="0">
                  <a:solidFill>
                    <a:schemeClr val="tx2"/>
                  </a:solidFill>
                  <a:latin typeface="DINPro-Light" panose="02000504040000020003" pitchFamily="50" charset="0"/>
                  <a:ea typeface="GPN_DIN Regular" panose="020B0504020202020204" pitchFamily="34" charset="-52"/>
                </a:rPr>
                <a:t> </a:t>
              </a:r>
              <a:r>
                <a:rPr lang="ru-RU" sz="1200" dirty="0">
                  <a:solidFill>
                    <a:schemeClr val="tx2"/>
                  </a:solidFill>
                  <a:latin typeface="DINPro-Light" panose="02000504040000020003" pitchFamily="50" charset="0"/>
                  <a:ea typeface="GPN_DIN Regular" panose="020B0504020202020204" pitchFamily="34" charset="-52"/>
                </a:rPr>
                <a:t>– </a:t>
              </a:r>
              <a:r>
                <a:rPr lang="ru-RU" sz="1200" dirty="0" smtClean="0">
                  <a:solidFill>
                    <a:schemeClr val="tx2"/>
                  </a:solidFill>
                  <a:latin typeface="DINPro-Light" panose="02000504040000020003" pitchFamily="50" charset="0"/>
                  <a:ea typeface="GPN_DIN Regular" panose="020B0504020202020204" pitchFamily="34" charset="-52"/>
                </a:rPr>
                <a:t>результат</a:t>
              </a:r>
              <a:r>
                <a:rPr lang="ru-RU" sz="1200" dirty="0">
                  <a:solidFill>
                    <a:schemeClr val="tx2"/>
                  </a:solidFill>
                  <a:latin typeface="DINPro-Light" panose="02000504040000020003" pitchFamily="50" charset="0"/>
                  <a:ea typeface="GPN_DIN Regular" panose="020B0504020202020204" pitchFamily="34" charset="-52"/>
                </a:rPr>
                <a:t>, который должен быть достигнут</a:t>
              </a:r>
            </a:p>
            <a:p>
              <a:pPr>
                <a:spcBef>
                  <a:spcPts val="600"/>
                </a:spcBef>
              </a:pPr>
              <a:r>
                <a:rPr lang="ru-RU" sz="1200" dirty="0">
                  <a:solidFill>
                    <a:schemeClr val="tx2"/>
                  </a:solidFill>
                  <a:latin typeface="DINPro-Light" panose="02000504040000020003" pitchFamily="50" charset="0"/>
                  <a:ea typeface="GPN_DIN Regular" panose="020B0504020202020204" pitchFamily="34" charset="-52"/>
                </a:rPr>
                <a:t>Цели </a:t>
              </a:r>
              <a:r>
                <a:rPr lang="ru-RU" sz="1200" dirty="0" smtClean="0">
                  <a:solidFill>
                    <a:schemeClr val="tx2"/>
                  </a:solidFill>
                  <a:latin typeface="DINPro-Light" panose="02000504040000020003" pitchFamily="50" charset="0"/>
                  <a:ea typeface="GPN_DIN Regular" panose="020B0504020202020204" pitchFamily="34" charset="-52"/>
                </a:rPr>
                <a:t>должны</a:t>
              </a:r>
              <a:r>
                <a:rPr lang="ru-RU" sz="1200" dirty="0">
                  <a:solidFill>
                    <a:schemeClr val="tx2"/>
                  </a:solidFill>
                  <a:latin typeface="DINPro-Light" panose="02000504040000020003" pitchFamily="50" charset="0"/>
                  <a:ea typeface="GPN_DIN Regular" panose="020B0504020202020204" pitchFamily="34" charset="-52"/>
                </a:rPr>
                <a:t>:</a:t>
              </a:r>
            </a:p>
            <a:p>
              <a:pPr marL="171450" indent="-171450">
                <a:spcBef>
                  <a:spcPts val="600"/>
                </a:spcBef>
                <a:buFont typeface="Arial" panose="020B0604020202020204" pitchFamily="34" charset="0"/>
                <a:buChar char="•"/>
              </a:pPr>
              <a:r>
                <a:rPr lang="ru-RU" sz="1200" dirty="0" smtClean="0">
                  <a:solidFill>
                    <a:schemeClr val="tx2"/>
                  </a:solidFill>
                  <a:latin typeface="DINPro-Light" panose="02000504040000020003" pitchFamily="50" charset="0"/>
                  <a:ea typeface="GPN_DIN Regular" panose="020B0504020202020204" pitchFamily="34" charset="-52"/>
                </a:rPr>
                <a:t>быть </a:t>
              </a:r>
              <a:r>
                <a:rPr lang="ru-RU" sz="1200" dirty="0">
                  <a:solidFill>
                    <a:schemeClr val="tx2"/>
                  </a:solidFill>
                  <a:latin typeface="DINPro-Light" panose="02000504040000020003" pitchFamily="50" charset="0"/>
                  <a:ea typeface="GPN_DIN Regular" panose="020B0504020202020204" pitchFamily="34" charset="-52"/>
                </a:rPr>
                <a:t>согласованными с П</a:t>
              </a:r>
              <a:r>
                <a:rPr lang="ru-RU" sz="1200" dirty="0" smtClean="0">
                  <a:solidFill>
                    <a:schemeClr val="tx2"/>
                  </a:solidFill>
                  <a:latin typeface="DINPro-Light" panose="02000504040000020003" pitchFamily="50" charset="0"/>
                  <a:ea typeface="GPN_DIN Regular" panose="020B0504020202020204" pitchFamily="34" charset="-52"/>
                </a:rPr>
                <a:t>олитикой;</a:t>
              </a:r>
              <a:endParaRPr lang="ru-RU" sz="1200" dirty="0">
                <a:solidFill>
                  <a:schemeClr val="tx2"/>
                </a:solidFill>
                <a:latin typeface="DINPro-Light" panose="02000504040000020003" pitchFamily="50" charset="0"/>
                <a:ea typeface="GPN_DIN Regular" panose="020B0504020202020204" pitchFamily="34" charset="-52"/>
              </a:endParaRPr>
            </a:p>
            <a:p>
              <a:pPr marL="171450" indent="-171450">
                <a:spcBef>
                  <a:spcPts val="600"/>
                </a:spcBef>
                <a:buFont typeface="Arial" panose="020B0604020202020204" pitchFamily="34" charset="0"/>
                <a:buChar char="•"/>
              </a:pPr>
              <a:r>
                <a:rPr lang="ru-RU" sz="1200" dirty="0" smtClean="0">
                  <a:solidFill>
                    <a:schemeClr val="tx2"/>
                  </a:solidFill>
                  <a:latin typeface="DINPro-Light" panose="02000504040000020003" pitchFamily="50" charset="0"/>
                  <a:ea typeface="GPN_DIN Regular" panose="020B0504020202020204" pitchFamily="34" charset="-52"/>
                </a:rPr>
                <a:t>быть </a:t>
              </a:r>
              <a:r>
                <a:rPr lang="ru-RU" sz="1200" dirty="0">
                  <a:solidFill>
                    <a:schemeClr val="tx2"/>
                  </a:solidFill>
                  <a:latin typeface="DINPro-Light" panose="02000504040000020003" pitchFamily="50" charset="0"/>
                  <a:ea typeface="GPN_DIN Regular" panose="020B0504020202020204" pitchFamily="34" charset="-52"/>
                </a:rPr>
                <a:t>измеримыми;</a:t>
              </a:r>
            </a:p>
            <a:p>
              <a:pPr marL="171450" indent="-171450">
                <a:spcBef>
                  <a:spcPts val="600"/>
                </a:spcBef>
                <a:buFont typeface="Arial" panose="020B0604020202020204" pitchFamily="34" charset="0"/>
                <a:buChar char="•"/>
              </a:pPr>
              <a:r>
                <a:rPr lang="ru-RU" sz="1200" dirty="0" smtClean="0">
                  <a:solidFill>
                    <a:schemeClr val="tx2"/>
                  </a:solidFill>
                  <a:latin typeface="DINPro-Light" panose="02000504040000020003" pitchFamily="50" charset="0"/>
                  <a:ea typeface="GPN_DIN Regular" panose="020B0504020202020204" pitchFamily="34" charset="-52"/>
                </a:rPr>
                <a:t>учитывать </a:t>
              </a:r>
              <a:r>
                <a:rPr lang="ru-RU" sz="1200" dirty="0">
                  <a:solidFill>
                    <a:schemeClr val="tx2"/>
                  </a:solidFill>
                  <a:latin typeface="DINPro-Light" panose="02000504040000020003" pitchFamily="50" charset="0"/>
                  <a:ea typeface="GPN_DIN Regular" panose="020B0504020202020204" pitchFamily="34" charset="-52"/>
                </a:rPr>
                <a:t>применимые требования;</a:t>
              </a:r>
            </a:p>
            <a:p>
              <a:pPr marL="171450" indent="-171450">
                <a:spcBef>
                  <a:spcPts val="600"/>
                </a:spcBef>
                <a:buFont typeface="Arial" panose="020B0604020202020204" pitchFamily="34" charset="0"/>
                <a:buChar char="•"/>
              </a:pPr>
              <a:r>
                <a:rPr lang="ru-RU" sz="1200" dirty="0" smtClean="0">
                  <a:solidFill>
                    <a:schemeClr val="tx2"/>
                  </a:solidFill>
                  <a:latin typeface="DINPro-Light" panose="02000504040000020003" pitchFamily="50" charset="0"/>
                  <a:ea typeface="GPN_DIN Regular" panose="020B0504020202020204" pitchFamily="34" charset="-52"/>
                </a:rPr>
                <a:t>быть </a:t>
              </a:r>
              <a:r>
                <a:rPr lang="ru-RU" sz="1200" dirty="0">
                  <a:solidFill>
                    <a:schemeClr val="tx2"/>
                  </a:solidFill>
                  <a:latin typeface="DINPro-Light" panose="02000504040000020003" pitchFamily="50" charset="0"/>
                  <a:ea typeface="GPN_DIN Regular" panose="020B0504020202020204" pitchFamily="34" charset="-52"/>
                </a:rPr>
                <a:t>связанными с обеспечением соответствия продукции и услуг и повышением удовлетворенности потребителей;</a:t>
              </a:r>
            </a:p>
            <a:p>
              <a:pPr marL="171450" indent="-171450">
                <a:spcBef>
                  <a:spcPts val="600"/>
                </a:spcBef>
                <a:buFont typeface="Arial" panose="020B0604020202020204" pitchFamily="34" charset="0"/>
                <a:buChar char="•"/>
              </a:pPr>
              <a:r>
                <a:rPr lang="ru-RU" sz="1200" dirty="0" smtClean="0">
                  <a:solidFill>
                    <a:schemeClr val="tx2"/>
                  </a:solidFill>
                  <a:latin typeface="DINPro-Light" panose="02000504040000020003" pitchFamily="50" charset="0"/>
                  <a:ea typeface="GPN_DIN Regular" panose="020B0504020202020204" pitchFamily="34" charset="-52"/>
                </a:rPr>
                <a:t>подлежать </a:t>
              </a:r>
              <a:r>
                <a:rPr lang="ru-RU" sz="1200" dirty="0">
                  <a:solidFill>
                    <a:schemeClr val="tx2"/>
                  </a:solidFill>
                  <a:latin typeface="DINPro-Light" panose="02000504040000020003" pitchFamily="50" charset="0"/>
                  <a:ea typeface="GPN_DIN Regular" panose="020B0504020202020204" pitchFamily="34" charset="-52"/>
                </a:rPr>
                <a:t>мониторингу;</a:t>
              </a:r>
            </a:p>
            <a:p>
              <a:pPr marL="171450" indent="-171450">
                <a:spcBef>
                  <a:spcPts val="600"/>
                </a:spcBef>
                <a:buFont typeface="Arial" panose="020B0604020202020204" pitchFamily="34" charset="0"/>
                <a:buChar char="•"/>
              </a:pPr>
              <a:r>
                <a:rPr lang="ru-RU" sz="1200" dirty="0" smtClean="0">
                  <a:solidFill>
                    <a:schemeClr val="tx2"/>
                  </a:solidFill>
                  <a:latin typeface="DINPro-Light" panose="02000504040000020003" pitchFamily="50" charset="0"/>
                  <a:ea typeface="GPN_DIN Regular" panose="020B0504020202020204" pitchFamily="34" charset="-52"/>
                </a:rPr>
                <a:t>быть </a:t>
              </a:r>
              <a:r>
                <a:rPr lang="ru-RU" sz="1200" dirty="0">
                  <a:solidFill>
                    <a:schemeClr val="tx2"/>
                  </a:solidFill>
                  <a:latin typeface="DINPro-Light" panose="02000504040000020003" pitchFamily="50" charset="0"/>
                  <a:ea typeface="GPN_DIN Regular" panose="020B0504020202020204" pitchFamily="34" charset="-52"/>
                </a:rPr>
                <a:t>доведенными до работников;</a:t>
              </a:r>
            </a:p>
            <a:p>
              <a:pPr marL="171450" indent="-171450">
                <a:spcBef>
                  <a:spcPts val="600"/>
                </a:spcBef>
                <a:buFont typeface="Arial" panose="020B0604020202020204" pitchFamily="34" charset="0"/>
                <a:buChar char="•"/>
              </a:pPr>
              <a:r>
                <a:rPr lang="ru-RU" sz="1200" dirty="0" smtClean="0">
                  <a:solidFill>
                    <a:schemeClr val="tx2"/>
                  </a:solidFill>
                  <a:latin typeface="DINPro-Light" panose="02000504040000020003" pitchFamily="50" charset="0"/>
                  <a:ea typeface="GPN_DIN Regular" panose="020B0504020202020204" pitchFamily="34" charset="-52"/>
                </a:rPr>
                <a:t>актуализироваться </a:t>
              </a:r>
              <a:r>
                <a:rPr lang="ru-RU" sz="1200" dirty="0">
                  <a:solidFill>
                    <a:schemeClr val="tx2"/>
                  </a:solidFill>
                  <a:latin typeface="DINPro-Light" panose="02000504040000020003" pitchFamily="50" charset="0"/>
                  <a:ea typeface="GPN_DIN Regular" panose="020B0504020202020204" pitchFamily="34" charset="-52"/>
                </a:rPr>
                <a:t>по мере необходимости.</a:t>
              </a:r>
              <a:endParaRPr lang="ru-RU" sz="1200" dirty="0">
                <a:solidFill>
                  <a:schemeClr val="tx2"/>
                </a:solidFill>
                <a:latin typeface="DINPro-Light" panose="02000504040000020003" pitchFamily="50" charset="0"/>
                <a:ea typeface="GPN_DIN Condensed Bold" panose="020B0504020202020204" pitchFamily="34" charset="0"/>
              </a:endParaRPr>
            </a:p>
          </p:txBody>
        </p:sp>
        <p:pic>
          <p:nvPicPr>
            <p:cNvPr id="5" name="Рисунок 4"/>
            <p:cNvPicPr>
              <a:picLocks noChangeAspect="1"/>
            </p:cNvPicPr>
            <p:nvPr/>
          </p:nvPicPr>
          <p:blipFill rotWithShape="1">
            <a:blip r:embed="rId3"/>
            <a:srcRect l="9020" r="9257"/>
            <a:stretch/>
          </p:blipFill>
          <p:spPr>
            <a:xfrm>
              <a:off x="492323" y="1433907"/>
              <a:ext cx="441293" cy="540000"/>
            </a:xfrm>
            <a:prstGeom prst="rect">
              <a:avLst/>
            </a:prstGeom>
          </p:spPr>
        </p:pic>
      </p:grpSp>
      <p:grpSp>
        <p:nvGrpSpPr>
          <p:cNvPr id="65" name="Группа 64"/>
          <p:cNvGrpSpPr/>
          <p:nvPr/>
        </p:nvGrpSpPr>
        <p:grpSpPr>
          <a:xfrm>
            <a:off x="6184771" y="1509747"/>
            <a:ext cx="3744000" cy="4057326"/>
            <a:chOff x="6184771" y="1382151"/>
            <a:chExt cx="3744000" cy="4057326"/>
          </a:xfrm>
        </p:grpSpPr>
        <p:sp>
          <p:nvSpPr>
            <p:cNvPr id="51" name="Прямоугольник 27">
              <a:extLst>
                <a:ext uri="{FF2B5EF4-FFF2-40B4-BE49-F238E27FC236}">
                  <a16:creationId xmlns:a16="http://schemas.microsoft.com/office/drawing/2014/main" id="{0F67F8FC-846B-7DC9-7278-B25D2ABC8AED}"/>
                </a:ext>
              </a:extLst>
            </p:cNvPr>
            <p:cNvSpPr/>
            <p:nvPr/>
          </p:nvSpPr>
          <p:spPr>
            <a:xfrm>
              <a:off x="6184771" y="1382151"/>
              <a:ext cx="3743377" cy="704398"/>
            </a:xfrm>
            <a:prstGeom prst="rect">
              <a:avLst/>
            </a:prstGeom>
            <a:solidFill>
              <a:srgbClr val="48A044"/>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ЗАДАНИЕ</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6184771"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Light" panose="02000504040000020003" pitchFamily="50" charset="0"/>
                  <a:ea typeface="GPN_DIN Regular" panose="020B0504020202020204" pitchFamily="34" charset="-52"/>
                </a:rPr>
                <a:t>С учетом области применения (слайд 5) и намерений, определенных в Политиках (слайд 22), установить Цели в области ИСМ на 2026 год</a:t>
              </a:r>
            </a:p>
          </p:txBody>
        </p:sp>
        <p:pic>
          <p:nvPicPr>
            <p:cNvPr id="63" name="Рисунок 62"/>
            <p:cNvPicPr>
              <a:picLocks noChangeAspect="1"/>
            </p:cNvPicPr>
            <p:nvPr/>
          </p:nvPicPr>
          <p:blipFill rotWithShape="1">
            <a:blip r:embed="rId4">
              <a:extLst>
                <a:ext uri="{BEBA8EAE-BF5A-486C-A8C5-ECC9F3942E4B}">
                  <a14:imgProps xmlns:a14="http://schemas.microsoft.com/office/drawing/2010/main">
                    <a14:imgLayer r:embed="rId5">
                      <a14:imgEffect>
                        <a14:backgroundRemoval t="2930" b="100000" l="11133" r="98926"/>
                      </a14:imgEffect>
                    </a14:imgLayer>
                  </a14:imgProps>
                </a:ext>
              </a:extLst>
            </a:blip>
            <a:srcRect l="10869" t="2218"/>
            <a:stretch/>
          </p:blipFill>
          <p:spPr>
            <a:xfrm>
              <a:off x="6315738" y="1433907"/>
              <a:ext cx="492226" cy="540000"/>
            </a:xfrm>
            <a:prstGeom prst="rect">
              <a:avLst/>
            </a:prstGeom>
          </p:spPr>
        </p:pic>
      </p:grpSp>
    </p:spTree>
    <p:extLst>
      <p:ext uri="{BB962C8B-B14F-4D97-AF65-F5344CB8AC3E}">
        <p14:creationId xmlns:p14="http://schemas.microsoft.com/office/powerpoint/2010/main" val="3661036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grpSp>
        <p:nvGrpSpPr>
          <p:cNvPr id="7" name="Группа 6"/>
          <p:cNvGrpSpPr/>
          <p:nvPr/>
        </p:nvGrpSpPr>
        <p:grpSpPr>
          <a:xfrm>
            <a:off x="391188" y="1165942"/>
            <a:ext cx="6551872" cy="5511083"/>
            <a:chOff x="391188" y="1165942"/>
            <a:chExt cx="6551872" cy="5511083"/>
          </a:xfrm>
        </p:grpSpPr>
        <p:sp>
          <p:nvSpPr>
            <p:cNvPr id="2" name="Прямоугольник 1"/>
            <p:cNvSpPr/>
            <p:nvPr/>
          </p:nvSpPr>
          <p:spPr bwMode="auto">
            <a:xfrm>
              <a:off x="391188" y="1165942"/>
              <a:ext cx="6551872" cy="5511083"/>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Прямоугольник 21"/>
            <p:cNvSpPr>
              <a:spLocks noChangeAspect="1"/>
            </p:cNvSpPr>
            <p:nvPr/>
          </p:nvSpPr>
          <p:spPr bwMode="auto">
            <a:xfrm>
              <a:off x="600939" y="1437483"/>
              <a:ext cx="6172001" cy="496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3" name="Рисунок 22"/>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92483" y="1437483"/>
              <a:ext cx="974511" cy="540000"/>
            </a:xfrm>
            <a:prstGeom prst="rect">
              <a:avLst/>
            </a:prstGeom>
            <a:noFill/>
            <a:ln>
              <a:noFill/>
            </a:ln>
          </p:spPr>
        </p:pic>
        <p:sp>
          <p:nvSpPr>
            <p:cNvPr id="3" name="Прямоугольник 2"/>
            <p:cNvSpPr/>
            <p:nvPr/>
          </p:nvSpPr>
          <p:spPr>
            <a:xfrm>
              <a:off x="600939" y="1527452"/>
              <a:ext cx="4896094" cy="388568"/>
            </a:xfrm>
            <a:prstGeom prst="rect">
              <a:avLst/>
            </a:prstGeom>
          </p:spPr>
          <p:txBody>
            <a:bodyPr wrap="square" anchor="ctr" anchorCtr="0">
              <a:spAutoFit/>
            </a:bodyPr>
            <a:lstStyle/>
            <a:p>
              <a:pPr>
                <a:lnSpc>
                  <a:spcPct val="125000"/>
                </a:lnSpc>
                <a:spcAft>
                  <a:spcPts val="0"/>
                </a:spcAft>
                <a:tabLst>
                  <a:tab pos="270510" algn="l"/>
                </a:tabLst>
              </a:pPr>
              <a:r>
                <a:rPr lang="ru-RU" sz="900" dirty="0" smtClean="0">
                  <a:solidFill>
                    <a:srgbClr val="004077"/>
                  </a:solidFill>
                  <a:latin typeface="DINPro-Bold" panose="02000503030000020004" pitchFamily="50" charset="0"/>
                  <a:ea typeface="Times New Roman" panose="02020603050405020304" pitchFamily="18" charset="0"/>
                  <a:cs typeface="Arial" panose="020B0604020202020204" pitchFamily="34" charset="0"/>
                </a:rPr>
                <a:t>ЦЕЛИ </a:t>
              </a:r>
              <a:r>
                <a:rPr lang="ru-RU" sz="900" dirty="0">
                  <a:solidFill>
                    <a:srgbClr val="004077"/>
                  </a:solidFill>
                  <a:latin typeface="DINPro-Bold" panose="02000503030000020004" pitchFamily="50" charset="0"/>
                  <a:ea typeface="Times New Roman" panose="02020603050405020304" pitchFamily="18" charset="0"/>
                  <a:cs typeface="Arial" panose="020B0604020202020204" pitchFamily="34" charset="0"/>
                </a:rPr>
                <a:t>ООО «ГАЗПРОМНЕФТЬ-СНАБЖЕНИЕ»</a:t>
              </a:r>
              <a:endParaRPr lang="ru-RU" sz="700" dirty="0">
                <a:latin typeface="Tahoma" panose="020B0604030504040204" pitchFamily="34" charset="0"/>
                <a:ea typeface="Times New Roman" panose="02020603050405020304" pitchFamily="18" charset="0"/>
              </a:endParaRPr>
            </a:p>
            <a:p>
              <a:r>
                <a:rPr lang="ru-RU" sz="800" dirty="0" smtClean="0">
                  <a:solidFill>
                    <a:srgbClr val="004077"/>
                  </a:solidFill>
                  <a:latin typeface="DINPro-Light" panose="02000504040000020003" pitchFamily="50" charset="0"/>
                  <a:ea typeface="Times New Roman" panose="02020603050405020304" pitchFamily="18" charset="0"/>
                  <a:cs typeface="Times New Roman" panose="02020603050405020304" pitchFamily="18" charset="0"/>
                </a:rPr>
                <a:t>В </a:t>
              </a:r>
              <a:r>
                <a:rPr lang="ru-RU" sz="800" dirty="0">
                  <a:solidFill>
                    <a:srgbClr val="004077"/>
                  </a:solidFill>
                  <a:latin typeface="DINPro-Light" panose="02000504040000020003" pitchFamily="50" charset="0"/>
                  <a:ea typeface="Times New Roman" panose="02020603050405020304" pitchFamily="18" charset="0"/>
                  <a:cs typeface="Times New Roman" panose="02020603050405020304" pitchFamily="18" charset="0"/>
                </a:rPr>
                <a:t>ОБЛАСТИ КАЧЕСТВА, ЭКОЛОГИИ, ОХРАНЫ </a:t>
              </a:r>
              <a:r>
                <a:rPr lang="ru-RU" sz="800" dirty="0" smtClean="0">
                  <a:solidFill>
                    <a:srgbClr val="004077"/>
                  </a:solidFill>
                  <a:latin typeface="DINPro-Light" panose="02000504040000020003" pitchFamily="50" charset="0"/>
                  <a:ea typeface="Times New Roman" panose="02020603050405020304" pitchFamily="18" charset="0"/>
                  <a:cs typeface="Times New Roman" panose="02020603050405020304" pitchFamily="18" charset="0"/>
                </a:rPr>
                <a:t>ТРУДА И </a:t>
              </a:r>
              <a:r>
                <a:rPr lang="ru-RU" sz="800" dirty="0">
                  <a:solidFill>
                    <a:srgbClr val="004077"/>
                  </a:solidFill>
                  <a:latin typeface="DINPro-Light" panose="02000504040000020003" pitchFamily="50" charset="0"/>
                  <a:ea typeface="Times New Roman" panose="02020603050405020304" pitchFamily="18" charset="0"/>
                  <a:cs typeface="Times New Roman" panose="02020603050405020304" pitchFamily="18" charset="0"/>
                </a:rPr>
                <a:t>ПРОМЫШЛЕННОЙ </a:t>
              </a:r>
              <a:r>
                <a:rPr lang="ru-RU" sz="800" dirty="0" smtClean="0">
                  <a:solidFill>
                    <a:srgbClr val="004077"/>
                  </a:solidFill>
                  <a:latin typeface="DINPro-Light" panose="02000504040000020003" pitchFamily="50" charset="0"/>
                  <a:ea typeface="Times New Roman" panose="02020603050405020304" pitchFamily="18" charset="0"/>
                  <a:cs typeface="Times New Roman" panose="02020603050405020304" pitchFamily="18" charset="0"/>
                </a:rPr>
                <a:t>БЕЗОПАСНОСТИ</a:t>
              </a:r>
              <a:endParaRPr lang="ru-RU" sz="800" dirty="0">
                <a:solidFill>
                  <a:srgbClr val="004077"/>
                </a:solidFill>
                <a:latin typeface="DINPro-Light" panose="02000504040000020003" pitchFamily="50" charset="0"/>
                <a:ea typeface="Times New Roman" panose="02020603050405020304" pitchFamily="18" charset="0"/>
                <a:cs typeface="Times New Roman" panose="02020603050405020304" pitchFamily="18" charset="0"/>
              </a:endParaRPr>
            </a:p>
          </p:txBody>
        </p:sp>
        <p:sp>
          <p:nvSpPr>
            <p:cNvPr id="4" name="Прямоугольник 3"/>
            <p:cNvSpPr/>
            <p:nvPr/>
          </p:nvSpPr>
          <p:spPr>
            <a:xfrm>
              <a:off x="600939" y="6030754"/>
              <a:ext cx="5853024" cy="215444"/>
            </a:xfrm>
            <a:prstGeom prst="rect">
              <a:avLst/>
            </a:prstGeom>
          </p:spPr>
          <p:txBody>
            <a:bodyPr wrap="square">
              <a:spAutoFit/>
            </a:bodyPr>
            <a:lstStyle/>
            <a:p>
              <a:r>
                <a:rPr lang="ru-RU" sz="800" dirty="0">
                  <a:solidFill>
                    <a:srgbClr val="004077"/>
                  </a:solidFill>
                  <a:latin typeface="DINPro-Regular" panose="02000503030000020004" pitchFamily="50" charset="0"/>
                  <a:ea typeface="Times New Roman" panose="02020603050405020304" pitchFamily="18" charset="0"/>
                  <a:cs typeface="Times New Roman" panose="02020603050405020304" pitchFamily="18" charset="0"/>
                </a:rPr>
                <a:t>Генеральный директор	 </a:t>
              </a:r>
              <a:r>
                <a:rPr lang="ru-RU" sz="800" dirty="0" smtClean="0">
                  <a:solidFill>
                    <a:srgbClr val="004077"/>
                  </a:solidFill>
                  <a:latin typeface="DINPro-Regular" panose="02000503030000020004" pitchFamily="50" charset="0"/>
                  <a:ea typeface="Times New Roman" panose="02020603050405020304" pitchFamily="18" charset="0"/>
                  <a:cs typeface="Times New Roman" panose="02020603050405020304" pitchFamily="18" charset="0"/>
                </a:rPr>
                <a:t>                                               </a:t>
              </a:r>
              <a:r>
                <a:rPr lang="ru-RU" sz="800" dirty="0">
                  <a:solidFill>
                    <a:srgbClr val="004077"/>
                  </a:solidFill>
                  <a:latin typeface="DINPro-Regular" panose="02000503030000020004" pitchFamily="50" charset="0"/>
                  <a:ea typeface="Times New Roman" panose="02020603050405020304" pitchFamily="18" charset="0"/>
                  <a:cs typeface="Times New Roman" panose="02020603050405020304" pitchFamily="18" charset="0"/>
                </a:rPr>
                <a:t>	</a:t>
              </a:r>
              <a:r>
                <a:rPr lang="ru-RU" sz="800" dirty="0" smtClean="0">
                  <a:solidFill>
                    <a:srgbClr val="004077"/>
                  </a:solidFill>
                  <a:latin typeface="DINPro-Regular" panose="02000503030000020004" pitchFamily="50" charset="0"/>
                  <a:ea typeface="Times New Roman" panose="02020603050405020304" pitchFamily="18" charset="0"/>
                  <a:cs typeface="Times New Roman" panose="02020603050405020304" pitchFamily="18" charset="0"/>
                </a:rPr>
                <a:t>                                     Е.В. </a:t>
              </a:r>
              <a:r>
                <a:rPr lang="ru-RU" sz="800" dirty="0" err="1" smtClean="0">
                  <a:solidFill>
                    <a:srgbClr val="004077"/>
                  </a:solidFill>
                  <a:latin typeface="DINPro-Regular" panose="02000503030000020004" pitchFamily="50" charset="0"/>
                  <a:ea typeface="Times New Roman" panose="02020603050405020304" pitchFamily="18" charset="0"/>
                  <a:cs typeface="Times New Roman" panose="02020603050405020304" pitchFamily="18" charset="0"/>
                </a:rPr>
                <a:t>Брагар</a:t>
              </a:r>
              <a:endParaRPr lang="ru-RU" sz="800" dirty="0">
                <a:effectLst/>
                <a:latin typeface="Arial" panose="020B0604020202020204" pitchFamily="34" charset="0"/>
                <a:ea typeface="Times New Roman" panose="02020603050405020304" pitchFamily="18" charset="0"/>
              </a:endParaRPr>
            </a:p>
          </p:txBody>
        </p:sp>
      </p:grpSp>
      <p:graphicFrame>
        <p:nvGraphicFramePr>
          <p:cNvPr id="5" name="Таблица 4"/>
          <p:cNvGraphicFramePr>
            <a:graphicFrameLocks noGrp="1"/>
          </p:cNvGraphicFramePr>
          <p:nvPr>
            <p:extLst>
              <p:ext uri="{D42A27DB-BD31-4B8C-83A1-F6EECF244321}">
                <p14:modId xmlns:p14="http://schemas.microsoft.com/office/powerpoint/2010/main" val="1437746999"/>
              </p:ext>
            </p:extLst>
          </p:nvPr>
        </p:nvGraphicFramePr>
        <p:xfrm>
          <a:off x="691116" y="2197594"/>
          <a:ext cx="5964864" cy="3501456"/>
        </p:xfrm>
        <a:graphic>
          <a:graphicData uri="http://schemas.openxmlformats.org/drawingml/2006/table">
            <a:tbl>
              <a:tblPr firstRow="1" bandRow="1">
                <a:tableStyleId>{5C22544A-7EE6-4342-B048-85BDC9FD1C3A}</a:tableStyleId>
              </a:tblPr>
              <a:tblGrid>
                <a:gridCol w="1491216">
                  <a:extLst>
                    <a:ext uri="{9D8B030D-6E8A-4147-A177-3AD203B41FA5}">
                      <a16:colId xmlns:a16="http://schemas.microsoft.com/office/drawing/2014/main" val="1849409004"/>
                    </a:ext>
                  </a:extLst>
                </a:gridCol>
                <a:gridCol w="1491216">
                  <a:extLst>
                    <a:ext uri="{9D8B030D-6E8A-4147-A177-3AD203B41FA5}">
                      <a16:colId xmlns:a16="http://schemas.microsoft.com/office/drawing/2014/main" val="4269486259"/>
                    </a:ext>
                  </a:extLst>
                </a:gridCol>
                <a:gridCol w="1491216">
                  <a:extLst>
                    <a:ext uri="{9D8B030D-6E8A-4147-A177-3AD203B41FA5}">
                      <a16:colId xmlns:a16="http://schemas.microsoft.com/office/drawing/2014/main" val="2377093270"/>
                    </a:ext>
                  </a:extLst>
                </a:gridCol>
                <a:gridCol w="1491216">
                  <a:extLst>
                    <a:ext uri="{9D8B030D-6E8A-4147-A177-3AD203B41FA5}">
                      <a16:colId xmlns:a16="http://schemas.microsoft.com/office/drawing/2014/main" val="1796199688"/>
                    </a:ext>
                  </a:extLst>
                </a:gridCol>
              </a:tblGrid>
              <a:tr h="500208">
                <a:tc>
                  <a:txBody>
                    <a:bodyPr/>
                    <a:lstStyle/>
                    <a:p>
                      <a:pPr algn="ctr"/>
                      <a:r>
                        <a:rPr lang="ru-RU" sz="1050" dirty="0" smtClean="0">
                          <a:solidFill>
                            <a:schemeClr val="bg2">
                              <a:lumMod val="25000"/>
                            </a:schemeClr>
                          </a:solidFill>
                          <a:latin typeface="DINPro-Medium" panose="02000503030000020004" pitchFamily="50" charset="0"/>
                        </a:rPr>
                        <a:t>ЦЕЛИ</a:t>
                      </a:r>
                      <a:endParaRPr lang="ru-RU" sz="1050" dirty="0">
                        <a:solidFill>
                          <a:schemeClr val="bg2">
                            <a:lumMod val="25000"/>
                          </a:schemeClr>
                        </a:solidFill>
                        <a:latin typeface="DINPro-Medium" panose="02000503030000020004" pitchFamily="50"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CE8E"/>
                    </a:solidFill>
                  </a:tcPr>
                </a:tc>
                <a:tc>
                  <a:txBody>
                    <a:bodyPr/>
                    <a:lstStyle/>
                    <a:p>
                      <a:pPr algn="ctr"/>
                      <a:r>
                        <a:rPr lang="ru-RU" sz="1050" dirty="0" smtClean="0">
                          <a:solidFill>
                            <a:schemeClr val="bg2">
                              <a:lumMod val="25000"/>
                            </a:schemeClr>
                          </a:solidFill>
                          <a:latin typeface="DINPro-Medium" panose="02000503030000020004" pitchFamily="50" charset="0"/>
                        </a:rPr>
                        <a:t>ПОКАЗАТЕЛИ</a:t>
                      </a:r>
                      <a:endParaRPr lang="ru-RU" sz="1050" dirty="0">
                        <a:solidFill>
                          <a:schemeClr val="bg2">
                            <a:lumMod val="25000"/>
                          </a:schemeClr>
                        </a:solidFill>
                        <a:latin typeface="DINPro-Medium" panose="02000503030000020004" pitchFamily="50"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CE8E"/>
                    </a:solidFill>
                  </a:tcPr>
                </a:tc>
                <a:tc>
                  <a:txBody>
                    <a:bodyPr/>
                    <a:lstStyle/>
                    <a:p>
                      <a:pPr algn="ctr"/>
                      <a:r>
                        <a:rPr lang="ru-RU" sz="1050" dirty="0" smtClean="0">
                          <a:solidFill>
                            <a:schemeClr val="bg2">
                              <a:lumMod val="25000"/>
                            </a:schemeClr>
                          </a:solidFill>
                          <a:latin typeface="DINPro-Medium" panose="02000503030000020004" pitchFamily="50" charset="0"/>
                        </a:rPr>
                        <a:t>КРИТЕРИИ</a:t>
                      </a:r>
                      <a:endParaRPr lang="ru-RU" sz="1050" dirty="0">
                        <a:solidFill>
                          <a:schemeClr val="bg2">
                            <a:lumMod val="25000"/>
                          </a:schemeClr>
                        </a:solidFill>
                        <a:latin typeface="DINPro-Medium" panose="02000503030000020004" pitchFamily="50"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CE8E"/>
                    </a:solidFill>
                  </a:tcPr>
                </a:tc>
                <a:tc>
                  <a:txBody>
                    <a:bodyPr/>
                    <a:lstStyle/>
                    <a:p>
                      <a:pPr algn="ctr"/>
                      <a:r>
                        <a:rPr lang="ru-RU" sz="1050" dirty="0" smtClean="0">
                          <a:solidFill>
                            <a:schemeClr val="bg2">
                              <a:lumMod val="25000"/>
                            </a:schemeClr>
                          </a:solidFill>
                          <a:latin typeface="DINPro-Medium" panose="02000503030000020004" pitchFamily="50" charset="0"/>
                        </a:rPr>
                        <a:t>ОТВЕТСТВЕННЫЕ</a:t>
                      </a:r>
                      <a:endParaRPr lang="ru-RU" sz="1050" dirty="0">
                        <a:solidFill>
                          <a:schemeClr val="bg2">
                            <a:lumMod val="25000"/>
                          </a:schemeClr>
                        </a:solidFill>
                        <a:latin typeface="DINPro-Medium" panose="02000503030000020004" pitchFamily="50"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CE8E"/>
                    </a:solidFill>
                  </a:tcPr>
                </a:tc>
                <a:extLst>
                  <a:ext uri="{0D108BD9-81ED-4DB2-BD59-A6C34878D82A}">
                    <a16:rowId xmlns:a16="http://schemas.microsoft.com/office/drawing/2014/main" val="3891206728"/>
                  </a:ext>
                </a:extLst>
              </a:tr>
              <a:tr h="500208">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1617478"/>
                  </a:ext>
                </a:extLst>
              </a:tr>
              <a:tr h="500208">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1771820"/>
                  </a:ext>
                </a:extLst>
              </a:tr>
              <a:tr h="500208">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3166829"/>
                  </a:ext>
                </a:extLst>
              </a:tr>
              <a:tr h="500208">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9427970"/>
                  </a:ext>
                </a:extLst>
              </a:tr>
              <a:tr h="500208">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1768264"/>
                  </a:ext>
                </a:extLst>
              </a:tr>
              <a:tr h="500208">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0493951"/>
                  </a:ext>
                </a:extLst>
              </a:tr>
            </a:tbl>
          </a:graphicData>
        </a:graphic>
      </p:graphicFrame>
    </p:spTree>
    <p:extLst>
      <p:ext uri="{BB962C8B-B14F-4D97-AF65-F5344CB8AC3E}">
        <p14:creationId xmlns:p14="http://schemas.microsoft.com/office/powerpoint/2010/main" val="18091783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77913" defTabSz="361950">
              <a:spcBef>
                <a:spcPts val="600"/>
              </a:spcBef>
              <a:defRPr/>
            </a:pPr>
            <a:r>
              <a:rPr lang="ru-RU" sz="2800" b="1" dirty="0">
                <a:solidFill>
                  <a:schemeClr val="bg1"/>
                </a:solidFill>
                <a:latin typeface="DINPro-Bold" panose="02000503030000020004" pitchFamily="50" charset="0"/>
                <a:ea typeface="GPN_DIN Bold"/>
              </a:rPr>
              <a:t>КАК ЭТО В </a:t>
            </a:r>
            <a:r>
              <a:rPr lang="ru-RU" sz="2800" b="1" dirty="0" smtClean="0">
                <a:solidFill>
                  <a:schemeClr val="bg1"/>
                </a:solidFill>
                <a:latin typeface="DINPro-Bold" panose="02000503030000020004" pitchFamily="50" charset="0"/>
                <a:ea typeface="GPN_DIN Bold"/>
              </a:rPr>
              <a:t>ГПН-СНАБЖЕНИИ</a:t>
            </a:r>
            <a:endParaRPr lang="ru-RU" sz="2800" b="1" dirty="0">
              <a:solidFill>
                <a:schemeClr val="bg1"/>
              </a:solidFill>
              <a:latin typeface="DINPro-Bold" panose="02000503030000020004" pitchFamily="50" charset="0"/>
              <a:ea typeface="GPN_DIN Bold"/>
            </a:endParaRPr>
          </a:p>
        </p:txBody>
      </p:sp>
      <p:grpSp>
        <p:nvGrpSpPr>
          <p:cNvPr id="3" name="Группа 2"/>
          <p:cNvGrpSpPr/>
          <p:nvPr/>
        </p:nvGrpSpPr>
        <p:grpSpPr>
          <a:xfrm>
            <a:off x="178531" y="1165942"/>
            <a:ext cx="4106385" cy="5511083"/>
            <a:chOff x="391187" y="1165942"/>
            <a:chExt cx="4106385" cy="5511083"/>
          </a:xfrm>
        </p:grpSpPr>
        <p:sp>
          <p:nvSpPr>
            <p:cNvPr id="13" name="Прямоугольник 12"/>
            <p:cNvSpPr/>
            <p:nvPr/>
          </p:nvSpPr>
          <p:spPr bwMode="auto">
            <a:xfrm>
              <a:off x="391187" y="1165942"/>
              <a:ext cx="4106385" cy="5511083"/>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 name="Рисунок 1"/>
            <p:cNvPicPr>
              <a:picLocks noChangeAspect="1"/>
            </p:cNvPicPr>
            <p:nvPr/>
          </p:nvPicPr>
          <p:blipFill rotWithShape="1">
            <a:blip r:embed="rId3"/>
            <a:srcRect l="39806" t="7572" r="25019" b="3850"/>
            <a:stretch/>
          </p:blipFill>
          <p:spPr>
            <a:xfrm>
              <a:off x="601835" y="1311483"/>
              <a:ext cx="3685089" cy="5220000"/>
            </a:xfrm>
            <a:prstGeom prst="rect">
              <a:avLst/>
            </a:prstGeom>
          </p:spPr>
        </p:pic>
      </p:grpSp>
      <p:grpSp>
        <p:nvGrpSpPr>
          <p:cNvPr id="4" name="Группа 3"/>
          <p:cNvGrpSpPr/>
          <p:nvPr/>
        </p:nvGrpSpPr>
        <p:grpSpPr>
          <a:xfrm>
            <a:off x="4444409" y="1165942"/>
            <a:ext cx="7655442" cy="5511083"/>
            <a:chOff x="4743447" y="1165942"/>
            <a:chExt cx="7239446" cy="5511083"/>
          </a:xfrm>
        </p:grpSpPr>
        <p:sp>
          <p:nvSpPr>
            <p:cNvPr id="15" name="Прямоугольник 14"/>
            <p:cNvSpPr/>
            <p:nvPr/>
          </p:nvSpPr>
          <p:spPr bwMode="auto">
            <a:xfrm>
              <a:off x="4743447" y="1165942"/>
              <a:ext cx="7239446" cy="5511083"/>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Прямоугольник 16"/>
            <p:cNvSpPr/>
            <p:nvPr/>
          </p:nvSpPr>
          <p:spPr bwMode="auto">
            <a:xfrm>
              <a:off x="4871038" y="1311483"/>
              <a:ext cx="6984265" cy="5220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18" name="Прямоугольник 17"/>
          <p:cNvSpPr/>
          <p:nvPr/>
        </p:nvSpPr>
        <p:spPr bwMode="auto">
          <a:xfrm>
            <a:off x="4630671" y="1408250"/>
            <a:ext cx="4896094" cy="265457"/>
          </a:xfrm>
          <a:prstGeom prst="rect">
            <a:avLst/>
          </a:prstGeom>
        </p:spPr>
        <p:txBody>
          <a:bodyPr wrap="square" anchor="ctr" anchorCtr="0">
            <a:spAutoFit/>
          </a:bodyPr>
          <a:lstStyle/>
          <a:p>
            <a:pPr>
              <a:lnSpc>
                <a:spcPct val="125000"/>
              </a:lnSpc>
              <a:spcAft>
                <a:spcPts val="0"/>
              </a:spcAft>
              <a:tabLst>
                <a:tab pos="270510" algn="l"/>
              </a:tabLst>
            </a:pPr>
            <a:r>
              <a:rPr lang="ru-RU" sz="900" dirty="0" smtClean="0">
                <a:solidFill>
                  <a:srgbClr val="004077"/>
                </a:solidFill>
                <a:latin typeface="DINPro-Bold" panose="02000503030000020004" pitchFamily="50" charset="0"/>
                <a:ea typeface="Times New Roman" panose="02020603050405020304" pitchFamily="18" charset="0"/>
                <a:cs typeface="Arial" panose="020B0604020202020204" pitchFamily="34" charset="0"/>
              </a:rPr>
              <a:t>РЕЕСТР ПРОЦЕССОВ ИСМ </a:t>
            </a:r>
            <a:r>
              <a:rPr lang="ru-RU" sz="900" dirty="0">
                <a:solidFill>
                  <a:srgbClr val="004077"/>
                </a:solidFill>
                <a:latin typeface="DINPro-Bold" panose="02000503030000020004" pitchFamily="50" charset="0"/>
                <a:ea typeface="Times New Roman" panose="02020603050405020304" pitchFamily="18" charset="0"/>
                <a:cs typeface="Arial" panose="020B0604020202020204" pitchFamily="34" charset="0"/>
              </a:rPr>
              <a:t>ООО «ГАЗПРОМНЕФТЬ-СНАБЖЕНИЕ</a:t>
            </a:r>
            <a:r>
              <a:rPr lang="ru-RU" sz="900" dirty="0" smtClean="0">
                <a:solidFill>
                  <a:srgbClr val="004077"/>
                </a:solidFill>
                <a:latin typeface="DINPro-Bold" panose="02000503030000020004" pitchFamily="50" charset="0"/>
                <a:ea typeface="Times New Roman" panose="02020603050405020304" pitchFamily="18" charset="0"/>
                <a:cs typeface="Arial" panose="020B0604020202020204" pitchFamily="34" charset="0"/>
              </a:rPr>
              <a:t>» НА 2026 ГОД</a:t>
            </a:r>
            <a:endParaRPr lang="ru-RU" sz="800" dirty="0">
              <a:solidFill>
                <a:srgbClr val="004077"/>
              </a:solidFill>
              <a:latin typeface="DINPro-Light" panose="02000504040000020003" pitchFamily="50" charset="0"/>
              <a:ea typeface="Times New Roman" panose="02020603050405020304" pitchFamily="18" charset="0"/>
              <a:cs typeface="Times New Roman" panose="02020603050405020304" pitchFamily="18" charset="0"/>
            </a:endParaRPr>
          </a:p>
        </p:txBody>
      </p:sp>
      <p:graphicFrame>
        <p:nvGraphicFramePr>
          <p:cNvPr id="7" name="Таблица 6"/>
          <p:cNvGraphicFramePr>
            <a:graphicFrameLocks noGrp="1"/>
          </p:cNvGraphicFramePr>
          <p:nvPr>
            <p:extLst>
              <p:ext uri="{D42A27DB-BD31-4B8C-83A1-F6EECF244321}">
                <p14:modId xmlns:p14="http://schemas.microsoft.com/office/powerpoint/2010/main" val="982270161"/>
              </p:ext>
            </p:extLst>
          </p:nvPr>
        </p:nvGraphicFramePr>
        <p:xfrm>
          <a:off x="4577273" y="2091266"/>
          <a:ext cx="7387656" cy="3449320"/>
        </p:xfrm>
        <a:graphic>
          <a:graphicData uri="http://schemas.openxmlformats.org/drawingml/2006/table">
            <a:tbl>
              <a:tblPr firstRow="1" bandRow="1">
                <a:tableStyleId>{5C22544A-7EE6-4342-B048-85BDC9FD1C3A}</a:tableStyleId>
              </a:tblPr>
              <a:tblGrid>
                <a:gridCol w="1196206">
                  <a:extLst>
                    <a:ext uri="{9D8B030D-6E8A-4147-A177-3AD203B41FA5}">
                      <a16:colId xmlns:a16="http://schemas.microsoft.com/office/drawing/2014/main" val="1679182917"/>
                    </a:ext>
                  </a:extLst>
                </a:gridCol>
                <a:gridCol w="1105786">
                  <a:extLst>
                    <a:ext uri="{9D8B030D-6E8A-4147-A177-3AD203B41FA5}">
                      <a16:colId xmlns:a16="http://schemas.microsoft.com/office/drawing/2014/main" val="4194349824"/>
                    </a:ext>
                  </a:extLst>
                </a:gridCol>
                <a:gridCol w="542261">
                  <a:extLst>
                    <a:ext uri="{9D8B030D-6E8A-4147-A177-3AD203B41FA5}">
                      <a16:colId xmlns:a16="http://schemas.microsoft.com/office/drawing/2014/main" val="980075185"/>
                    </a:ext>
                  </a:extLst>
                </a:gridCol>
                <a:gridCol w="849575">
                  <a:extLst>
                    <a:ext uri="{9D8B030D-6E8A-4147-A177-3AD203B41FA5}">
                      <a16:colId xmlns:a16="http://schemas.microsoft.com/office/drawing/2014/main" val="423554446"/>
                    </a:ext>
                  </a:extLst>
                </a:gridCol>
                <a:gridCol w="923457">
                  <a:extLst>
                    <a:ext uri="{9D8B030D-6E8A-4147-A177-3AD203B41FA5}">
                      <a16:colId xmlns:a16="http://schemas.microsoft.com/office/drawing/2014/main" val="2496131292"/>
                    </a:ext>
                  </a:extLst>
                </a:gridCol>
                <a:gridCol w="923457">
                  <a:extLst>
                    <a:ext uri="{9D8B030D-6E8A-4147-A177-3AD203B41FA5}">
                      <a16:colId xmlns:a16="http://schemas.microsoft.com/office/drawing/2014/main" val="973959811"/>
                    </a:ext>
                  </a:extLst>
                </a:gridCol>
                <a:gridCol w="833520">
                  <a:extLst>
                    <a:ext uri="{9D8B030D-6E8A-4147-A177-3AD203B41FA5}">
                      <a16:colId xmlns:a16="http://schemas.microsoft.com/office/drawing/2014/main" val="2305088590"/>
                    </a:ext>
                  </a:extLst>
                </a:gridCol>
                <a:gridCol w="1013394">
                  <a:extLst>
                    <a:ext uri="{9D8B030D-6E8A-4147-A177-3AD203B41FA5}">
                      <a16:colId xmlns:a16="http://schemas.microsoft.com/office/drawing/2014/main" val="1933753749"/>
                    </a:ext>
                  </a:extLst>
                </a:gridCol>
              </a:tblGrid>
              <a:tr h="370840">
                <a:tc>
                  <a:txBody>
                    <a:bodyPr/>
                    <a:lstStyle/>
                    <a:p>
                      <a:r>
                        <a:rPr lang="ru-RU" sz="800" dirty="0" smtClean="0">
                          <a:solidFill>
                            <a:schemeClr val="bg2">
                              <a:lumMod val="25000"/>
                            </a:schemeClr>
                          </a:solidFill>
                          <a:latin typeface="DINPro-Medium" panose="02000503030000020004" pitchFamily="50" charset="0"/>
                        </a:rPr>
                        <a:t>Наименование, владелец процесса</a:t>
                      </a:r>
                      <a:endParaRPr lang="ru-RU" sz="800" dirty="0">
                        <a:solidFill>
                          <a:schemeClr val="bg2">
                            <a:lumMod val="25000"/>
                          </a:schemeClr>
                        </a:solidFill>
                        <a:latin typeface="DINPro-Medium" panose="02000503030000020004"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Medium" panose="02000503030000020004" pitchFamily="50" charset="0"/>
                        </a:rPr>
                        <a:t>Показатели</a:t>
                      </a:r>
                      <a:r>
                        <a:rPr lang="ru-RU" sz="800" baseline="0" dirty="0" smtClean="0">
                          <a:solidFill>
                            <a:schemeClr val="bg2">
                              <a:lumMod val="25000"/>
                            </a:schemeClr>
                          </a:solidFill>
                          <a:latin typeface="DINPro-Medium" panose="02000503030000020004" pitchFamily="50" charset="0"/>
                        </a:rPr>
                        <a:t> результативности</a:t>
                      </a:r>
                      <a:endParaRPr lang="ru-RU" sz="800" dirty="0">
                        <a:solidFill>
                          <a:schemeClr val="bg2">
                            <a:lumMod val="25000"/>
                          </a:schemeClr>
                        </a:solidFill>
                        <a:latin typeface="DINPro-Medium" panose="02000503030000020004"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Medium" panose="02000503030000020004" pitchFamily="50" charset="0"/>
                        </a:rPr>
                        <a:t>Ед. изм.</a:t>
                      </a:r>
                      <a:endParaRPr lang="ru-RU" sz="800" dirty="0">
                        <a:solidFill>
                          <a:schemeClr val="bg2">
                            <a:lumMod val="25000"/>
                          </a:schemeClr>
                        </a:solidFill>
                        <a:latin typeface="DINPro-Medium" panose="02000503030000020004"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Medium" panose="02000503030000020004" pitchFamily="50" charset="0"/>
                        </a:rPr>
                        <a:t>Критерий по цели на 31.12.2026</a:t>
                      </a:r>
                      <a:endParaRPr lang="ru-RU" sz="800" dirty="0">
                        <a:solidFill>
                          <a:schemeClr val="bg2">
                            <a:lumMod val="25000"/>
                          </a:schemeClr>
                        </a:solidFill>
                        <a:latin typeface="DINPro-Medium" panose="02000503030000020004"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Medium" panose="02000503030000020004" pitchFamily="50" charset="0"/>
                        </a:rPr>
                        <a:t>Период показателя</a:t>
                      </a:r>
                      <a:endParaRPr lang="ru-RU" sz="800" dirty="0">
                        <a:solidFill>
                          <a:schemeClr val="bg2">
                            <a:lumMod val="25000"/>
                          </a:schemeClr>
                        </a:solidFill>
                        <a:latin typeface="DINPro-Medium" panose="02000503030000020004"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Medium" panose="02000503030000020004" pitchFamily="50" charset="0"/>
                        </a:rPr>
                        <a:t>Формула для расчета</a:t>
                      </a:r>
                      <a:endParaRPr lang="ru-RU" sz="800" dirty="0">
                        <a:solidFill>
                          <a:schemeClr val="bg2">
                            <a:lumMod val="25000"/>
                          </a:schemeClr>
                        </a:solidFill>
                        <a:latin typeface="DINPro-Medium" panose="02000503030000020004"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Medium" panose="02000503030000020004" pitchFamily="50" charset="0"/>
                        </a:rPr>
                        <a:t>Источник данных для расчета</a:t>
                      </a:r>
                      <a:endParaRPr lang="ru-RU" sz="800" dirty="0">
                        <a:solidFill>
                          <a:schemeClr val="bg2">
                            <a:lumMod val="25000"/>
                          </a:schemeClr>
                        </a:solidFill>
                        <a:latin typeface="DINPro-Medium" panose="02000503030000020004"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Medium" panose="02000503030000020004" pitchFamily="50" charset="0"/>
                        </a:rPr>
                        <a:t>Ответственный за мониторинг</a:t>
                      </a:r>
                      <a:endParaRPr lang="ru-RU" sz="800" dirty="0">
                        <a:solidFill>
                          <a:schemeClr val="bg2">
                            <a:lumMod val="25000"/>
                          </a:schemeClr>
                        </a:solidFill>
                        <a:latin typeface="DINPro-Medium" panose="02000503030000020004"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0564167"/>
                  </a:ext>
                </a:extLst>
              </a:tr>
              <a:tr h="370840">
                <a:tc>
                  <a:txBody>
                    <a:bodyPr/>
                    <a:lstStyle/>
                    <a:p>
                      <a:r>
                        <a:rPr lang="ru-RU" sz="800" dirty="0" smtClean="0">
                          <a:solidFill>
                            <a:schemeClr val="bg2">
                              <a:lumMod val="25000"/>
                            </a:schemeClr>
                          </a:solidFill>
                          <a:latin typeface="DINPro-Light" panose="02000504040000020003" pitchFamily="50" charset="0"/>
                        </a:rPr>
                        <a:t>01 Управление логистикой, Карпиков А.А.</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Прибыль</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руб.</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100</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ежеквартально</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П=Д+Д+Д</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БДР</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Иванов И.И.</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38860010"/>
                  </a:ext>
                </a:extLst>
              </a:tr>
              <a:tr h="370840">
                <a:tc>
                  <a:txBody>
                    <a:bodyPr/>
                    <a:lstStyle/>
                    <a:p>
                      <a:endParaRPr lang="ru-RU" sz="80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Интегральный показатель производственной безопасности</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балл</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150</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раз /</a:t>
                      </a:r>
                      <a:r>
                        <a:rPr lang="ru-RU" sz="800" baseline="0" dirty="0" smtClean="0">
                          <a:solidFill>
                            <a:schemeClr val="bg2">
                              <a:lumMod val="25000"/>
                            </a:schemeClr>
                          </a:solidFill>
                          <a:latin typeface="DINPro-Light" panose="02000504040000020003" pitchFamily="50" charset="0"/>
                        </a:rPr>
                        <a:t> полгода</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ИПБ=К1+К2+К3</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1С ПБ</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Петров П.П.</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6491704"/>
                  </a:ext>
                </a:extLst>
              </a:tr>
              <a:tr h="370840">
                <a:tc>
                  <a:txBody>
                    <a:bodyPr/>
                    <a:lstStyle/>
                    <a:p>
                      <a:endParaRPr lang="ru-RU" sz="80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Индекс удовлетворенности </a:t>
                      </a:r>
                      <a:r>
                        <a:rPr lang="en-US" sz="800" dirty="0" smtClean="0">
                          <a:solidFill>
                            <a:schemeClr val="bg2">
                              <a:lumMod val="25000"/>
                            </a:schemeClr>
                          </a:solidFill>
                          <a:latin typeface="DINPro-Light" panose="02000504040000020003" pitchFamily="50" charset="0"/>
                        </a:rPr>
                        <a:t>CSI</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98</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Ежеквартально</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800" dirty="0" smtClean="0">
                          <a:solidFill>
                            <a:schemeClr val="bg2">
                              <a:lumMod val="25000"/>
                            </a:schemeClr>
                          </a:solidFill>
                          <a:latin typeface="DINPro-Light" panose="02000504040000020003" pitchFamily="50" charset="0"/>
                        </a:rPr>
                        <a:t>CSI</a:t>
                      </a:r>
                      <a:r>
                        <a:rPr lang="ru-RU" sz="800" dirty="0" smtClean="0">
                          <a:solidFill>
                            <a:schemeClr val="bg2">
                              <a:lumMod val="25000"/>
                            </a:schemeClr>
                          </a:solidFill>
                          <a:latin typeface="DINPro-Light" panose="02000504040000020003" pitchFamily="50" charset="0"/>
                        </a:rPr>
                        <a:t>=факт/план*100%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Анкеты</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Сидоров С.С.</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1262545"/>
                  </a:ext>
                </a:extLst>
              </a:tr>
              <a:tr h="125977">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ru-RU" sz="800" dirty="0" smtClean="0">
                          <a:solidFill>
                            <a:schemeClr val="bg2">
                              <a:lumMod val="25000"/>
                            </a:schemeClr>
                          </a:solidFill>
                          <a:latin typeface="DINPro-Light" panose="02000504040000020003" pitchFamily="50"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16089387"/>
                  </a:ext>
                </a:extLst>
              </a:tr>
              <a:tr h="370840">
                <a:tc>
                  <a:txBody>
                    <a:bodyPr/>
                    <a:lstStyle/>
                    <a:p>
                      <a:r>
                        <a:rPr lang="ru-RU" sz="800" dirty="0" smtClean="0">
                          <a:solidFill>
                            <a:schemeClr val="bg2">
                              <a:lumMod val="25000"/>
                            </a:schemeClr>
                          </a:solidFill>
                          <a:latin typeface="DINPro-Light" panose="02000504040000020003" pitchFamily="50" charset="0"/>
                        </a:rPr>
                        <a:t>02 Управление авиацией,</a:t>
                      </a:r>
                    </a:p>
                    <a:p>
                      <a:r>
                        <a:rPr lang="ru-RU" sz="800" dirty="0" smtClean="0">
                          <a:solidFill>
                            <a:schemeClr val="bg2">
                              <a:lumMod val="25000"/>
                            </a:schemeClr>
                          </a:solidFill>
                          <a:latin typeface="DINPro-Light" panose="02000504040000020003" pitchFamily="50" charset="0"/>
                        </a:rPr>
                        <a:t>Воронин А.Е.</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Прибыль</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руб.</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80</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ежеквартально</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П=Д+Д+Д</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БДР</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Сергеев С.С.</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2660621"/>
                  </a:ext>
                </a:extLst>
              </a:tr>
              <a:tr h="370840">
                <a:tc>
                  <a:txBody>
                    <a:bodyPr/>
                    <a:lstStyle/>
                    <a:p>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Сервисное обслуживание рейсов</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100</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ежеквартально</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С=РС/РО*100%</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Управленческая отчетность</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Михайлов М.М.</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9858341"/>
                  </a:ext>
                </a:extLst>
              </a:tr>
              <a:tr h="370840">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ru-RU" sz="800" dirty="0" smtClean="0">
                          <a:solidFill>
                            <a:schemeClr val="bg2">
                              <a:lumMod val="25000"/>
                            </a:schemeClr>
                          </a:solidFill>
                          <a:latin typeface="DINPro-Light" panose="02000504040000020003" pitchFamily="50" charset="0"/>
                        </a:rPr>
                        <a:t>…</a:t>
                      </a:r>
                      <a:endParaRPr lang="ru-RU" sz="800" dirty="0">
                        <a:solidFill>
                          <a:schemeClr val="bg2">
                            <a:lumMod val="25000"/>
                          </a:schemeClr>
                        </a:solidFill>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0600933"/>
                  </a:ext>
                </a:extLst>
              </a:tr>
            </a:tbl>
          </a:graphicData>
        </a:graphic>
      </p:graphicFrame>
      <p:pic>
        <p:nvPicPr>
          <p:cNvPr id="11" name="Рисунок 10"/>
          <p:cNvPicPr>
            <a:picLocks noChangeAspect="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11267" t="11547" r="9617" b="11173"/>
          <a:stretch/>
        </p:blipFill>
        <p:spPr bwMode="auto">
          <a:xfrm>
            <a:off x="315586" y="122645"/>
            <a:ext cx="700252" cy="684000"/>
          </a:xfrm>
          <a:prstGeom prst="rect">
            <a:avLst/>
          </a:prstGeom>
        </p:spPr>
      </p:pic>
    </p:spTree>
    <p:extLst>
      <p:ext uri="{BB962C8B-B14F-4D97-AF65-F5344CB8AC3E}">
        <p14:creationId xmlns:p14="http://schemas.microsoft.com/office/powerpoint/2010/main" val="293290308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7.3. ЗАПИСИ</a:t>
            </a:r>
            <a:endParaRPr sz="2000" dirty="0">
              <a:latin typeface="DINPro-Bold" panose="02000503030000020004" pitchFamily="50" charset="0"/>
            </a:endParaRPr>
          </a:p>
        </p:txBody>
      </p:sp>
      <p:grpSp>
        <p:nvGrpSpPr>
          <p:cNvPr id="49" name="Группа 48"/>
          <p:cNvGrpSpPr/>
          <p:nvPr/>
        </p:nvGrpSpPr>
        <p:grpSpPr>
          <a:xfrm>
            <a:off x="423307" y="1509747"/>
            <a:ext cx="3744000" cy="4057326"/>
            <a:chOff x="423307" y="1382151"/>
            <a:chExt cx="3744000" cy="4057326"/>
          </a:xfrm>
        </p:grpSpPr>
        <p:sp>
          <p:nvSpPr>
            <p:cNvPr id="44" name="Прямоугольник 27">
              <a:extLst>
                <a:ext uri="{FF2B5EF4-FFF2-40B4-BE49-F238E27FC236}">
                  <a16:creationId xmlns:a16="http://schemas.microsoft.com/office/drawing/2014/main" id="{0F67F8FC-846B-7DC9-7278-B25D2ABC8AED}"/>
                </a:ext>
              </a:extLst>
            </p:cNvPr>
            <p:cNvSpPr/>
            <p:nvPr/>
          </p:nvSpPr>
          <p:spPr>
            <a:xfrm>
              <a:off x="423307" y="1382151"/>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45" name="Прямоугольник 29">
              <a:extLst>
                <a:ext uri="{FF2B5EF4-FFF2-40B4-BE49-F238E27FC236}">
                  <a16:creationId xmlns:a16="http://schemas.microsoft.com/office/drawing/2014/main" id="{C3486913-A292-3BBC-8B74-66DCBC8DCF87}"/>
                </a:ext>
              </a:extLst>
            </p:cNvPr>
            <p:cNvSpPr/>
            <p:nvPr/>
          </p:nvSpPr>
          <p:spPr>
            <a:xfrm>
              <a:off x="423307"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Записи</a:t>
              </a:r>
              <a:r>
                <a:rPr lang="ru-RU" sz="1200" dirty="0" smtClean="0">
                  <a:solidFill>
                    <a:schemeClr val="tx2"/>
                  </a:solidFill>
                  <a:latin typeface="DINPro-Light" panose="02000504040000020003" pitchFamily="50" charset="0"/>
                  <a:ea typeface="GPN_DIN Regular" panose="020B0504020202020204" pitchFamily="34" charset="-52"/>
                </a:rPr>
                <a:t> </a:t>
              </a:r>
              <a:r>
                <a:rPr lang="ru-RU" sz="1200" dirty="0">
                  <a:solidFill>
                    <a:schemeClr val="tx2"/>
                  </a:solidFill>
                  <a:latin typeface="DINPro-Light" panose="02000504040000020003" pitchFamily="50" charset="0"/>
                  <a:ea typeface="GPN_DIN Regular" panose="020B0504020202020204" pitchFamily="34" charset="-52"/>
                </a:rPr>
                <a:t>– </a:t>
              </a:r>
              <a:r>
                <a:rPr lang="ru-RU" sz="1200" dirty="0" smtClean="0">
                  <a:solidFill>
                    <a:schemeClr val="tx2"/>
                  </a:solidFill>
                  <a:latin typeface="DINPro-Light" panose="02000504040000020003" pitchFamily="50" charset="0"/>
                  <a:ea typeface="GPN_DIN Regular" panose="020B0504020202020204" pitchFamily="34" charset="-52"/>
                </a:rPr>
                <a:t>документы, содержащие </a:t>
              </a:r>
              <a:r>
                <a:rPr lang="ru-RU" sz="1200" dirty="0">
                  <a:solidFill>
                    <a:schemeClr val="tx2"/>
                  </a:solidFill>
                  <a:latin typeface="DINPro-Light" panose="02000504040000020003" pitchFamily="50" charset="0"/>
                  <a:ea typeface="GPN_DIN Regular" panose="020B0504020202020204" pitchFamily="34" charset="-52"/>
                </a:rPr>
                <a:t>достигнутые результаты или свидетельства осуществленной </a:t>
              </a:r>
              <a:r>
                <a:rPr lang="ru-RU" sz="1200" dirty="0" smtClean="0">
                  <a:solidFill>
                    <a:schemeClr val="tx2"/>
                  </a:solidFill>
                  <a:latin typeface="DINPro-Light" panose="02000504040000020003" pitchFamily="50" charset="0"/>
                  <a:ea typeface="GPN_DIN Regular" panose="020B0504020202020204" pitchFamily="34" charset="-52"/>
                </a:rPr>
                <a:t>деятельности</a:t>
              </a:r>
              <a:endParaRPr lang="ru-RU" sz="1200" dirty="0">
                <a:solidFill>
                  <a:schemeClr val="tx2"/>
                </a:solidFill>
                <a:latin typeface="DINPro-Light" panose="02000504040000020003" pitchFamily="50" charset="0"/>
                <a:ea typeface="GPN_DIN Regular" panose="020B0504020202020204" pitchFamily="34" charset="-52"/>
              </a:endParaRPr>
            </a:p>
          </p:txBody>
        </p:sp>
        <p:pic>
          <p:nvPicPr>
            <p:cNvPr id="5" name="Рисунок 4"/>
            <p:cNvPicPr>
              <a:picLocks noChangeAspect="1"/>
            </p:cNvPicPr>
            <p:nvPr/>
          </p:nvPicPr>
          <p:blipFill rotWithShape="1">
            <a:blip r:embed="rId3"/>
            <a:srcRect l="9020" r="9257"/>
            <a:stretch/>
          </p:blipFill>
          <p:spPr>
            <a:xfrm>
              <a:off x="492323" y="1433907"/>
              <a:ext cx="441293" cy="540000"/>
            </a:xfrm>
            <a:prstGeom prst="rect">
              <a:avLst/>
            </a:prstGeom>
          </p:spPr>
        </p:pic>
      </p:grpSp>
      <p:grpSp>
        <p:nvGrpSpPr>
          <p:cNvPr id="65" name="Группа 64"/>
          <p:cNvGrpSpPr/>
          <p:nvPr/>
        </p:nvGrpSpPr>
        <p:grpSpPr>
          <a:xfrm>
            <a:off x="6184771" y="1509747"/>
            <a:ext cx="3744000" cy="4057326"/>
            <a:chOff x="6184771" y="1382151"/>
            <a:chExt cx="3744000" cy="4057326"/>
          </a:xfrm>
        </p:grpSpPr>
        <p:sp>
          <p:nvSpPr>
            <p:cNvPr id="51" name="Прямоугольник 27">
              <a:extLst>
                <a:ext uri="{FF2B5EF4-FFF2-40B4-BE49-F238E27FC236}">
                  <a16:creationId xmlns:a16="http://schemas.microsoft.com/office/drawing/2014/main" id="{0F67F8FC-846B-7DC9-7278-B25D2ABC8AED}"/>
                </a:ext>
              </a:extLst>
            </p:cNvPr>
            <p:cNvSpPr/>
            <p:nvPr/>
          </p:nvSpPr>
          <p:spPr>
            <a:xfrm>
              <a:off x="6184771" y="1382151"/>
              <a:ext cx="3743377" cy="704398"/>
            </a:xfrm>
            <a:prstGeom prst="rect">
              <a:avLst/>
            </a:prstGeom>
            <a:solidFill>
              <a:srgbClr val="48A044"/>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ЗАДАНИЕ</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6184771"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Light" panose="02000504040000020003" pitchFamily="50" charset="0"/>
                  <a:ea typeface="GPN_DIN Regular" panose="020B0504020202020204" pitchFamily="34" charset="-52"/>
                </a:rPr>
                <a:t>Приведите примеры записей, которые вы оформляете в ходе своей деятельности</a:t>
              </a:r>
            </a:p>
          </p:txBody>
        </p:sp>
        <p:pic>
          <p:nvPicPr>
            <p:cNvPr id="63" name="Рисунок 62"/>
            <p:cNvPicPr>
              <a:picLocks noChangeAspect="1"/>
            </p:cNvPicPr>
            <p:nvPr/>
          </p:nvPicPr>
          <p:blipFill rotWithShape="1">
            <a:blip r:embed="rId4">
              <a:extLst>
                <a:ext uri="{BEBA8EAE-BF5A-486C-A8C5-ECC9F3942E4B}">
                  <a14:imgProps xmlns:a14="http://schemas.microsoft.com/office/drawing/2010/main">
                    <a14:imgLayer r:embed="rId5">
                      <a14:imgEffect>
                        <a14:backgroundRemoval t="2930" b="100000" l="11133" r="98926"/>
                      </a14:imgEffect>
                    </a14:imgLayer>
                  </a14:imgProps>
                </a:ext>
              </a:extLst>
            </a:blip>
            <a:srcRect l="10869" t="2218"/>
            <a:stretch/>
          </p:blipFill>
          <p:spPr>
            <a:xfrm>
              <a:off x="6315738" y="1433907"/>
              <a:ext cx="492226" cy="540000"/>
            </a:xfrm>
            <a:prstGeom prst="rect">
              <a:avLst/>
            </a:prstGeom>
          </p:spPr>
        </p:pic>
      </p:grpSp>
    </p:spTree>
    <p:extLst>
      <p:ext uri="{BB962C8B-B14F-4D97-AF65-F5344CB8AC3E}">
        <p14:creationId xmlns:p14="http://schemas.microsoft.com/office/powerpoint/2010/main" val="206089641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391187" y="1156871"/>
            <a:ext cx="6247737" cy="65288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r>
              <a:rPr lang="ru-RU" sz="1600" dirty="0" smtClean="0">
                <a:solidFill>
                  <a:schemeClr val="tx2"/>
                </a:solidFill>
                <a:latin typeface="GPN_DIN Condensed Medium" panose="020B0606020202020204" pitchFamily="34" charset="-52"/>
                <a:ea typeface="GPN_DIN Condensed Medium" panose="020B0606020202020204" pitchFamily="34" charset="-52"/>
              </a:rPr>
              <a:t>Примеры записей</a:t>
            </a:r>
            <a:endParaRPr lang="ru-RU" sz="1600" dirty="0">
              <a:solidFill>
                <a:schemeClr val="tx2"/>
              </a:solidFill>
              <a:latin typeface="GPN_DIN Condensed Medium" panose="020B0606020202020204" pitchFamily="34" charset="-52"/>
              <a:ea typeface="GPN_DIN Condensed Medium" panose="020B0606020202020204" pitchFamily="34" charset="-52"/>
            </a:endParaRP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sp>
        <p:nvSpPr>
          <p:cNvPr id="11" name="Прямоугольник 29">
            <a:extLst>
              <a:ext uri="{FF2B5EF4-FFF2-40B4-BE49-F238E27FC236}">
                <a16:creationId xmlns:a16="http://schemas.microsoft.com/office/drawing/2014/main" id="{C3486913-A292-3BBC-8B74-66DCBC8DCF87}"/>
              </a:ext>
            </a:extLst>
          </p:cNvPr>
          <p:cNvSpPr/>
          <p:nvPr/>
        </p:nvSpPr>
        <p:spPr>
          <a:xfrm>
            <a:off x="391187" y="2156996"/>
            <a:ext cx="2376000" cy="6338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12" name="Прямоугольник 29">
            <a:extLst>
              <a:ext uri="{FF2B5EF4-FFF2-40B4-BE49-F238E27FC236}">
                <a16:creationId xmlns:a16="http://schemas.microsoft.com/office/drawing/2014/main" id="{C3486913-A292-3BBC-8B74-66DCBC8DCF87}"/>
              </a:ext>
            </a:extLst>
          </p:cNvPr>
          <p:cNvSpPr/>
          <p:nvPr/>
        </p:nvSpPr>
        <p:spPr>
          <a:xfrm>
            <a:off x="4262924" y="2156996"/>
            <a:ext cx="2376000" cy="6338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9" name="Прямоугольник 29">
            <a:extLst>
              <a:ext uri="{FF2B5EF4-FFF2-40B4-BE49-F238E27FC236}">
                <a16:creationId xmlns:a16="http://schemas.microsoft.com/office/drawing/2014/main" id="{C3486913-A292-3BBC-8B74-66DCBC8DCF87}"/>
              </a:ext>
            </a:extLst>
          </p:cNvPr>
          <p:cNvSpPr/>
          <p:nvPr/>
        </p:nvSpPr>
        <p:spPr bwMode="auto">
          <a:xfrm>
            <a:off x="391187" y="2909471"/>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smtClean="0">
              <a:solidFill>
                <a:schemeClr val="tx2"/>
              </a:solidFill>
              <a:latin typeface="DINPro-Light" panose="02000504040000020003" pitchFamily="50" charset="0"/>
              <a:ea typeface="GPN_DIN Condensed Medium" panose="020B0606020202020204" pitchFamily="34" charset="-52"/>
            </a:endParaRPr>
          </a:p>
        </p:txBody>
      </p:sp>
      <p:sp>
        <p:nvSpPr>
          <p:cNvPr id="13" name="Прямоугольник 29">
            <a:extLst>
              <a:ext uri="{FF2B5EF4-FFF2-40B4-BE49-F238E27FC236}">
                <a16:creationId xmlns:a16="http://schemas.microsoft.com/office/drawing/2014/main" id="{C3486913-A292-3BBC-8B74-66DCBC8DCF87}"/>
              </a:ext>
            </a:extLst>
          </p:cNvPr>
          <p:cNvSpPr/>
          <p:nvPr/>
        </p:nvSpPr>
        <p:spPr bwMode="auto">
          <a:xfrm>
            <a:off x="4262924" y="2909471"/>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smtClean="0">
              <a:solidFill>
                <a:schemeClr val="tx2"/>
              </a:solidFill>
              <a:latin typeface="DINPro-Light" panose="02000504040000020003" pitchFamily="50" charset="0"/>
              <a:ea typeface="GPN_DIN Condensed Medium" panose="020B0606020202020204" pitchFamily="34" charset="-52"/>
            </a:endParaRPr>
          </a:p>
        </p:txBody>
      </p:sp>
      <p:sp>
        <p:nvSpPr>
          <p:cNvPr id="14" name="Прямоугольник 29">
            <a:extLst>
              <a:ext uri="{FF2B5EF4-FFF2-40B4-BE49-F238E27FC236}">
                <a16:creationId xmlns:a16="http://schemas.microsoft.com/office/drawing/2014/main" id="{C3486913-A292-3BBC-8B74-66DCBC8DCF87}"/>
              </a:ext>
            </a:extLst>
          </p:cNvPr>
          <p:cNvSpPr/>
          <p:nvPr/>
        </p:nvSpPr>
        <p:spPr bwMode="auto">
          <a:xfrm>
            <a:off x="391187" y="3900071"/>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smtClean="0">
              <a:solidFill>
                <a:schemeClr val="tx2"/>
              </a:solidFill>
              <a:latin typeface="DINPro-Light" panose="02000504040000020003" pitchFamily="50" charset="0"/>
              <a:ea typeface="GPN_DIN Condensed Medium" panose="020B0606020202020204" pitchFamily="34" charset="-52"/>
            </a:endParaRPr>
          </a:p>
        </p:txBody>
      </p:sp>
      <p:sp>
        <p:nvSpPr>
          <p:cNvPr id="16" name="Прямоугольник 29">
            <a:extLst>
              <a:ext uri="{FF2B5EF4-FFF2-40B4-BE49-F238E27FC236}">
                <a16:creationId xmlns:a16="http://schemas.microsoft.com/office/drawing/2014/main" id="{C3486913-A292-3BBC-8B74-66DCBC8DCF87}"/>
              </a:ext>
            </a:extLst>
          </p:cNvPr>
          <p:cNvSpPr/>
          <p:nvPr/>
        </p:nvSpPr>
        <p:spPr bwMode="auto">
          <a:xfrm>
            <a:off x="4262924" y="3900071"/>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smtClean="0">
              <a:solidFill>
                <a:schemeClr val="tx2"/>
              </a:solidFill>
              <a:latin typeface="DINPro-Light" panose="02000504040000020003" pitchFamily="50" charset="0"/>
              <a:ea typeface="GPN_DIN Condensed Medium" panose="020B0606020202020204" pitchFamily="34" charset="-52"/>
            </a:endParaRPr>
          </a:p>
        </p:txBody>
      </p:sp>
      <p:sp>
        <p:nvSpPr>
          <p:cNvPr id="18" name="Прямоугольник 29">
            <a:extLst>
              <a:ext uri="{FF2B5EF4-FFF2-40B4-BE49-F238E27FC236}">
                <a16:creationId xmlns:a16="http://schemas.microsoft.com/office/drawing/2014/main" id="{C3486913-A292-3BBC-8B74-66DCBC8DCF87}"/>
              </a:ext>
            </a:extLst>
          </p:cNvPr>
          <p:cNvSpPr/>
          <p:nvPr/>
        </p:nvSpPr>
        <p:spPr bwMode="auto">
          <a:xfrm>
            <a:off x="391187" y="4881146"/>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smtClean="0">
              <a:solidFill>
                <a:schemeClr val="tx2"/>
              </a:solidFill>
              <a:latin typeface="DINPro-Light" panose="02000504040000020003" pitchFamily="50" charset="0"/>
              <a:ea typeface="GPN_DIN Condensed Medium" panose="020B0606020202020204" pitchFamily="34" charset="-52"/>
            </a:endParaRPr>
          </a:p>
        </p:txBody>
      </p:sp>
      <p:sp>
        <p:nvSpPr>
          <p:cNvPr id="19" name="Прямоугольник 29">
            <a:extLst>
              <a:ext uri="{FF2B5EF4-FFF2-40B4-BE49-F238E27FC236}">
                <a16:creationId xmlns:a16="http://schemas.microsoft.com/office/drawing/2014/main" id="{C3486913-A292-3BBC-8B74-66DCBC8DCF87}"/>
              </a:ext>
            </a:extLst>
          </p:cNvPr>
          <p:cNvSpPr/>
          <p:nvPr/>
        </p:nvSpPr>
        <p:spPr bwMode="auto">
          <a:xfrm>
            <a:off x="4262924" y="4881146"/>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smtClean="0">
              <a:solidFill>
                <a:schemeClr val="tx2"/>
              </a:solidFill>
              <a:latin typeface="DINPro-Light" panose="02000504040000020003" pitchFamily="50" charset="0"/>
              <a:ea typeface="GPN_DIN Condensed Medium" panose="020B0606020202020204" pitchFamily="34" charset="-52"/>
            </a:endParaRPr>
          </a:p>
        </p:txBody>
      </p:sp>
      <p:sp>
        <p:nvSpPr>
          <p:cNvPr id="64" name="Кнопка интерактив">
            <a:hlinkClick r:id="rId5"/>
          </p:cNvPr>
          <p:cNvSpPr/>
          <p:nvPr/>
        </p:nvSpPr>
        <p:spPr>
          <a:xfrm>
            <a:off x="9642000" y="6098000"/>
            <a:ext cx="2300000" cy="560000"/>
          </a:xfrm>
          <a:prstGeom prst="roundRect">
            <a:avLst/>
          </a:prstGeom>
          <a:solidFill>
            <a:srgbClr val="E659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  ИНТЕРАКТИВ</a:t>
            </a:r>
          </a:p>
        </p:txBody>
      </p:sp>
    </p:spTree>
    <p:extLst>
      <p:ext uri="{BB962C8B-B14F-4D97-AF65-F5344CB8AC3E}">
        <p14:creationId xmlns:p14="http://schemas.microsoft.com/office/powerpoint/2010/main" val="215062441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8. РЕСУРСЫ: все необходимое для эффективной работы</a:t>
            </a:r>
            <a:endParaRPr lang="ru-RU" sz="2000" dirty="0">
              <a:latin typeface="DINPro-Bold" panose="02000503030000020004" pitchFamily="50" charset="0"/>
            </a:endParaRPr>
          </a:p>
        </p:txBody>
      </p:sp>
      <p:grpSp>
        <p:nvGrpSpPr>
          <p:cNvPr id="9" name="Группа 8"/>
          <p:cNvGrpSpPr/>
          <p:nvPr/>
        </p:nvGrpSpPr>
        <p:grpSpPr>
          <a:xfrm>
            <a:off x="4332902" y="2892424"/>
            <a:ext cx="1763624" cy="1692000"/>
            <a:chOff x="4332902" y="2892424"/>
            <a:chExt cx="1763624" cy="1692000"/>
          </a:xfrm>
        </p:grpSpPr>
        <p:sp>
          <p:nvSpPr>
            <p:cNvPr id="24" name="Полилиния: фигура 5"/>
            <p:cNvSpPr/>
            <p:nvPr/>
          </p:nvSpPr>
          <p:spPr bwMode="auto">
            <a:xfrm>
              <a:off x="4368713" y="2892424"/>
              <a:ext cx="1692000" cy="1692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48A044"/>
            </a:solidFill>
          </p:spPr>
          <p:style>
            <a:lnRef idx="2">
              <a:schemeClr val="lt1">
                <a:hueOff val="0"/>
                <a:satOff val="0"/>
                <a:lumOff val="0"/>
                <a:alphaOff val="0"/>
              </a:schemeClr>
            </a:lnRef>
            <a:fillRef idx="1">
              <a:srgbClr val="000000"/>
            </a:fillRef>
            <a:effectRef idx="0">
              <a:schemeClr val="accent1">
                <a:hueOff val="0"/>
                <a:satOff val="0"/>
                <a:lumOff val="0"/>
                <a:alphaOff val="0"/>
              </a:schemeClr>
            </a:effectRef>
            <a:fontRef idx="minor">
              <a:schemeClr val="lt1"/>
            </a:fontRef>
          </p:style>
          <p:txBody>
            <a:bodyPr spcFirstLastPara="0" vert="horz" wrap="square" lIns="605811" tIns="612662" rIns="605811" bIns="612662" numCol="1" spcCol="1270" anchor="ctr" anchorCtr="0">
              <a:noAutofit/>
            </a:bodyPr>
            <a:lstStyle/>
            <a:p>
              <a:pPr marL="0" lvl="0" indent="0" algn="ctr" defTabSz="2844800">
                <a:lnSpc>
                  <a:spcPct val="90000"/>
                </a:lnSpc>
                <a:spcBef>
                  <a:spcPts val="0"/>
                </a:spcBef>
                <a:spcAft>
                  <a:spcPts val="0"/>
                </a:spcAft>
                <a:buNone/>
                <a:defRPr/>
              </a:pPr>
              <a:r>
                <a:rPr lang="ru-RU" sz="1200">
                  <a:solidFill>
                    <a:srgbClr val="FFFFFF"/>
                  </a:solidFill>
                </a:rPr>
                <a:t> </a:t>
              </a:r>
              <a:endParaRPr/>
            </a:p>
          </p:txBody>
        </p:sp>
        <p:sp>
          <p:nvSpPr>
            <p:cNvPr id="2" name="TextBox 1"/>
            <p:cNvSpPr txBox="1"/>
            <p:nvPr/>
          </p:nvSpPr>
          <p:spPr bwMode="auto">
            <a:xfrm>
              <a:off x="4332902" y="3576842"/>
              <a:ext cx="1763624" cy="307777"/>
            </a:xfrm>
            <a:prstGeom prst="rect">
              <a:avLst/>
            </a:prstGeom>
            <a:noFill/>
          </p:spPr>
          <p:txBody>
            <a:bodyPr wrap="none" rtlCol="0">
              <a:spAutoFit/>
            </a:bodyPr>
            <a:lstStyle/>
            <a:p>
              <a:pPr algn="ctr"/>
              <a:r>
                <a:rPr lang="ru-RU" sz="1400" dirty="0" smtClean="0">
                  <a:latin typeface="GPN_DIN Medium" panose="020B0604020202020204" pitchFamily="34" charset="-52"/>
                  <a:ea typeface="GPN_DIN Medium" panose="020B0604020202020204" pitchFamily="34" charset="-52"/>
                </a:rPr>
                <a:t>ИНФРАСТРУКТУРА</a:t>
              </a:r>
              <a:endParaRPr lang="ru-RU" sz="1400" dirty="0">
                <a:latin typeface="GPN_DIN Medium" panose="020B0604020202020204" pitchFamily="34" charset="-52"/>
                <a:ea typeface="GPN_DIN Medium" panose="020B0604020202020204" pitchFamily="34" charset="-52"/>
              </a:endParaRPr>
            </a:p>
          </p:txBody>
        </p:sp>
      </p:grpSp>
      <p:grpSp>
        <p:nvGrpSpPr>
          <p:cNvPr id="47" name="Группа 46"/>
          <p:cNvGrpSpPr/>
          <p:nvPr/>
        </p:nvGrpSpPr>
        <p:grpSpPr>
          <a:xfrm>
            <a:off x="7290684" y="1238153"/>
            <a:ext cx="1691999" cy="1692000"/>
            <a:chOff x="7139964" y="1238153"/>
            <a:chExt cx="1691999" cy="1692000"/>
          </a:xfrm>
        </p:grpSpPr>
        <p:sp>
          <p:nvSpPr>
            <p:cNvPr id="15" name="Полилиния: фигура 5"/>
            <p:cNvSpPr/>
            <p:nvPr/>
          </p:nvSpPr>
          <p:spPr bwMode="auto">
            <a:xfrm>
              <a:off x="7139964" y="1238153"/>
              <a:ext cx="1691999" cy="1692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0094DF"/>
            </a:solidFill>
          </p:spPr>
          <p:style>
            <a:lnRef idx="2">
              <a:schemeClr val="lt1">
                <a:hueOff val="0"/>
                <a:satOff val="0"/>
                <a:lumOff val="0"/>
                <a:alphaOff val="0"/>
              </a:schemeClr>
            </a:lnRef>
            <a:fillRef idx="1">
              <a:srgbClr val="000000"/>
            </a:fillRef>
            <a:effectRef idx="0">
              <a:schemeClr val="accent1">
                <a:hueOff val="0"/>
                <a:satOff val="0"/>
                <a:lumOff val="0"/>
                <a:alphaOff val="0"/>
              </a:schemeClr>
            </a:effectRef>
            <a:fontRef idx="minor">
              <a:schemeClr val="lt1"/>
            </a:fontRef>
          </p:style>
          <p:txBody>
            <a:bodyPr spcFirstLastPara="0" vert="horz" wrap="square" lIns="605811" tIns="612662" rIns="605811" bIns="612662" numCol="1" spcCol="1270" anchor="ctr" anchorCtr="0">
              <a:noAutofit/>
            </a:bodyPr>
            <a:lstStyle/>
            <a:p>
              <a:pPr marL="0" lvl="0" indent="0" algn="ctr" defTabSz="2844800">
                <a:lnSpc>
                  <a:spcPct val="90000"/>
                </a:lnSpc>
                <a:spcBef>
                  <a:spcPts val="0"/>
                </a:spcBef>
                <a:spcAft>
                  <a:spcPts val="0"/>
                </a:spcAft>
                <a:buNone/>
                <a:defRPr/>
              </a:pPr>
              <a:r>
                <a:rPr lang="ru-RU" sz="1200">
                  <a:solidFill>
                    <a:srgbClr val="FFFFFF"/>
                  </a:solidFill>
                </a:rPr>
                <a:t> </a:t>
              </a:r>
              <a:endParaRPr/>
            </a:p>
          </p:txBody>
        </p:sp>
        <p:sp>
          <p:nvSpPr>
            <p:cNvPr id="3" name="TextBox 2"/>
            <p:cNvSpPr txBox="1"/>
            <p:nvPr/>
          </p:nvSpPr>
          <p:spPr bwMode="auto">
            <a:xfrm>
              <a:off x="7539367" y="1899487"/>
              <a:ext cx="893193" cy="369332"/>
            </a:xfrm>
            <a:prstGeom prst="rect">
              <a:avLst/>
            </a:prstGeom>
            <a:noFill/>
          </p:spPr>
          <p:txBody>
            <a:bodyPr wrap="none" rtlCol="0">
              <a:spAutoFit/>
            </a:bodyPr>
            <a:lstStyle/>
            <a:p>
              <a:r>
                <a:rPr lang="ru-RU" dirty="0">
                  <a:latin typeface="GPN_DIN Medium" panose="020B0604020202020204" pitchFamily="34" charset="-52"/>
                  <a:ea typeface="GPN_DIN Medium" panose="020B0604020202020204" pitchFamily="34" charset="-52"/>
                </a:rPr>
                <a:t>СРЕДА</a:t>
              </a:r>
            </a:p>
          </p:txBody>
        </p:sp>
      </p:grpSp>
      <p:grpSp>
        <p:nvGrpSpPr>
          <p:cNvPr id="51" name="Группа 50"/>
          <p:cNvGrpSpPr/>
          <p:nvPr/>
        </p:nvGrpSpPr>
        <p:grpSpPr>
          <a:xfrm>
            <a:off x="7380530" y="4179546"/>
            <a:ext cx="1692000" cy="1692000"/>
            <a:chOff x="7229810" y="4109210"/>
            <a:chExt cx="1692000" cy="1692000"/>
          </a:xfrm>
        </p:grpSpPr>
        <p:sp>
          <p:nvSpPr>
            <p:cNvPr id="27" name="Полилиния: фигура 5"/>
            <p:cNvSpPr/>
            <p:nvPr/>
          </p:nvSpPr>
          <p:spPr bwMode="auto">
            <a:xfrm>
              <a:off x="7229810" y="4109210"/>
              <a:ext cx="1692000" cy="1692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E65907"/>
            </a:solidFill>
          </p:spPr>
          <p:style>
            <a:lnRef idx="2">
              <a:schemeClr val="lt1">
                <a:hueOff val="0"/>
                <a:satOff val="0"/>
                <a:lumOff val="0"/>
                <a:alphaOff val="0"/>
              </a:schemeClr>
            </a:lnRef>
            <a:fillRef idx="1">
              <a:srgbClr val="000000"/>
            </a:fillRef>
            <a:effectRef idx="0">
              <a:schemeClr val="accent1">
                <a:hueOff val="0"/>
                <a:satOff val="0"/>
                <a:lumOff val="0"/>
                <a:alphaOff val="0"/>
              </a:schemeClr>
            </a:effectRef>
            <a:fontRef idx="minor">
              <a:schemeClr val="lt1"/>
            </a:fontRef>
          </p:style>
          <p:txBody>
            <a:bodyPr spcFirstLastPara="0" vert="horz" wrap="square" lIns="605811" tIns="612662" rIns="605811" bIns="612662" numCol="1" spcCol="1270" anchor="ctr" anchorCtr="0">
              <a:noAutofit/>
            </a:bodyPr>
            <a:lstStyle/>
            <a:p>
              <a:pPr marL="0" lvl="0" indent="0" algn="ctr" defTabSz="2844800">
                <a:lnSpc>
                  <a:spcPct val="90000"/>
                </a:lnSpc>
                <a:spcBef>
                  <a:spcPts val="0"/>
                </a:spcBef>
                <a:spcAft>
                  <a:spcPts val="0"/>
                </a:spcAft>
                <a:buNone/>
                <a:defRPr/>
              </a:pPr>
              <a:r>
                <a:rPr lang="ru-RU" sz="1200">
                  <a:solidFill>
                    <a:srgbClr val="FFFFFF"/>
                  </a:solidFill>
                </a:rPr>
                <a:t> </a:t>
              </a:r>
              <a:endParaRPr/>
            </a:p>
          </p:txBody>
        </p:sp>
        <p:sp>
          <p:nvSpPr>
            <p:cNvPr id="11" name="TextBox 10"/>
            <p:cNvSpPr txBox="1"/>
            <p:nvPr/>
          </p:nvSpPr>
          <p:spPr bwMode="auto">
            <a:xfrm>
              <a:off x="7229810" y="4539712"/>
              <a:ext cx="1692000" cy="830997"/>
            </a:xfrm>
            <a:prstGeom prst="rect">
              <a:avLst/>
            </a:prstGeom>
            <a:noFill/>
          </p:spPr>
          <p:txBody>
            <a:bodyPr wrap="square" rtlCol="0">
              <a:spAutoFit/>
            </a:bodyPr>
            <a:lstStyle/>
            <a:p>
              <a:pPr algn="ctr"/>
              <a:r>
                <a:rPr lang="ru-RU" sz="1600" dirty="0" smtClean="0">
                  <a:latin typeface="GPN_DIN Medium" panose="020B0604020202020204" pitchFamily="34" charset="-52"/>
                  <a:ea typeface="GPN_DIN Medium" panose="020B0604020202020204" pitchFamily="34" charset="-52"/>
                </a:rPr>
                <a:t>РЕСУРСЫ ДЛЯ МОНИТОРИНГА И ИЗМЕРЕНИЙ</a:t>
              </a:r>
              <a:endParaRPr lang="ru-RU" sz="1600" dirty="0">
                <a:latin typeface="GPN_DIN Medium" panose="020B0604020202020204" pitchFamily="34" charset="-52"/>
                <a:ea typeface="GPN_DIN Medium" panose="020B0604020202020204" pitchFamily="34" charset="-52"/>
              </a:endParaRPr>
            </a:p>
          </p:txBody>
        </p:sp>
      </p:grpSp>
      <p:grpSp>
        <p:nvGrpSpPr>
          <p:cNvPr id="46" name="Группа 45"/>
          <p:cNvGrpSpPr/>
          <p:nvPr/>
        </p:nvGrpSpPr>
        <p:grpSpPr>
          <a:xfrm>
            <a:off x="1662344" y="4590924"/>
            <a:ext cx="1691999" cy="1692000"/>
            <a:chOff x="1792968" y="4289476"/>
            <a:chExt cx="1691999" cy="1692000"/>
          </a:xfrm>
        </p:grpSpPr>
        <p:sp>
          <p:nvSpPr>
            <p:cNvPr id="89" name="Полилиния: фигура 4"/>
            <p:cNvSpPr/>
            <p:nvPr/>
          </p:nvSpPr>
          <p:spPr bwMode="auto">
            <a:xfrm>
              <a:off x="1792968" y="4289476"/>
              <a:ext cx="1691999" cy="1692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23D1CF"/>
            </a:solidFill>
            <a:ln>
              <a:noFill/>
            </a:ln>
          </p:spPr>
          <p:style>
            <a:lnRef idx="2">
              <a:srgbClr val="000000"/>
            </a:lnRef>
            <a:fillRef idx="1">
              <a:srgbClr val="000000"/>
            </a:fillRef>
            <a:effectRef idx="0">
              <a:schemeClr val="accent1">
                <a:hueOff val="0"/>
                <a:satOff val="0"/>
                <a:lumOff val="0"/>
                <a:alphaOff val="0"/>
              </a:schemeClr>
            </a:effectRef>
            <a:fontRef idx="minor">
              <a:schemeClr val="lt1"/>
            </a:fontRef>
          </p:style>
          <p:txBody>
            <a:bodyPr spcFirstLastPara="0" vert="horz" wrap="square" lIns="361971" tIns="368822" rIns="361972" bIns="368822" numCol="1" spcCol="1270" anchor="ctr" anchorCtr="0">
              <a:noAutofit/>
            </a:bodyPr>
            <a:lstStyle/>
            <a:p>
              <a:pPr marL="0" lvl="0" indent="0" algn="ctr" defTabSz="889000">
                <a:lnSpc>
                  <a:spcPct val="90000"/>
                </a:lnSpc>
                <a:spcBef>
                  <a:spcPts val="0"/>
                </a:spcBef>
                <a:spcAft>
                  <a:spcPts val="0"/>
                </a:spcAft>
                <a:buNone/>
                <a:defRPr/>
              </a:pPr>
              <a:endParaRPr lang="ru-RU" sz="1200">
                <a:solidFill>
                  <a:schemeClr val="bg2">
                    <a:lumMod val="25000"/>
                  </a:schemeClr>
                </a:solidFill>
              </a:endParaRPr>
            </a:p>
          </p:txBody>
        </p:sp>
        <p:sp>
          <p:nvSpPr>
            <p:cNvPr id="13" name="TextBox 12"/>
            <p:cNvSpPr txBox="1"/>
            <p:nvPr/>
          </p:nvSpPr>
          <p:spPr bwMode="auto">
            <a:xfrm>
              <a:off x="2106610" y="4950810"/>
              <a:ext cx="1083951" cy="369332"/>
            </a:xfrm>
            <a:prstGeom prst="rect">
              <a:avLst/>
            </a:prstGeom>
            <a:noFill/>
          </p:spPr>
          <p:txBody>
            <a:bodyPr wrap="none" rtlCol="0">
              <a:spAutoFit/>
            </a:bodyPr>
            <a:lstStyle/>
            <a:p>
              <a:r>
                <a:rPr lang="ru-RU" dirty="0" smtClean="0">
                  <a:latin typeface="GPN_DIN Medium" panose="020B0604020202020204" pitchFamily="34" charset="-52"/>
                  <a:ea typeface="GPN_DIN Medium" panose="020B0604020202020204" pitchFamily="34" charset="-52"/>
                </a:rPr>
                <a:t>ЗНАНИЯ</a:t>
              </a:r>
              <a:endParaRPr lang="ru-RU" dirty="0">
                <a:latin typeface="GPN_DIN Medium" panose="020B0604020202020204" pitchFamily="34" charset="-52"/>
                <a:ea typeface="GPN_DIN Medium" panose="020B0604020202020204" pitchFamily="34" charset="-52"/>
              </a:endParaRPr>
            </a:p>
          </p:txBody>
        </p:sp>
      </p:grpSp>
      <p:grpSp>
        <p:nvGrpSpPr>
          <p:cNvPr id="4" name="Группа 3"/>
          <p:cNvGrpSpPr/>
          <p:nvPr/>
        </p:nvGrpSpPr>
        <p:grpSpPr>
          <a:xfrm>
            <a:off x="1521478" y="1496754"/>
            <a:ext cx="1691999" cy="1692000"/>
            <a:chOff x="1682246" y="1496754"/>
            <a:chExt cx="1691999" cy="1692000"/>
          </a:xfrm>
        </p:grpSpPr>
        <p:sp>
          <p:nvSpPr>
            <p:cNvPr id="18" name="Полилиния: фигура 7"/>
            <p:cNvSpPr/>
            <p:nvPr/>
          </p:nvSpPr>
          <p:spPr bwMode="auto">
            <a:xfrm>
              <a:off x="1682246" y="1496754"/>
              <a:ext cx="1691999" cy="1692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7957B2"/>
            </a:solidFill>
            <a:ln>
              <a:noFill/>
            </a:ln>
          </p:spPr>
          <p:style>
            <a:lnRef idx="2">
              <a:srgbClr val="000000"/>
            </a:lnRef>
            <a:fillRef idx="1">
              <a:srgbClr val="000000"/>
            </a:fillRef>
            <a:effectRef idx="0">
              <a:schemeClr val="accent1">
                <a:hueOff val="0"/>
                <a:satOff val="0"/>
                <a:lumOff val="0"/>
                <a:alphaOff val="0"/>
              </a:schemeClr>
            </a:effectRef>
            <a:fontRef idx="minor">
              <a:schemeClr val="lt1"/>
            </a:fontRef>
          </p:style>
          <p:txBody>
            <a:bodyPr spcFirstLastPara="0" vert="horz" wrap="square" lIns="361971" tIns="368822" rIns="361971" bIns="368822" numCol="1" spcCol="1270" anchor="ctr" anchorCtr="0">
              <a:noAutofit/>
            </a:bodyPr>
            <a:lstStyle/>
            <a:p>
              <a:pPr marL="0" lvl="0" indent="0" algn="ctr" defTabSz="1600200">
                <a:lnSpc>
                  <a:spcPct val="90000"/>
                </a:lnSpc>
                <a:spcBef>
                  <a:spcPts val="0"/>
                </a:spcBef>
                <a:spcAft>
                  <a:spcPts val="0"/>
                </a:spcAft>
                <a:buNone/>
                <a:defRPr/>
              </a:pPr>
              <a:endParaRPr lang="ru-RU" sz="1200" dirty="0">
                <a:solidFill>
                  <a:srgbClr val="FFFFFF"/>
                </a:solidFill>
              </a:endParaRPr>
            </a:p>
          </p:txBody>
        </p:sp>
        <p:sp>
          <p:nvSpPr>
            <p:cNvPr id="14" name="TextBox 13"/>
            <p:cNvSpPr txBox="1"/>
            <p:nvPr/>
          </p:nvSpPr>
          <p:spPr bwMode="auto">
            <a:xfrm>
              <a:off x="1861235" y="2158088"/>
              <a:ext cx="1353256" cy="369332"/>
            </a:xfrm>
            <a:prstGeom prst="rect">
              <a:avLst/>
            </a:prstGeom>
            <a:noFill/>
          </p:spPr>
          <p:txBody>
            <a:bodyPr wrap="none" rtlCol="0">
              <a:spAutoFit/>
            </a:bodyPr>
            <a:lstStyle/>
            <a:p>
              <a:r>
                <a:rPr lang="ru-RU" dirty="0" smtClean="0">
                  <a:solidFill>
                    <a:schemeClr val="bg1"/>
                  </a:solidFill>
                  <a:latin typeface="GPN_DIN Medium" panose="020B0604020202020204" pitchFamily="34" charset="-52"/>
                  <a:ea typeface="GPN_DIN Medium" panose="020B0604020202020204" pitchFamily="34" charset="-52"/>
                </a:rPr>
                <a:t>ПЕРСОНАЛ</a:t>
              </a:r>
              <a:endParaRPr lang="ru-RU" dirty="0">
                <a:solidFill>
                  <a:schemeClr val="bg1"/>
                </a:solidFill>
                <a:latin typeface="GPN_DIN Medium" panose="020B0604020202020204" pitchFamily="34" charset="-52"/>
                <a:ea typeface="GPN_DIN Medium" panose="020B0604020202020204" pitchFamily="34" charset="-52"/>
              </a:endParaRPr>
            </a:p>
          </p:txBody>
        </p:sp>
      </p:grpSp>
      <p:grpSp>
        <p:nvGrpSpPr>
          <p:cNvPr id="5" name="Группа 4"/>
          <p:cNvGrpSpPr/>
          <p:nvPr/>
        </p:nvGrpSpPr>
        <p:grpSpPr>
          <a:xfrm>
            <a:off x="3308309" y="1786424"/>
            <a:ext cx="1260000" cy="1260000"/>
            <a:chOff x="3469077" y="1786424"/>
            <a:chExt cx="1260000" cy="1260000"/>
          </a:xfrm>
        </p:grpSpPr>
        <p:sp>
          <p:nvSpPr>
            <p:cNvPr id="16" name="Полилиния: фигура 7"/>
            <p:cNvSpPr>
              <a:spLocks noChangeAspect="1"/>
            </p:cNvSpPr>
            <p:nvPr/>
          </p:nvSpPr>
          <p:spPr bwMode="auto">
            <a:xfrm>
              <a:off x="3469077" y="1786424"/>
              <a:ext cx="1260000" cy="1260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D2C7E5"/>
            </a:solidFill>
            <a:ln>
              <a:solidFill>
                <a:srgbClr val="9A81C5"/>
              </a:solidFill>
            </a:ln>
          </p:spPr>
          <p:style>
            <a:lnRef idx="2">
              <a:srgbClr val="000000"/>
            </a:lnRef>
            <a:fillRef idx="1">
              <a:srgbClr val="000000"/>
            </a:fillRef>
            <a:effectRef idx="0">
              <a:schemeClr val="accent1">
                <a:hueOff val="0"/>
                <a:satOff val="0"/>
                <a:lumOff val="0"/>
                <a:alphaOff val="0"/>
              </a:schemeClr>
            </a:effectRef>
            <a:fontRef idx="minor">
              <a:schemeClr val="lt1"/>
            </a:fontRef>
          </p:style>
          <p:txBody>
            <a:bodyPr spcFirstLastPara="0" vert="horz" wrap="square" lIns="361971" tIns="368822" rIns="361971" bIns="368822" numCol="1" spcCol="1270" anchor="ctr" anchorCtr="0">
              <a:noAutofit/>
            </a:bodyPr>
            <a:lstStyle/>
            <a:p>
              <a:pPr marL="0" lvl="0" indent="0" algn="ctr" defTabSz="1600200">
                <a:lnSpc>
                  <a:spcPct val="90000"/>
                </a:lnSpc>
                <a:spcBef>
                  <a:spcPts val="0"/>
                </a:spcBef>
                <a:spcAft>
                  <a:spcPts val="0"/>
                </a:spcAft>
                <a:buNone/>
                <a:defRPr/>
              </a:pPr>
              <a:endParaRPr lang="ru-RU" sz="1200" dirty="0">
                <a:solidFill>
                  <a:srgbClr val="FFFFFF"/>
                </a:solidFill>
              </a:endParaRPr>
            </a:p>
          </p:txBody>
        </p:sp>
        <p:sp>
          <p:nvSpPr>
            <p:cNvPr id="20" name="TextBox 19"/>
            <p:cNvSpPr txBox="1"/>
            <p:nvPr/>
          </p:nvSpPr>
          <p:spPr bwMode="auto">
            <a:xfrm>
              <a:off x="3484967" y="2262536"/>
              <a:ext cx="1228221" cy="307777"/>
            </a:xfrm>
            <a:prstGeom prst="rect">
              <a:avLst/>
            </a:prstGeom>
            <a:noFill/>
          </p:spPr>
          <p:txBody>
            <a:bodyPr wrap="none" rtlCol="0">
              <a:spAutoFit/>
            </a:bodyPr>
            <a:lstStyle/>
            <a:p>
              <a:pPr algn="ctr"/>
              <a:r>
                <a:rPr lang="ru-RU" sz="1400" dirty="0" smtClean="0"/>
                <a:t>МОТИВАЦИЯ</a:t>
              </a:r>
              <a:endParaRPr lang="ru-RU" sz="1400" dirty="0"/>
            </a:p>
          </p:txBody>
        </p:sp>
      </p:grpSp>
      <p:grpSp>
        <p:nvGrpSpPr>
          <p:cNvPr id="6" name="Группа 5"/>
          <p:cNvGrpSpPr/>
          <p:nvPr/>
        </p:nvGrpSpPr>
        <p:grpSpPr>
          <a:xfrm>
            <a:off x="2583051" y="2892424"/>
            <a:ext cx="1260000" cy="1260000"/>
            <a:chOff x="2743819" y="2892424"/>
            <a:chExt cx="1260000" cy="1260000"/>
          </a:xfrm>
        </p:grpSpPr>
        <p:sp>
          <p:nvSpPr>
            <p:cNvPr id="21" name="Полилиния: фигура 7"/>
            <p:cNvSpPr>
              <a:spLocks noChangeAspect="1"/>
            </p:cNvSpPr>
            <p:nvPr/>
          </p:nvSpPr>
          <p:spPr bwMode="auto">
            <a:xfrm>
              <a:off x="2743819" y="2892424"/>
              <a:ext cx="1260000" cy="1260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D2C7E5"/>
            </a:solidFill>
            <a:ln>
              <a:solidFill>
                <a:srgbClr val="9A81C5"/>
              </a:solidFill>
            </a:ln>
          </p:spPr>
          <p:style>
            <a:lnRef idx="2">
              <a:srgbClr val="000000"/>
            </a:lnRef>
            <a:fillRef idx="1">
              <a:srgbClr val="000000"/>
            </a:fillRef>
            <a:effectRef idx="0">
              <a:schemeClr val="accent1">
                <a:hueOff val="0"/>
                <a:satOff val="0"/>
                <a:lumOff val="0"/>
                <a:alphaOff val="0"/>
              </a:schemeClr>
            </a:effectRef>
            <a:fontRef idx="minor">
              <a:schemeClr val="lt1"/>
            </a:fontRef>
          </p:style>
          <p:txBody>
            <a:bodyPr spcFirstLastPara="0" vert="horz" wrap="square" lIns="361971" tIns="368822" rIns="361971" bIns="368822" numCol="1" spcCol="1270" anchor="ctr" anchorCtr="0">
              <a:noAutofit/>
            </a:bodyPr>
            <a:lstStyle/>
            <a:p>
              <a:pPr marL="0" lvl="0" indent="0" algn="ctr" defTabSz="1600200">
                <a:lnSpc>
                  <a:spcPct val="90000"/>
                </a:lnSpc>
                <a:spcBef>
                  <a:spcPts val="0"/>
                </a:spcBef>
                <a:spcAft>
                  <a:spcPts val="0"/>
                </a:spcAft>
                <a:buNone/>
                <a:defRPr/>
              </a:pPr>
              <a:endParaRPr lang="ru-RU" sz="1200" dirty="0">
                <a:solidFill>
                  <a:srgbClr val="FFFFFF"/>
                </a:solidFill>
              </a:endParaRPr>
            </a:p>
          </p:txBody>
        </p:sp>
        <p:sp>
          <p:nvSpPr>
            <p:cNvPr id="22" name="TextBox 21"/>
            <p:cNvSpPr txBox="1"/>
            <p:nvPr/>
          </p:nvSpPr>
          <p:spPr bwMode="auto">
            <a:xfrm>
              <a:off x="2751764" y="3260814"/>
              <a:ext cx="1244110" cy="523220"/>
            </a:xfrm>
            <a:prstGeom prst="rect">
              <a:avLst/>
            </a:prstGeom>
            <a:noFill/>
          </p:spPr>
          <p:txBody>
            <a:bodyPr wrap="square" rtlCol="0">
              <a:spAutoFit/>
            </a:bodyPr>
            <a:lstStyle/>
            <a:p>
              <a:pPr algn="ctr"/>
              <a:r>
                <a:rPr lang="ru-RU" sz="1400" dirty="0" smtClean="0"/>
                <a:t>КОМПЕТЕН-ТНОСТЬ</a:t>
              </a:r>
              <a:endParaRPr lang="ru-RU" sz="1400" dirty="0"/>
            </a:p>
          </p:txBody>
        </p:sp>
      </p:grpSp>
      <p:grpSp>
        <p:nvGrpSpPr>
          <p:cNvPr id="7" name="Группа 6"/>
          <p:cNvGrpSpPr/>
          <p:nvPr/>
        </p:nvGrpSpPr>
        <p:grpSpPr>
          <a:xfrm>
            <a:off x="1091137" y="2979049"/>
            <a:ext cx="1260000" cy="1260000"/>
            <a:chOff x="1251905" y="2979049"/>
            <a:chExt cx="1260000" cy="1260000"/>
          </a:xfrm>
        </p:grpSpPr>
        <p:sp>
          <p:nvSpPr>
            <p:cNvPr id="23" name="Полилиния: фигура 7"/>
            <p:cNvSpPr>
              <a:spLocks noChangeAspect="1"/>
            </p:cNvSpPr>
            <p:nvPr/>
          </p:nvSpPr>
          <p:spPr bwMode="auto">
            <a:xfrm>
              <a:off x="1251905" y="2979049"/>
              <a:ext cx="1260000" cy="1260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D2C7E5"/>
            </a:solidFill>
            <a:ln>
              <a:solidFill>
                <a:srgbClr val="9A81C5"/>
              </a:solidFill>
            </a:ln>
          </p:spPr>
          <p:style>
            <a:lnRef idx="2">
              <a:srgbClr val="000000"/>
            </a:lnRef>
            <a:fillRef idx="1">
              <a:srgbClr val="000000"/>
            </a:fillRef>
            <a:effectRef idx="0">
              <a:schemeClr val="accent1">
                <a:hueOff val="0"/>
                <a:satOff val="0"/>
                <a:lumOff val="0"/>
                <a:alphaOff val="0"/>
              </a:schemeClr>
            </a:effectRef>
            <a:fontRef idx="minor">
              <a:schemeClr val="lt1"/>
            </a:fontRef>
          </p:style>
          <p:txBody>
            <a:bodyPr spcFirstLastPara="0" vert="horz" wrap="square" lIns="361971" tIns="368822" rIns="361971" bIns="368822" numCol="1" spcCol="1270" anchor="ctr" anchorCtr="0">
              <a:noAutofit/>
            </a:bodyPr>
            <a:lstStyle/>
            <a:p>
              <a:pPr marL="0" lvl="0" indent="0" algn="ctr" defTabSz="1600200">
                <a:lnSpc>
                  <a:spcPct val="90000"/>
                </a:lnSpc>
                <a:spcBef>
                  <a:spcPts val="0"/>
                </a:spcBef>
                <a:spcAft>
                  <a:spcPts val="0"/>
                </a:spcAft>
                <a:buNone/>
                <a:defRPr/>
              </a:pPr>
              <a:endParaRPr lang="ru-RU" sz="1200" dirty="0">
                <a:solidFill>
                  <a:srgbClr val="FFFFFF"/>
                </a:solidFill>
              </a:endParaRPr>
            </a:p>
          </p:txBody>
        </p:sp>
        <p:sp>
          <p:nvSpPr>
            <p:cNvPr id="25" name="TextBox 24"/>
            <p:cNvSpPr txBox="1"/>
            <p:nvPr/>
          </p:nvSpPr>
          <p:spPr bwMode="auto">
            <a:xfrm>
              <a:off x="1259850" y="3347439"/>
              <a:ext cx="1244110" cy="523220"/>
            </a:xfrm>
            <a:prstGeom prst="rect">
              <a:avLst/>
            </a:prstGeom>
            <a:noFill/>
          </p:spPr>
          <p:txBody>
            <a:bodyPr wrap="square" rtlCol="0">
              <a:spAutoFit/>
            </a:bodyPr>
            <a:lstStyle/>
            <a:p>
              <a:pPr algn="ctr"/>
              <a:r>
                <a:rPr lang="ru-RU" sz="1400" dirty="0" smtClean="0"/>
                <a:t>ОСВЕДОМ-ЛЕННОСТЬ</a:t>
              </a:r>
              <a:endParaRPr lang="ru-RU" sz="1400" dirty="0"/>
            </a:p>
          </p:txBody>
        </p:sp>
      </p:grpSp>
      <p:grpSp>
        <p:nvGrpSpPr>
          <p:cNvPr id="8" name="Группа 7"/>
          <p:cNvGrpSpPr/>
          <p:nvPr/>
        </p:nvGrpSpPr>
        <p:grpSpPr>
          <a:xfrm>
            <a:off x="5430713" y="1897420"/>
            <a:ext cx="1260000" cy="1260000"/>
            <a:chOff x="5430713" y="1897420"/>
            <a:chExt cx="1260000" cy="1260000"/>
          </a:xfrm>
        </p:grpSpPr>
        <p:sp>
          <p:nvSpPr>
            <p:cNvPr id="26" name="Полилиния: фигура 5"/>
            <p:cNvSpPr>
              <a:spLocks noChangeAspect="1"/>
            </p:cNvSpPr>
            <p:nvPr/>
          </p:nvSpPr>
          <p:spPr bwMode="auto">
            <a:xfrm>
              <a:off x="5430713" y="1897420"/>
              <a:ext cx="1260000" cy="1260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86CB83"/>
            </a:solidFill>
            <a:ln>
              <a:solidFill>
                <a:srgbClr val="48A044"/>
              </a:solidFill>
            </a:ln>
          </p:spPr>
          <p:style>
            <a:lnRef idx="2">
              <a:schemeClr val="lt1">
                <a:hueOff val="0"/>
                <a:satOff val="0"/>
                <a:lumOff val="0"/>
                <a:alphaOff val="0"/>
              </a:schemeClr>
            </a:lnRef>
            <a:fillRef idx="1">
              <a:srgbClr val="000000"/>
            </a:fillRef>
            <a:effectRef idx="0">
              <a:schemeClr val="accent1">
                <a:hueOff val="0"/>
                <a:satOff val="0"/>
                <a:lumOff val="0"/>
                <a:alphaOff val="0"/>
              </a:schemeClr>
            </a:effectRef>
            <a:fontRef idx="minor">
              <a:schemeClr val="lt1"/>
            </a:fontRef>
          </p:style>
          <p:txBody>
            <a:bodyPr spcFirstLastPara="0" vert="horz" wrap="square" lIns="605811" tIns="612662" rIns="605811" bIns="612662" numCol="1" spcCol="1270" anchor="ctr" anchorCtr="0">
              <a:noAutofit/>
            </a:bodyPr>
            <a:lstStyle/>
            <a:p>
              <a:pPr marL="0" lvl="0" indent="0" algn="ctr" defTabSz="2844800">
                <a:lnSpc>
                  <a:spcPct val="90000"/>
                </a:lnSpc>
                <a:spcBef>
                  <a:spcPts val="0"/>
                </a:spcBef>
                <a:spcAft>
                  <a:spcPts val="0"/>
                </a:spcAft>
                <a:buNone/>
                <a:defRPr/>
              </a:pPr>
              <a:r>
                <a:rPr lang="ru-RU" sz="1200">
                  <a:solidFill>
                    <a:srgbClr val="FFFFFF"/>
                  </a:solidFill>
                </a:rPr>
                <a:t> </a:t>
              </a:r>
              <a:endParaRPr/>
            </a:p>
          </p:txBody>
        </p:sp>
        <p:sp>
          <p:nvSpPr>
            <p:cNvPr id="28" name="TextBox 27"/>
            <p:cNvSpPr txBox="1"/>
            <p:nvPr/>
          </p:nvSpPr>
          <p:spPr bwMode="auto">
            <a:xfrm>
              <a:off x="5623734" y="2373532"/>
              <a:ext cx="873958" cy="307777"/>
            </a:xfrm>
            <a:prstGeom prst="rect">
              <a:avLst/>
            </a:prstGeom>
            <a:noFill/>
          </p:spPr>
          <p:txBody>
            <a:bodyPr wrap="none" rtlCol="0">
              <a:spAutoFit/>
            </a:bodyPr>
            <a:lstStyle/>
            <a:p>
              <a:pPr algn="ctr"/>
              <a:r>
                <a:rPr lang="ru-RU" sz="1400" dirty="0" smtClean="0"/>
                <a:t>ЗДАНИЯ</a:t>
              </a:r>
              <a:endParaRPr lang="ru-RU" sz="1400" dirty="0"/>
            </a:p>
          </p:txBody>
        </p:sp>
      </p:grpSp>
      <p:grpSp>
        <p:nvGrpSpPr>
          <p:cNvPr id="43" name="Группа 42"/>
          <p:cNvGrpSpPr/>
          <p:nvPr/>
        </p:nvGrpSpPr>
        <p:grpSpPr>
          <a:xfrm>
            <a:off x="6066790" y="3010251"/>
            <a:ext cx="1441420" cy="1260000"/>
            <a:chOff x="6066790" y="3010251"/>
            <a:chExt cx="1441420" cy="1260000"/>
          </a:xfrm>
        </p:grpSpPr>
        <p:sp>
          <p:nvSpPr>
            <p:cNvPr id="29" name="Полилиния: фигура 5"/>
            <p:cNvSpPr>
              <a:spLocks noChangeAspect="1"/>
            </p:cNvSpPr>
            <p:nvPr/>
          </p:nvSpPr>
          <p:spPr bwMode="auto">
            <a:xfrm>
              <a:off x="6157500" y="3010251"/>
              <a:ext cx="1260000" cy="1260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86CB83"/>
            </a:solidFill>
            <a:ln>
              <a:solidFill>
                <a:srgbClr val="48A044"/>
              </a:solidFill>
            </a:ln>
          </p:spPr>
          <p:style>
            <a:lnRef idx="2">
              <a:schemeClr val="lt1">
                <a:hueOff val="0"/>
                <a:satOff val="0"/>
                <a:lumOff val="0"/>
                <a:alphaOff val="0"/>
              </a:schemeClr>
            </a:lnRef>
            <a:fillRef idx="1">
              <a:srgbClr val="000000"/>
            </a:fillRef>
            <a:effectRef idx="0">
              <a:schemeClr val="accent1">
                <a:hueOff val="0"/>
                <a:satOff val="0"/>
                <a:lumOff val="0"/>
                <a:alphaOff val="0"/>
              </a:schemeClr>
            </a:effectRef>
            <a:fontRef idx="minor">
              <a:schemeClr val="lt1"/>
            </a:fontRef>
          </p:style>
          <p:txBody>
            <a:bodyPr spcFirstLastPara="0" vert="horz" wrap="square" lIns="605811" tIns="612662" rIns="605811" bIns="612662" numCol="1" spcCol="1270" anchor="ctr" anchorCtr="0">
              <a:noAutofit/>
            </a:bodyPr>
            <a:lstStyle/>
            <a:p>
              <a:pPr marL="0" lvl="0" indent="0" algn="ctr" defTabSz="2844800">
                <a:lnSpc>
                  <a:spcPct val="90000"/>
                </a:lnSpc>
                <a:spcBef>
                  <a:spcPts val="0"/>
                </a:spcBef>
                <a:spcAft>
                  <a:spcPts val="0"/>
                </a:spcAft>
                <a:buNone/>
                <a:defRPr/>
              </a:pPr>
              <a:r>
                <a:rPr lang="ru-RU" sz="1200">
                  <a:solidFill>
                    <a:srgbClr val="FFFFFF"/>
                  </a:solidFill>
                </a:rPr>
                <a:t> </a:t>
              </a:r>
              <a:endParaRPr/>
            </a:p>
          </p:txBody>
        </p:sp>
        <p:sp>
          <p:nvSpPr>
            <p:cNvPr id="30" name="TextBox 29"/>
            <p:cNvSpPr txBox="1"/>
            <p:nvPr/>
          </p:nvSpPr>
          <p:spPr bwMode="auto">
            <a:xfrm>
              <a:off x="6066790" y="3494057"/>
              <a:ext cx="1441420" cy="292388"/>
            </a:xfrm>
            <a:prstGeom prst="rect">
              <a:avLst/>
            </a:prstGeom>
            <a:noFill/>
          </p:spPr>
          <p:txBody>
            <a:bodyPr wrap="none" rtlCol="0">
              <a:spAutoFit/>
            </a:bodyPr>
            <a:lstStyle/>
            <a:p>
              <a:pPr algn="ctr"/>
              <a:r>
                <a:rPr lang="ru-RU" sz="1250" dirty="0" smtClean="0"/>
                <a:t>ОБОРУДОВАНИЕ</a:t>
              </a:r>
              <a:endParaRPr lang="ru-RU" sz="1250" dirty="0"/>
            </a:p>
          </p:txBody>
        </p:sp>
      </p:grpSp>
      <p:grpSp>
        <p:nvGrpSpPr>
          <p:cNvPr id="45" name="Группа 44"/>
          <p:cNvGrpSpPr/>
          <p:nvPr/>
        </p:nvGrpSpPr>
        <p:grpSpPr>
          <a:xfrm>
            <a:off x="5516684" y="4189867"/>
            <a:ext cx="1382110" cy="1260000"/>
            <a:chOff x="5516684" y="4189867"/>
            <a:chExt cx="1382110" cy="1260000"/>
          </a:xfrm>
        </p:grpSpPr>
        <p:sp>
          <p:nvSpPr>
            <p:cNvPr id="31" name="Полилиния: фигура 5"/>
            <p:cNvSpPr>
              <a:spLocks noChangeAspect="1"/>
            </p:cNvSpPr>
            <p:nvPr/>
          </p:nvSpPr>
          <p:spPr bwMode="auto">
            <a:xfrm>
              <a:off x="5577739" y="4189867"/>
              <a:ext cx="1260000" cy="1260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86CB83"/>
            </a:solidFill>
            <a:ln>
              <a:solidFill>
                <a:srgbClr val="48A044"/>
              </a:solidFill>
            </a:ln>
          </p:spPr>
          <p:style>
            <a:lnRef idx="2">
              <a:schemeClr val="lt1">
                <a:hueOff val="0"/>
                <a:satOff val="0"/>
                <a:lumOff val="0"/>
                <a:alphaOff val="0"/>
              </a:schemeClr>
            </a:lnRef>
            <a:fillRef idx="1">
              <a:srgbClr val="000000"/>
            </a:fillRef>
            <a:effectRef idx="0">
              <a:schemeClr val="accent1">
                <a:hueOff val="0"/>
                <a:satOff val="0"/>
                <a:lumOff val="0"/>
                <a:alphaOff val="0"/>
              </a:schemeClr>
            </a:effectRef>
            <a:fontRef idx="minor">
              <a:schemeClr val="lt1"/>
            </a:fontRef>
          </p:style>
          <p:txBody>
            <a:bodyPr spcFirstLastPara="0" vert="horz" wrap="square" lIns="605811" tIns="612662" rIns="605811" bIns="612662" numCol="1" spcCol="1270" anchor="ctr" anchorCtr="0">
              <a:noAutofit/>
            </a:bodyPr>
            <a:lstStyle/>
            <a:p>
              <a:pPr marL="0" lvl="0" indent="0" algn="ctr" defTabSz="2844800">
                <a:lnSpc>
                  <a:spcPct val="90000"/>
                </a:lnSpc>
                <a:spcBef>
                  <a:spcPts val="0"/>
                </a:spcBef>
                <a:spcAft>
                  <a:spcPts val="0"/>
                </a:spcAft>
                <a:buNone/>
                <a:defRPr/>
              </a:pPr>
              <a:r>
                <a:rPr lang="ru-RU" sz="1200">
                  <a:solidFill>
                    <a:srgbClr val="FFFFFF"/>
                  </a:solidFill>
                </a:rPr>
                <a:t> </a:t>
              </a:r>
              <a:endParaRPr/>
            </a:p>
          </p:txBody>
        </p:sp>
        <p:sp>
          <p:nvSpPr>
            <p:cNvPr id="32" name="TextBox 31"/>
            <p:cNvSpPr txBox="1"/>
            <p:nvPr/>
          </p:nvSpPr>
          <p:spPr bwMode="auto">
            <a:xfrm>
              <a:off x="5516684" y="4581340"/>
              <a:ext cx="1382110" cy="477054"/>
            </a:xfrm>
            <a:prstGeom prst="rect">
              <a:avLst/>
            </a:prstGeom>
            <a:noFill/>
          </p:spPr>
          <p:txBody>
            <a:bodyPr wrap="none" rtlCol="0">
              <a:spAutoFit/>
            </a:bodyPr>
            <a:lstStyle/>
            <a:p>
              <a:pPr algn="ctr"/>
              <a:r>
                <a:rPr lang="ru-RU" sz="1250" dirty="0" smtClean="0"/>
                <a:t>ТРАНСПОРТНЫЕ</a:t>
              </a:r>
            </a:p>
            <a:p>
              <a:pPr algn="ctr"/>
              <a:r>
                <a:rPr lang="ru-RU" sz="1250" dirty="0" smtClean="0"/>
                <a:t>РЕСУРСЫ</a:t>
              </a:r>
              <a:endParaRPr lang="ru-RU" sz="1250" dirty="0"/>
            </a:p>
          </p:txBody>
        </p:sp>
      </p:grpSp>
      <p:grpSp>
        <p:nvGrpSpPr>
          <p:cNvPr id="44" name="Группа 43"/>
          <p:cNvGrpSpPr/>
          <p:nvPr/>
        </p:nvGrpSpPr>
        <p:grpSpPr>
          <a:xfrm>
            <a:off x="3879442" y="4386891"/>
            <a:ext cx="1388521" cy="1260000"/>
            <a:chOff x="3879442" y="4386891"/>
            <a:chExt cx="1388521" cy="1260000"/>
          </a:xfrm>
        </p:grpSpPr>
        <p:sp>
          <p:nvSpPr>
            <p:cNvPr id="33" name="Полилиния: фигура 5"/>
            <p:cNvSpPr>
              <a:spLocks noChangeAspect="1"/>
            </p:cNvSpPr>
            <p:nvPr/>
          </p:nvSpPr>
          <p:spPr bwMode="auto">
            <a:xfrm>
              <a:off x="3943700" y="4386891"/>
              <a:ext cx="1260000" cy="1260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86CB83"/>
            </a:solidFill>
            <a:ln>
              <a:solidFill>
                <a:srgbClr val="48A044"/>
              </a:solidFill>
            </a:ln>
          </p:spPr>
          <p:style>
            <a:lnRef idx="2">
              <a:schemeClr val="lt1">
                <a:hueOff val="0"/>
                <a:satOff val="0"/>
                <a:lumOff val="0"/>
                <a:alphaOff val="0"/>
              </a:schemeClr>
            </a:lnRef>
            <a:fillRef idx="1">
              <a:srgbClr val="000000"/>
            </a:fillRef>
            <a:effectRef idx="0">
              <a:schemeClr val="accent1">
                <a:hueOff val="0"/>
                <a:satOff val="0"/>
                <a:lumOff val="0"/>
                <a:alphaOff val="0"/>
              </a:schemeClr>
            </a:effectRef>
            <a:fontRef idx="minor">
              <a:schemeClr val="lt1"/>
            </a:fontRef>
          </p:style>
          <p:txBody>
            <a:bodyPr spcFirstLastPara="0" vert="horz" wrap="square" lIns="605811" tIns="612662" rIns="605811" bIns="612662" numCol="1" spcCol="1270" anchor="ctr" anchorCtr="0">
              <a:noAutofit/>
            </a:bodyPr>
            <a:lstStyle/>
            <a:p>
              <a:pPr marL="0" lvl="0" indent="0" algn="ctr" defTabSz="2844800">
                <a:lnSpc>
                  <a:spcPct val="90000"/>
                </a:lnSpc>
                <a:spcBef>
                  <a:spcPts val="0"/>
                </a:spcBef>
                <a:spcAft>
                  <a:spcPts val="0"/>
                </a:spcAft>
                <a:buNone/>
                <a:defRPr/>
              </a:pPr>
              <a:r>
                <a:rPr lang="ru-RU" sz="1200">
                  <a:solidFill>
                    <a:srgbClr val="FFFFFF"/>
                  </a:solidFill>
                </a:rPr>
                <a:t> </a:t>
              </a:r>
              <a:endParaRPr/>
            </a:p>
          </p:txBody>
        </p:sp>
        <p:sp>
          <p:nvSpPr>
            <p:cNvPr id="34" name="TextBox 33"/>
            <p:cNvSpPr txBox="1"/>
            <p:nvPr/>
          </p:nvSpPr>
          <p:spPr bwMode="auto">
            <a:xfrm>
              <a:off x="3879442" y="4809142"/>
              <a:ext cx="1388521" cy="407804"/>
            </a:xfrm>
            <a:prstGeom prst="rect">
              <a:avLst/>
            </a:prstGeom>
            <a:noFill/>
          </p:spPr>
          <p:txBody>
            <a:bodyPr wrap="none" rtlCol="0">
              <a:spAutoFit/>
            </a:bodyPr>
            <a:lstStyle/>
            <a:p>
              <a:pPr algn="ctr"/>
              <a:r>
                <a:rPr lang="ru-RU" sz="1000" dirty="0" smtClean="0"/>
                <a:t>ИНФОРМАЦИОННЫЕ</a:t>
              </a:r>
              <a:endParaRPr lang="ru-RU" sz="1050" dirty="0" smtClean="0"/>
            </a:p>
            <a:p>
              <a:pPr algn="ctr"/>
              <a:r>
                <a:rPr lang="ru-RU" sz="1050" dirty="0" smtClean="0"/>
                <a:t>ТЕХНОЛОГИИ</a:t>
              </a:r>
              <a:endParaRPr lang="ru-RU" sz="1050" dirty="0"/>
            </a:p>
          </p:txBody>
        </p:sp>
      </p:grpSp>
      <p:grpSp>
        <p:nvGrpSpPr>
          <p:cNvPr id="48" name="Группа 47"/>
          <p:cNvGrpSpPr/>
          <p:nvPr/>
        </p:nvGrpSpPr>
        <p:grpSpPr>
          <a:xfrm>
            <a:off x="9069184" y="1532191"/>
            <a:ext cx="1266692" cy="1260000"/>
            <a:chOff x="8918464" y="1532191"/>
            <a:chExt cx="1266692" cy="1260000"/>
          </a:xfrm>
        </p:grpSpPr>
        <p:sp>
          <p:nvSpPr>
            <p:cNvPr id="35" name="Полилиния: фигура 5"/>
            <p:cNvSpPr>
              <a:spLocks noChangeAspect="1"/>
            </p:cNvSpPr>
            <p:nvPr/>
          </p:nvSpPr>
          <p:spPr bwMode="auto">
            <a:xfrm>
              <a:off x="8921810" y="1532191"/>
              <a:ext cx="1260000" cy="1260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46B4E9"/>
            </a:solidFill>
            <a:ln>
              <a:solidFill>
                <a:srgbClr val="0094DF"/>
              </a:solidFill>
            </a:ln>
          </p:spPr>
          <p:style>
            <a:lnRef idx="2">
              <a:schemeClr val="lt1">
                <a:hueOff val="0"/>
                <a:satOff val="0"/>
                <a:lumOff val="0"/>
                <a:alphaOff val="0"/>
              </a:schemeClr>
            </a:lnRef>
            <a:fillRef idx="1">
              <a:srgbClr val="000000"/>
            </a:fillRef>
            <a:effectRef idx="0">
              <a:schemeClr val="accent1">
                <a:hueOff val="0"/>
                <a:satOff val="0"/>
                <a:lumOff val="0"/>
                <a:alphaOff val="0"/>
              </a:schemeClr>
            </a:effectRef>
            <a:fontRef idx="minor">
              <a:schemeClr val="lt1"/>
            </a:fontRef>
          </p:style>
          <p:txBody>
            <a:bodyPr spcFirstLastPara="0" vert="horz" wrap="square" lIns="605811" tIns="612662" rIns="605811" bIns="612662" numCol="1" spcCol="1270" anchor="ctr" anchorCtr="0">
              <a:noAutofit/>
            </a:bodyPr>
            <a:lstStyle/>
            <a:p>
              <a:pPr marL="0" lvl="0" indent="0" algn="ctr" defTabSz="2844800">
                <a:lnSpc>
                  <a:spcPct val="90000"/>
                </a:lnSpc>
                <a:spcBef>
                  <a:spcPts val="0"/>
                </a:spcBef>
                <a:spcAft>
                  <a:spcPts val="0"/>
                </a:spcAft>
                <a:buNone/>
                <a:defRPr/>
              </a:pPr>
              <a:r>
                <a:rPr lang="ru-RU" sz="1200" dirty="0">
                  <a:solidFill>
                    <a:srgbClr val="FFFFFF"/>
                  </a:solidFill>
                </a:rPr>
                <a:t> </a:t>
              </a:r>
              <a:endParaRPr dirty="0"/>
            </a:p>
          </p:txBody>
        </p:sp>
        <p:sp>
          <p:nvSpPr>
            <p:cNvPr id="38" name="TextBox 37"/>
            <p:cNvSpPr txBox="1"/>
            <p:nvPr/>
          </p:nvSpPr>
          <p:spPr bwMode="auto">
            <a:xfrm>
              <a:off x="8918464" y="1915970"/>
              <a:ext cx="1266692" cy="492443"/>
            </a:xfrm>
            <a:prstGeom prst="rect">
              <a:avLst/>
            </a:prstGeom>
            <a:noFill/>
          </p:spPr>
          <p:txBody>
            <a:bodyPr wrap="none" rtlCol="0">
              <a:spAutoFit/>
            </a:bodyPr>
            <a:lstStyle/>
            <a:p>
              <a:pPr algn="ctr"/>
              <a:r>
                <a:rPr lang="ru-RU" sz="1300" dirty="0" smtClean="0"/>
                <a:t>СОЦИАЛЬНЫЕ</a:t>
              </a:r>
            </a:p>
            <a:p>
              <a:pPr algn="ctr"/>
              <a:r>
                <a:rPr lang="ru-RU" sz="1300" dirty="0" smtClean="0"/>
                <a:t>ФАКТОРЫ</a:t>
              </a:r>
              <a:endParaRPr lang="ru-RU" sz="1300" dirty="0"/>
            </a:p>
          </p:txBody>
        </p:sp>
      </p:grpSp>
      <p:grpSp>
        <p:nvGrpSpPr>
          <p:cNvPr id="49" name="Группа 48"/>
          <p:cNvGrpSpPr/>
          <p:nvPr/>
        </p:nvGrpSpPr>
        <p:grpSpPr>
          <a:xfrm>
            <a:off x="8316077" y="2606547"/>
            <a:ext cx="1364476" cy="1260000"/>
            <a:chOff x="8165357" y="2606547"/>
            <a:chExt cx="1364476" cy="1260000"/>
          </a:xfrm>
        </p:grpSpPr>
        <p:sp>
          <p:nvSpPr>
            <p:cNvPr id="39" name="Полилиния: фигура 5"/>
            <p:cNvSpPr>
              <a:spLocks noChangeAspect="1"/>
            </p:cNvSpPr>
            <p:nvPr/>
          </p:nvSpPr>
          <p:spPr bwMode="auto">
            <a:xfrm>
              <a:off x="8217593" y="2606547"/>
              <a:ext cx="1260000" cy="1260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46B4E9"/>
            </a:solidFill>
            <a:ln>
              <a:solidFill>
                <a:srgbClr val="0094DF"/>
              </a:solidFill>
            </a:ln>
          </p:spPr>
          <p:style>
            <a:lnRef idx="2">
              <a:schemeClr val="lt1">
                <a:hueOff val="0"/>
                <a:satOff val="0"/>
                <a:lumOff val="0"/>
                <a:alphaOff val="0"/>
              </a:schemeClr>
            </a:lnRef>
            <a:fillRef idx="1">
              <a:srgbClr val="000000"/>
            </a:fillRef>
            <a:effectRef idx="0">
              <a:schemeClr val="accent1">
                <a:hueOff val="0"/>
                <a:satOff val="0"/>
                <a:lumOff val="0"/>
                <a:alphaOff val="0"/>
              </a:schemeClr>
            </a:effectRef>
            <a:fontRef idx="minor">
              <a:schemeClr val="lt1"/>
            </a:fontRef>
          </p:style>
          <p:txBody>
            <a:bodyPr spcFirstLastPara="0" vert="horz" wrap="square" lIns="605811" tIns="612662" rIns="605811" bIns="612662" numCol="1" spcCol="1270" anchor="ctr" anchorCtr="0">
              <a:noAutofit/>
            </a:bodyPr>
            <a:lstStyle/>
            <a:p>
              <a:pPr marL="0" lvl="0" indent="0" algn="ctr" defTabSz="2844800">
                <a:lnSpc>
                  <a:spcPct val="90000"/>
                </a:lnSpc>
                <a:spcBef>
                  <a:spcPts val="0"/>
                </a:spcBef>
                <a:spcAft>
                  <a:spcPts val="0"/>
                </a:spcAft>
                <a:buNone/>
                <a:defRPr/>
              </a:pPr>
              <a:r>
                <a:rPr lang="ru-RU" sz="1200" dirty="0">
                  <a:solidFill>
                    <a:srgbClr val="FFFFFF"/>
                  </a:solidFill>
                </a:rPr>
                <a:t> </a:t>
              </a:r>
              <a:endParaRPr dirty="0"/>
            </a:p>
          </p:txBody>
        </p:sp>
        <p:sp>
          <p:nvSpPr>
            <p:cNvPr id="40" name="TextBox 39"/>
            <p:cNvSpPr txBox="1"/>
            <p:nvPr/>
          </p:nvSpPr>
          <p:spPr bwMode="auto">
            <a:xfrm>
              <a:off x="8165357" y="2990326"/>
              <a:ext cx="1364476" cy="415498"/>
            </a:xfrm>
            <a:prstGeom prst="rect">
              <a:avLst/>
            </a:prstGeom>
            <a:noFill/>
          </p:spPr>
          <p:txBody>
            <a:bodyPr wrap="none" rtlCol="0">
              <a:spAutoFit/>
            </a:bodyPr>
            <a:lstStyle/>
            <a:p>
              <a:pPr algn="ctr"/>
              <a:r>
                <a:rPr lang="ru-RU" sz="1000" dirty="0" smtClean="0"/>
                <a:t>ПСИХОЛОГИЧЕСКИЕ</a:t>
              </a:r>
              <a:endParaRPr lang="ru-RU" sz="1100" dirty="0" smtClean="0"/>
            </a:p>
            <a:p>
              <a:pPr algn="ctr"/>
              <a:r>
                <a:rPr lang="ru-RU" sz="1100" dirty="0" smtClean="0"/>
                <a:t>ФАКТОРЫ</a:t>
              </a:r>
              <a:endParaRPr lang="ru-RU" sz="1100" dirty="0"/>
            </a:p>
          </p:txBody>
        </p:sp>
      </p:grpSp>
      <p:grpSp>
        <p:nvGrpSpPr>
          <p:cNvPr id="50" name="Группа 49"/>
          <p:cNvGrpSpPr/>
          <p:nvPr/>
        </p:nvGrpSpPr>
        <p:grpSpPr>
          <a:xfrm>
            <a:off x="9725972" y="2606547"/>
            <a:ext cx="1260000" cy="1260000"/>
            <a:chOff x="9575252" y="2606547"/>
            <a:chExt cx="1260000" cy="1260000"/>
          </a:xfrm>
        </p:grpSpPr>
        <p:sp>
          <p:nvSpPr>
            <p:cNvPr id="41" name="Полилиния: фигура 5"/>
            <p:cNvSpPr>
              <a:spLocks noChangeAspect="1"/>
            </p:cNvSpPr>
            <p:nvPr/>
          </p:nvSpPr>
          <p:spPr bwMode="auto">
            <a:xfrm>
              <a:off x="9575252" y="2606547"/>
              <a:ext cx="1260000" cy="1260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46B4E9"/>
            </a:solidFill>
            <a:ln>
              <a:solidFill>
                <a:srgbClr val="0094DF"/>
              </a:solidFill>
            </a:ln>
          </p:spPr>
          <p:style>
            <a:lnRef idx="2">
              <a:schemeClr val="lt1">
                <a:hueOff val="0"/>
                <a:satOff val="0"/>
                <a:lumOff val="0"/>
                <a:alphaOff val="0"/>
              </a:schemeClr>
            </a:lnRef>
            <a:fillRef idx="1">
              <a:srgbClr val="000000"/>
            </a:fillRef>
            <a:effectRef idx="0">
              <a:schemeClr val="accent1">
                <a:hueOff val="0"/>
                <a:satOff val="0"/>
                <a:lumOff val="0"/>
                <a:alphaOff val="0"/>
              </a:schemeClr>
            </a:effectRef>
            <a:fontRef idx="minor">
              <a:schemeClr val="lt1"/>
            </a:fontRef>
          </p:style>
          <p:txBody>
            <a:bodyPr spcFirstLastPara="0" vert="horz" wrap="square" lIns="605811" tIns="612662" rIns="605811" bIns="612662" numCol="1" spcCol="1270" anchor="ctr" anchorCtr="0">
              <a:noAutofit/>
            </a:bodyPr>
            <a:lstStyle/>
            <a:p>
              <a:pPr marL="0" lvl="0" indent="0" algn="ctr" defTabSz="2844800">
                <a:lnSpc>
                  <a:spcPct val="90000"/>
                </a:lnSpc>
                <a:spcBef>
                  <a:spcPts val="0"/>
                </a:spcBef>
                <a:spcAft>
                  <a:spcPts val="0"/>
                </a:spcAft>
                <a:buNone/>
                <a:defRPr/>
              </a:pPr>
              <a:r>
                <a:rPr lang="ru-RU" sz="1200" dirty="0">
                  <a:solidFill>
                    <a:srgbClr val="FFFFFF"/>
                  </a:solidFill>
                </a:rPr>
                <a:t> </a:t>
              </a:r>
              <a:endParaRPr dirty="0"/>
            </a:p>
          </p:txBody>
        </p:sp>
        <p:sp>
          <p:nvSpPr>
            <p:cNvPr id="42" name="TextBox 41"/>
            <p:cNvSpPr txBox="1"/>
            <p:nvPr/>
          </p:nvSpPr>
          <p:spPr bwMode="auto">
            <a:xfrm>
              <a:off x="9582325" y="2990326"/>
              <a:ext cx="1245854" cy="492443"/>
            </a:xfrm>
            <a:prstGeom prst="rect">
              <a:avLst/>
            </a:prstGeom>
            <a:noFill/>
          </p:spPr>
          <p:txBody>
            <a:bodyPr wrap="none" rtlCol="0">
              <a:spAutoFit/>
            </a:bodyPr>
            <a:lstStyle/>
            <a:p>
              <a:pPr algn="ctr"/>
              <a:r>
                <a:rPr lang="ru-RU" sz="1300" dirty="0" smtClean="0"/>
                <a:t>ФИЗИЧЕСКИЕ</a:t>
              </a:r>
            </a:p>
            <a:p>
              <a:pPr algn="ctr"/>
              <a:r>
                <a:rPr lang="ru-RU" sz="1300" dirty="0" smtClean="0"/>
                <a:t>ФАКТОРЫ</a:t>
              </a:r>
              <a:endParaRPr lang="ru-RU" sz="1300" dirty="0"/>
            </a:p>
          </p:txBody>
        </p:sp>
      </p:grpSp>
      <p:grpSp>
        <p:nvGrpSpPr>
          <p:cNvPr id="12" name="Группа 11"/>
          <p:cNvGrpSpPr/>
          <p:nvPr/>
        </p:nvGrpSpPr>
        <p:grpSpPr>
          <a:xfrm>
            <a:off x="177647" y="1976547"/>
            <a:ext cx="1260000" cy="1260000"/>
            <a:chOff x="177647" y="1976547"/>
            <a:chExt cx="1260000" cy="1260000"/>
          </a:xfrm>
        </p:grpSpPr>
        <p:sp>
          <p:nvSpPr>
            <p:cNvPr id="53" name="Полилиния: фигура 7"/>
            <p:cNvSpPr>
              <a:spLocks noChangeAspect="1"/>
            </p:cNvSpPr>
            <p:nvPr/>
          </p:nvSpPr>
          <p:spPr bwMode="auto">
            <a:xfrm>
              <a:off x="177647" y="1976547"/>
              <a:ext cx="1260000" cy="1260000"/>
            </a:xfrm>
            <a:custGeom>
              <a:avLst/>
              <a:gdLst>
                <a:gd name="connsiteX0" fmla="*/ 0 w 2233680"/>
                <a:gd name="connsiteY0" fmla="*/ 1096094 h 2192188"/>
                <a:gd name="connsiteX1" fmla="*/ 548047 w 2233680"/>
                <a:gd name="connsiteY1" fmla="*/ 1 h 2192188"/>
                <a:gd name="connsiteX2" fmla="*/ 1685633 w 2233680"/>
                <a:gd name="connsiteY2" fmla="*/ 1 h 2192188"/>
                <a:gd name="connsiteX3" fmla="*/ 2233680 w 2233680"/>
                <a:gd name="connsiteY3" fmla="*/ 1096094 h 2192188"/>
                <a:gd name="connsiteX4" fmla="*/ 1685633 w 2233680"/>
                <a:gd name="connsiteY4" fmla="*/ 2192187 h 2192188"/>
                <a:gd name="connsiteX5" fmla="*/ 548047 w 2233680"/>
                <a:gd name="connsiteY5" fmla="*/ 2192187 h 2192188"/>
                <a:gd name="connsiteX6" fmla="*/ 0 w 2233680"/>
                <a:gd name="connsiteY6" fmla="*/ 1096094 h 219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3680" h="2192188" extrusionOk="0">
                  <a:moveTo>
                    <a:pt x="1116840" y="0"/>
                  </a:moveTo>
                  <a:lnTo>
                    <a:pt x="2233679" y="537867"/>
                  </a:lnTo>
                  <a:lnTo>
                    <a:pt x="2233679" y="1654321"/>
                  </a:lnTo>
                  <a:lnTo>
                    <a:pt x="1116840" y="2192188"/>
                  </a:lnTo>
                  <a:lnTo>
                    <a:pt x="1" y="1654321"/>
                  </a:lnTo>
                  <a:lnTo>
                    <a:pt x="1" y="537867"/>
                  </a:lnTo>
                  <a:lnTo>
                    <a:pt x="1116840" y="0"/>
                  </a:lnTo>
                  <a:close/>
                </a:path>
              </a:pathLst>
            </a:custGeom>
            <a:solidFill>
              <a:srgbClr val="D2C7E5"/>
            </a:solidFill>
            <a:ln>
              <a:solidFill>
                <a:srgbClr val="9A81C5"/>
              </a:solidFill>
            </a:ln>
          </p:spPr>
          <p:style>
            <a:lnRef idx="2">
              <a:srgbClr val="000000"/>
            </a:lnRef>
            <a:fillRef idx="1">
              <a:srgbClr val="000000"/>
            </a:fillRef>
            <a:effectRef idx="0">
              <a:schemeClr val="accent1">
                <a:hueOff val="0"/>
                <a:satOff val="0"/>
                <a:lumOff val="0"/>
                <a:alphaOff val="0"/>
              </a:schemeClr>
            </a:effectRef>
            <a:fontRef idx="minor">
              <a:schemeClr val="lt1"/>
            </a:fontRef>
          </p:style>
          <p:txBody>
            <a:bodyPr spcFirstLastPara="0" vert="horz" wrap="square" lIns="361971" tIns="368822" rIns="361971" bIns="368822" numCol="1" spcCol="1270" anchor="ctr" anchorCtr="0">
              <a:noAutofit/>
            </a:bodyPr>
            <a:lstStyle/>
            <a:p>
              <a:pPr marL="0" lvl="0" indent="0" algn="ctr" defTabSz="1600200">
                <a:lnSpc>
                  <a:spcPct val="90000"/>
                </a:lnSpc>
                <a:spcBef>
                  <a:spcPts val="0"/>
                </a:spcBef>
                <a:spcAft>
                  <a:spcPts val="0"/>
                </a:spcAft>
                <a:buNone/>
                <a:defRPr/>
              </a:pPr>
              <a:endParaRPr lang="ru-RU" sz="1200" dirty="0">
                <a:solidFill>
                  <a:srgbClr val="FFFFFF"/>
                </a:solidFill>
              </a:endParaRPr>
            </a:p>
          </p:txBody>
        </p:sp>
        <p:sp>
          <p:nvSpPr>
            <p:cNvPr id="54" name="TextBox 53"/>
            <p:cNvSpPr txBox="1"/>
            <p:nvPr/>
          </p:nvSpPr>
          <p:spPr bwMode="auto">
            <a:xfrm>
              <a:off x="185592" y="2368020"/>
              <a:ext cx="1244110" cy="477054"/>
            </a:xfrm>
            <a:prstGeom prst="rect">
              <a:avLst/>
            </a:prstGeom>
            <a:noFill/>
          </p:spPr>
          <p:txBody>
            <a:bodyPr wrap="square" rtlCol="0">
              <a:spAutoFit/>
            </a:bodyPr>
            <a:lstStyle/>
            <a:p>
              <a:pPr algn="ctr"/>
              <a:r>
                <a:rPr lang="ru-RU" sz="1200" dirty="0" smtClean="0"/>
                <a:t>ОБМЕН</a:t>
              </a:r>
              <a:r>
                <a:rPr lang="ru-RU" sz="1400" dirty="0" smtClean="0"/>
                <a:t> </a:t>
              </a:r>
              <a:r>
                <a:rPr lang="ru-RU" sz="1100" dirty="0" smtClean="0"/>
                <a:t>ИНФОРМАЦИЕЙ</a:t>
              </a:r>
              <a:endParaRPr lang="ru-RU" sz="1100" dirty="0"/>
            </a:p>
          </p:txBody>
        </p:sp>
      </p:grpSp>
    </p:spTree>
    <p:extLst>
      <p:ext uri="{BB962C8B-B14F-4D97-AF65-F5344CB8AC3E}">
        <p14:creationId xmlns:p14="http://schemas.microsoft.com/office/powerpoint/2010/main" val="426974483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nodeType="afterEffect">
                                  <p:stCondLst>
                                    <p:cond delay="10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childTnLst>
                                </p:cTn>
                              </p:par>
                            </p:childTnLst>
                          </p:cTn>
                        </p:par>
                        <p:par>
                          <p:cTn id="12" fill="hold">
                            <p:stCondLst>
                              <p:cond delay="3000"/>
                            </p:stCondLst>
                            <p:childTnLst>
                              <p:par>
                                <p:cTn id="13" presetID="10" presetClass="entr" presetSubtype="0" fill="hold" nodeType="afterEffect">
                                  <p:stCondLst>
                                    <p:cond delay="10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childTnLst>
                                </p:cTn>
                              </p:par>
                            </p:childTnLst>
                          </p:cTn>
                        </p:par>
                        <p:par>
                          <p:cTn id="16" fill="hold">
                            <p:stCondLst>
                              <p:cond delay="5000"/>
                            </p:stCondLst>
                            <p:childTnLst>
                              <p:par>
                                <p:cTn id="17" presetID="10" presetClass="entr" presetSubtype="0" fill="hold" nodeType="afterEffect">
                                  <p:stCondLst>
                                    <p:cond delay="10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childTnLst>
                                </p:cTn>
                              </p:par>
                            </p:childTnLst>
                          </p:cTn>
                        </p:par>
                        <p:par>
                          <p:cTn id="20" fill="hold">
                            <p:stCondLst>
                              <p:cond delay="7000"/>
                            </p:stCondLst>
                            <p:childTnLst>
                              <p:par>
                                <p:cTn id="21" presetID="10" presetClass="entr" presetSubtype="0" fill="hold" nodeType="afterEffect">
                                  <p:stCondLst>
                                    <p:cond delay="10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10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childTnLst>
                                </p:cTn>
                              </p:par>
                            </p:childTnLst>
                          </p:cTn>
                        </p:par>
                        <p:par>
                          <p:cTn id="29" fill="hold">
                            <p:stCondLst>
                              <p:cond delay="1000"/>
                            </p:stCondLst>
                            <p:childTnLst>
                              <p:par>
                                <p:cTn id="30" presetID="10" presetClass="entr" presetSubtype="0" fill="hold" nodeType="afterEffect">
                                  <p:stCondLst>
                                    <p:cond delay="100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childTnLst>
                                </p:cTn>
                              </p:par>
                            </p:childTnLst>
                          </p:cTn>
                        </p:par>
                        <p:par>
                          <p:cTn id="33" fill="hold">
                            <p:stCondLst>
                              <p:cond delay="3000"/>
                            </p:stCondLst>
                            <p:childTnLst>
                              <p:par>
                                <p:cTn id="34" presetID="10" presetClass="entr" presetSubtype="0" fill="hold" nodeType="afterEffect">
                                  <p:stCondLst>
                                    <p:cond delay="1000"/>
                                  </p:stCondLst>
                                  <p:childTnLst>
                                    <p:set>
                                      <p:cBhvr>
                                        <p:cTn id="35" dur="1" fill="hold">
                                          <p:stCondLst>
                                            <p:cond delay="0"/>
                                          </p:stCondLst>
                                        </p:cTn>
                                        <p:tgtEl>
                                          <p:spTgt spid="43"/>
                                        </p:tgtEl>
                                        <p:attrNameLst>
                                          <p:attrName>style.visibility</p:attrName>
                                        </p:attrNameLst>
                                      </p:cBhvr>
                                      <p:to>
                                        <p:strVal val="visible"/>
                                      </p:to>
                                    </p:set>
                                    <p:animEffect transition="in" filter="fade">
                                      <p:cBhvr>
                                        <p:cTn id="36" dur="1000"/>
                                        <p:tgtEl>
                                          <p:spTgt spid="43"/>
                                        </p:tgtEl>
                                      </p:cBhvr>
                                    </p:animEffect>
                                  </p:childTnLst>
                                </p:cTn>
                              </p:par>
                            </p:childTnLst>
                          </p:cTn>
                        </p:par>
                        <p:par>
                          <p:cTn id="37" fill="hold">
                            <p:stCondLst>
                              <p:cond delay="5000"/>
                            </p:stCondLst>
                            <p:childTnLst>
                              <p:par>
                                <p:cTn id="38" presetID="10" presetClass="entr" presetSubtype="0" fill="hold" nodeType="afterEffect">
                                  <p:stCondLst>
                                    <p:cond delay="1000"/>
                                  </p:stCondLst>
                                  <p:childTnLst>
                                    <p:set>
                                      <p:cBhvr>
                                        <p:cTn id="39" dur="1" fill="hold">
                                          <p:stCondLst>
                                            <p:cond delay="0"/>
                                          </p:stCondLst>
                                        </p:cTn>
                                        <p:tgtEl>
                                          <p:spTgt spid="45"/>
                                        </p:tgtEl>
                                        <p:attrNameLst>
                                          <p:attrName>style.visibility</p:attrName>
                                        </p:attrNameLst>
                                      </p:cBhvr>
                                      <p:to>
                                        <p:strVal val="visible"/>
                                      </p:to>
                                    </p:set>
                                    <p:animEffect transition="in" filter="fade">
                                      <p:cBhvr>
                                        <p:cTn id="40" dur="1000"/>
                                        <p:tgtEl>
                                          <p:spTgt spid="45"/>
                                        </p:tgtEl>
                                      </p:cBhvr>
                                    </p:animEffect>
                                  </p:childTnLst>
                                </p:cTn>
                              </p:par>
                            </p:childTnLst>
                          </p:cTn>
                        </p:par>
                        <p:par>
                          <p:cTn id="41" fill="hold">
                            <p:stCondLst>
                              <p:cond delay="7000"/>
                            </p:stCondLst>
                            <p:childTnLst>
                              <p:par>
                                <p:cTn id="42" presetID="10" presetClass="entr" presetSubtype="0" fill="hold" nodeType="afterEffect">
                                  <p:stCondLst>
                                    <p:cond delay="1000"/>
                                  </p:stCondLst>
                                  <p:childTnLst>
                                    <p:set>
                                      <p:cBhvr>
                                        <p:cTn id="43" dur="1" fill="hold">
                                          <p:stCondLst>
                                            <p:cond delay="0"/>
                                          </p:stCondLst>
                                        </p:cTn>
                                        <p:tgtEl>
                                          <p:spTgt spid="44"/>
                                        </p:tgtEl>
                                        <p:attrNameLst>
                                          <p:attrName>style.visibility</p:attrName>
                                        </p:attrNameLst>
                                      </p:cBhvr>
                                      <p:to>
                                        <p:strVal val="visible"/>
                                      </p:to>
                                    </p:set>
                                    <p:animEffect transition="in" filter="fade">
                                      <p:cBhvr>
                                        <p:cTn id="44" dur="1000"/>
                                        <p:tgtEl>
                                          <p:spTgt spid="4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fade">
                                      <p:cBhvr>
                                        <p:cTn id="49" dur="1000"/>
                                        <p:tgtEl>
                                          <p:spTgt spid="47"/>
                                        </p:tgtEl>
                                      </p:cBhvr>
                                    </p:animEffect>
                                  </p:childTnLst>
                                </p:cTn>
                              </p:par>
                            </p:childTnLst>
                          </p:cTn>
                        </p:par>
                        <p:par>
                          <p:cTn id="50" fill="hold">
                            <p:stCondLst>
                              <p:cond delay="1000"/>
                            </p:stCondLst>
                            <p:childTnLst>
                              <p:par>
                                <p:cTn id="51" presetID="10" presetClass="entr" presetSubtype="0" fill="hold" nodeType="afterEffect">
                                  <p:stCondLst>
                                    <p:cond delay="100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1000"/>
                                        <p:tgtEl>
                                          <p:spTgt spid="48"/>
                                        </p:tgtEl>
                                      </p:cBhvr>
                                    </p:animEffect>
                                  </p:childTnLst>
                                </p:cTn>
                              </p:par>
                            </p:childTnLst>
                          </p:cTn>
                        </p:par>
                        <p:par>
                          <p:cTn id="54" fill="hold">
                            <p:stCondLst>
                              <p:cond delay="3000"/>
                            </p:stCondLst>
                            <p:childTnLst>
                              <p:par>
                                <p:cTn id="55" presetID="10" presetClass="entr" presetSubtype="0" fill="hold" nodeType="afterEffect">
                                  <p:stCondLst>
                                    <p:cond delay="100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1000"/>
                                        <p:tgtEl>
                                          <p:spTgt spid="49"/>
                                        </p:tgtEl>
                                      </p:cBhvr>
                                    </p:animEffect>
                                  </p:childTnLst>
                                </p:cTn>
                              </p:par>
                            </p:childTnLst>
                          </p:cTn>
                        </p:par>
                        <p:par>
                          <p:cTn id="58" fill="hold">
                            <p:stCondLst>
                              <p:cond delay="5000"/>
                            </p:stCondLst>
                            <p:childTnLst>
                              <p:par>
                                <p:cTn id="59" presetID="10" presetClass="entr" presetSubtype="0" fill="hold" nodeType="afterEffect">
                                  <p:stCondLst>
                                    <p:cond delay="1000"/>
                                  </p:stCondLst>
                                  <p:childTnLst>
                                    <p:set>
                                      <p:cBhvr>
                                        <p:cTn id="60" dur="1" fill="hold">
                                          <p:stCondLst>
                                            <p:cond delay="0"/>
                                          </p:stCondLst>
                                        </p:cTn>
                                        <p:tgtEl>
                                          <p:spTgt spid="50"/>
                                        </p:tgtEl>
                                        <p:attrNameLst>
                                          <p:attrName>style.visibility</p:attrName>
                                        </p:attrNameLst>
                                      </p:cBhvr>
                                      <p:to>
                                        <p:strVal val="visible"/>
                                      </p:to>
                                    </p:set>
                                    <p:animEffect transition="in" filter="fade">
                                      <p:cBhvr>
                                        <p:cTn id="61" dur="1000"/>
                                        <p:tgtEl>
                                          <p:spTgt spid="5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51"/>
                                        </p:tgtEl>
                                        <p:attrNameLst>
                                          <p:attrName>style.visibility</p:attrName>
                                        </p:attrNameLst>
                                      </p:cBhvr>
                                      <p:to>
                                        <p:strVal val="visible"/>
                                      </p:to>
                                    </p:set>
                                    <p:animEffect transition="in" filter="fade">
                                      <p:cBhvr>
                                        <p:cTn id="66" dur="1000"/>
                                        <p:tgtEl>
                                          <p:spTgt spid="51"/>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fade">
                                      <p:cBhvr>
                                        <p:cTn id="71" dur="1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Прямоугольник 36"/>
          <p:cNvSpPr/>
          <p:nvPr/>
        </p:nvSpPr>
        <p:spPr>
          <a:xfrm>
            <a:off x="8800031" y="3519576"/>
            <a:ext cx="2707200" cy="3366000"/>
          </a:xfrm>
          <a:prstGeom prst="rect">
            <a:avLst/>
          </a:prstGeom>
          <a:solidFill>
            <a:srgbClr val="7957B2"/>
          </a:solidFill>
          <a:ln w="28575">
            <a:solidFill>
              <a:srgbClr val="7957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grpSp>
        <p:nvGrpSpPr>
          <p:cNvPr id="5" name="Группа 4"/>
          <p:cNvGrpSpPr>
            <a:grpSpLocks noChangeAspect="1"/>
          </p:cNvGrpSpPr>
          <p:nvPr/>
        </p:nvGrpSpPr>
        <p:grpSpPr>
          <a:xfrm>
            <a:off x="3580080" y="995049"/>
            <a:ext cx="540000" cy="540000"/>
            <a:chOff x="3912332" y="1694742"/>
            <a:chExt cx="720000" cy="720000"/>
          </a:xfrm>
        </p:grpSpPr>
        <p:sp>
          <p:nvSpPr>
            <p:cNvPr id="42" name="Скругленный прямоугольник 41"/>
            <p:cNvSpPr>
              <a:spLocks noChangeAspect="1"/>
            </p:cNvSpPr>
            <p:nvPr/>
          </p:nvSpPr>
          <p:spPr>
            <a:xfrm rot="2700000">
              <a:off x="3912332" y="1694742"/>
              <a:ext cx="720000" cy="720000"/>
            </a:xfrm>
            <a:prstGeom prst="roundRect">
              <a:avLst/>
            </a:prstGeom>
            <a:solidFill>
              <a:srgbClr val="F9B305"/>
            </a:solidFill>
            <a:ln w="12700">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2">
                    <a:lumMod val="65000"/>
                    <a:lumOff val="35000"/>
                  </a:schemeClr>
                </a:solidFill>
              </a:endParaRPr>
            </a:p>
          </p:txBody>
        </p:sp>
        <p:sp>
          <p:nvSpPr>
            <p:cNvPr id="4" name="TextBox 3"/>
            <p:cNvSpPr txBox="1"/>
            <p:nvPr/>
          </p:nvSpPr>
          <p:spPr>
            <a:xfrm>
              <a:off x="4174549" y="1793133"/>
              <a:ext cx="185949" cy="533480"/>
            </a:xfrm>
            <a:prstGeom prst="rect">
              <a:avLst/>
            </a:prstGeom>
            <a:noFill/>
          </p:spPr>
          <p:txBody>
            <a:bodyPr wrap="none" lIns="0" rIns="0" rtlCol="0">
              <a:spAutoFit/>
            </a:bodyPr>
            <a:lstStyle/>
            <a:p>
              <a:pPr>
                <a:spcBef>
                  <a:spcPts val="600"/>
                </a:spcBef>
              </a:pPr>
              <a:r>
                <a:rPr lang="ru-RU" sz="2000" dirty="0" smtClean="0">
                  <a:solidFill>
                    <a:schemeClr val="tx2">
                      <a:lumMod val="65000"/>
                      <a:lumOff val="35000"/>
                    </a:schemeClr>
                  </a:solidFill>
                  <a:latin typeface="DINPro-Bold" panose="02000503030000020004" pitchFamily="50" charset="0"/>
                </a:rPr>
                <a:t>1</a:t>
              </a:r>
            </a:p>
          </p:txBody>
        </p:sp>
      </p:grpSp>
      <p:sp>
        <p:nvSpPr>
          <p:cNvPr id="65" name="TextBox 64"/>
          <p:cNvSpPr txBox="1"/>
          <p:nvPr/>
        </p:nvSpPr>
        <p:spPr>
          <a:xfrm>
            <a:off x="4268460" y="926756"/>
            <a:ext cx="1749472" cy="523220"/>
          </a:xfrm>
          <a:prstGeom prst="rect">
            <a:avLst/>
          </a:prstGeom>
          <a:noFill/>
        </p:spPr>
        <p:txBody>
          <a:bodyPr wrap="square" lIns="0" rIns="0" rtlCol="0">
            <a:spAutoFit/>
          </a:bodyPr>
          <a:lstStyle/>
          <a:p>
            <a:pPr>
              <a:spcBef>
                <a:spcPts val="600"/>
              </a:spcBef>
            </a:pPr>
            <a:r>
              <a:rPr lang="ru-RU" sz="1400" dirty="0" smtClean="0">
                <a:solidFill>
                  <a:schemeClr val="tx2">
                    <a:lumMod val="65000"/>
                    <a:lumOff val="35000"/>
                  </a:schemeClr>
                </a:solidFill>
                <a:latin typeface="DINPro-Bold" panose="02000503030000020004" pitchFamily="50" charset="0"/>
              </a:rPr>
              <a:t>Определили область применения</a:t>
            </a:r>
            <a:endParaRPr lang="ru-RU" sz="1400" dirty="0">
              <a:solidFill>
                <a:schemeClr val="tx2">
                  <a:lumMod val="65000"/>
                  <a:lumOff val="35000"/>
                </a:schemeClr>
              </a:solidFill>
              <a:latin typeface="DINPro-Bold" panose="02000503030000020004" pitchFamily="50" charset="0"/>
            </a:endParaRPr>
          </a:p>
        </p:txBody>
      </p:sp>
      <p:sp>
        <p:nvSpPr>
          <p:cNvPr id="32" name="Прямоугольник 31"/>
          <p:cNvSpPr/>
          <p:nvPr/>
        </p:nvSpPr>
        <p:spPr>
          <a:xfrm>
            <a:off x="649153" y="0"/>
            <a:ext cx="2707200" cy="3498295"/>
          </a:xfrm>
          <a:prstGeom prst="rect">
            <a:avLst/>
          </a:prstGeom>
          <a:solidFill>
            <a:srgbClr val="7957B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sp>
        <p:nvSpPr>
          <p:cNvPr id="31" name="TextBox 30"/>
          <p:cNvSpPr txBox="1"/>
          <p:nvPr/>
        </p:nvSpPr>
        <p:spPr>
          <a:xfrm>
            <a:off x="717992" y="1162075"/>
            <a:ext cx="2569522" cy="446276"/>
          </a:xfrm>
          <a:prstGeom prst="rect">
            <a:avLst/>
          </a:prstGeom>
          <a:noFill/>
        </p:spPr>
        <p:txBody>
          <a:bodyPr wrap="square" lIns="0" rIns="0" rtlCol="0">
            <a:spAutoFit/>
          </a:bodyPr>
          <a:lstStyle/>
          <a:p>
            <a:pPr algn="ctr">
              <a:spcBef>
                <a:spcPts val="600"/>
              </a:spcBef>
            </a:pPr>
            <a:r>
              <a:rPr lang="ru-RU" sz="2300" dirty="0" smtClean="0">
                <a:solidFill>
                  <a:schemeClr val="bg1"/>
                </a:solidFill>
                <a:latin typeface="DINPro-Bold" panose="02000503030000020004" pitchFamily="50" charset="0"/>
              </a:rPr>
              <a:t>ПИТ-СТОП</a:t>
            </a:r>
            <a:endParaRPr lang="ru-RU" sz="2000" dirty="0" smtClean="0">
              <a:solidFill>
                <a:schemeClr val="bg1"/>
              </a:solidFill>
              <a:latin typeface="DINPro-Bold" panose="02000503030000020004" pitchFamily="50" charset="0"/>
            </a:endParaRPr>
          </a:p>
        </p:txBody>
      </p:sp>
      <p:sp>
        <p:nvSpPr>
          <p:cNvPr id="33" name="Прямоугольник 32"/>
          <p:cNvSpPr/>
          <p:nvPr/>
        </p:nvSpPr>
        <p:spPr>
          <a:xfrm>
            <a:off x="6093005" y="809145"/>
            <a:ext cx="2707200" cy="2682326"/>
          </a:xfrm>
          <a:prstGeom prst="rect">
            <a:avLst/>
          </a:prstGeom>
          <a:solidFill>
            <a:srgbClr val="7957B2"/>
          </a:solidFill>
          <a:ln w="28575">
            <a:solidFill>
              <a:srgbClr val="7957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sp>
        <p:nvSpPr>
          <p:cNvPr id="34" name="Прямоугольник 33"/>
          <p:cNvSpPr/>
          <p:nvPr/>
        </p:nvSpPr>
        <p:spPr>
          <a:xfrm>
            <a:off x="8800031" y="809145"/>
            <a:ext cx="2707200" cy="2682326"/>
          </a:xfrm>
          <a:prstGeom prst="rect">
            <a:avLst/>
          </a:prstGeom>
          <a:noFill/>
          <a:ln w="28575">
            <a:solidFill>
              <a:srgbClr val="7957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sp>
        <p:nvSpPr>
          <p:cNvPr id="35" name="Прямоугольник 34"/>
          <p:cNvSpPr/>
          <p:nvPr/>
        </p:nvSpPr>
        <p:spPr>
          <a:xfrm>
            <a:off x="655977" y="3510210"/>
            <a:ext cx="2707200" cy="2682326"/>
          </a:xfrm>
          <a:prstGeom prst="rect">
            <a:avLst/>
          </a:prstGeom>
          <a:noFill/>
          <a:ln w="28575">
            <a:solidFill>
              <a:srgbClr val="7957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sp>
        <p:nvSpPr>
          <p:cNvPr id="36" name="Прямоугольник 35"/>
          <p:cNvSpPr/>
          <p:nvPr/>
        </p:nvSpPr>
        <p:spPr>
          <a:xfrm>
            <a:off x="3378220" y="3510210"/>
            <a:ext cx="2707200" cy="2682326"/>
          </a:xfrm>
          <a:prstGeom prst="rect">
            <a:avLst/>
          </a:prstGeom>
          <a:solidFill>
            <a:srgbClr val="7957B2"/>
          </a:solidFill>
          <a:ln w="28575">
            <a:solidFill>
              <a:srgbClr val="7957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sp>
        <p:nvSpPr>
          <p:cNvPr id="38" name="Прямоугольник 37"/>
          <p:cNvSpPr/>
          <p:nvPr/>
        </p:nvSpPr>
        <p:spPr>
          <a:xfrm>
            <a:off x="3361730" y="809145"/>
            <a:ext cx="2707200" cy="2682326"/>
          </a:xfrm>
          <a:prstGeom prst="rect">
            <a:avLst/>
          </a:prstGeom>
          <a:noFill/>
          <a:ln w="28575">
            <a:solidFill>
              <a:srgbClr val="7957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sp>
        <p:nvSpPr>
          <p:cNvPr id="39" name="Прямоугольник 38"/>
          <p:cNvSpPr/>
          <p:nvPr/>
        </p:nvSpPr>
        <p:spPr>
          <a:xfrm>
            <a:off x="6083101" y="3510210"/>
            <a:ext cx="2707200" cy="2682326"/>
          </a:xfrm>
          <a:prstGeom prst="rect">
            <a:avLst/>
          </a:prstGeom>
          <a:noFill/>
          <a:ln w="28575">
            <a:solidFill>
              <a:srgbClr val="7957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grpSp>
        <p:nvGrpSpPr>
          <p:cNvPr id="40" name="Группа 39"/>
          <p:cNvGrpSpPr>
            <a:grpSpLocks noChangeAspect="1"/>
          </p:cNvGrpSpPr>
          <p:nvPr/>
        </p:nvGrpSpPr>
        <p:grpSpPr>
          <a:xfrm>
            <a:off x="6258039" y="995049"/>
            <a:ext cx="540000" cy="540000"/>
            <a:chOff x="3912332" y="1694742"/>
            <a:chExt cx="720000" cy="720000"/>
          </a:xfrm>
        </p:grpSpPr>
        <p:sp>
          <p:nvSpPr>
            <p:cNvPr id="41" name="Скругленный прямоугольник 40"/>
            <p:cNvSpPr>
              <a:spLocks noChangeAspect="1"/>
            </p:cNvSpPr>
            <p:nvPr/>
          </p:nvSpPr>
          <p:spPr>
            <a:xfrm rot="2700000">
              <a:off x="3912332" y="1694742"/>
              <a:ext cx="720000" cy="720000"/>
            </a:xfrm>
            <a:prstGeom prst="roundRect">
              <a:avLst/>
            </a:prstGeom>
            <a:solidFill>
              <a:srgbClr val="F9B305"/>
            </a:solidFill>
            <a:ln w="12700">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2">
                    <a:lumMod val="65000"/>
                    <a:lumOff val="35000"/>
                  </a:schemeClr>
                </a:solidFill>
              </a:endParaRPr>
            </a:p>
          </p:txBody>
        </p:sp>
        <p:sp>
          <p:nvSpPr>
            <p:cNvPr id="43" name="TextBox 42"/>
            <p:cNvSpPr txBox="1"/>
            <p:nvPr/>
          </p:nvSpPr>
          <p:spPr>
            <a:xfrm>
              <a:off x="4174549" y="1793133"/>
              <a:ext cx="185949" cy="533480"/>
            </a:xfrm>
            <a:prstGeom prst="rect">
              <a:avLst/>
            </a:prstGeom>
            <a:noFill/>
          </p:spPr>
          <p:txBody>
            <a:bodyPr wrap="none" lIns="0" rIns="0" rtlCol="0">
              <a:spAutoFit/>
            </a:bodyPr>
            <a:lstStyle/>
            <a:p>
              <a:pPr>
                <a:spcBef>
                  <a:spcPts val="600"/>
                </a:spcBef>
              </a:pPr>
              <a:r>
                <a:rPr lang="ru-RU" sz="2000" dirty="0" smtClean="0">
                  <a:solidFill>
                    <a:schemeClr val="tx2">
                      <a:lumMod val="65000"/>
                      <a:lumOff val="35000"/>
                    </a:schemeClr>
                  </a:solidFill>
                  <a:latin typeface="DINPro-Bold" panose="02000503030000020004" pitchFamily="50" charset="0"/>
                </a:rPr>
                <a:t>2</a:t>
              </a:r>
            </a:p>
          </p:txBody>
        </p:sp>
      </p:grpSp>
      <p:sp>
        <p:nvSpPr>
          <p:cNvPr id="67" name="TextBox 66"/>
          <p:cNvSpPr txBox="1"/>
          <p:nvPr/>
        </p:nvSpPr>
        <p:spPr>
          <a:xfrm>
            <a:off x="6946419" y="926756"/>
            <a:ext cx="1749472" cy="523220"/>
          </a:xfrm>
          <a:prstGeom prst="rect">
            <a:avLst/>
          </a:prstGeom>
          <a:noFill/>
        </p:spPr>
        <p:txBody>
          <a:bodyPr wrap="square" lIns="0" rIns="0" rtlCol="0">
            <a:spAutoFit/>
          </a:bodyPr>
          <a:lstStyle/>
          <a:p>
            <a:pPr>
              <a:spcBef>
                <a:spcPts val="600"/>
              </a:spcBef>
            </a:pPr>
            <a:r>
              <a:rPr lang="ru-RU" sz="1400" dirty="0" smtClean="0">
                <a:solidFill>
                  <a:schemeClr val="bg1"/>
                </a:solidFill>
                <a:latin typeface="DINPro-Bold" panose="02000503030000020004" pitchFamily="50" charset="0"/>
              </a:rPr>
              <a:t>Выбрали стандарты для сертификации</a:t>
            </a:r>
            <a:endParaRPr lang="ru-RU" sz="1400" dirty="0">
              <a:solidFill>
                <a:schemeClr val="bg1"/>
              </a:solidFill>
              <a:latin typeface="DINPro-Bold" panose="02000503030000020004" pitchFamily="50" charset="0"/>
            </a:endParaRPr>
          </a:p>
        </p:txBody>
      </p:sp>
      <p:grpSp>
        <p:nvGrpSpPr>
          <p:cNvPr id="68" name="Группа 67"/>
          <p:cNvGrpSpPr>
            <a:grpSpLocks noChangeAspect="1"/>
          </p:cNvGrpSpPr>
          <p:nvPr/>
        </p:nvGrpSpPr>
        <p:grpSpPr>
          <a:xfrm>
            <a:off x="8983400" y="995049"/>
            <a:ext cx="540000" cy="540000"/>
            <a:chOff x="3912332" y="1694742"/>
            <a:chExt cx="720000" cy="720000"/>
          </a:xfrm>
        </p:grpSpPr>
        <p:sp>
          <p:nvSpPr>
            <p:cNvPr id="69" name="Скругленный прямоугольник 68"/>
            <p:cNvSpPr>
              <a:spLocks noChangeAspect="1"/>
            </p:cNvSpPr>
            <p:nvPr/>
          </p:nvSpPr>
          <p:spPr>
            <a:xfrm rot="2700000">
              <a:off x="3912332" y="1694742"/>
              <a:ext cx="720000" cy="720000"/>
            </a:xfrm>
            <a:prstGeom prst="roundRect">
              <a:avLst/>
            </a:prstGeom>
            <a:solidFill>
              <a:srgbClr val="F9B305"/>
            </a:solidFill>
            <a:ln w="12700">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2">
                    <a:lumMod val="65000"/>
                    <a:lumOff val="35000"/>
                  </a:schemeClr>
                </a:solidFill>
              </a:endParaRPr>
            </a:p>
          </p:txBody>
        </p:sp>
        <p:sp>
          <p:nvSpPr>
            <p:cNvPr id="70" name="TextBox 69"/>
            <p:cNvSpPr txBox="1"/>
            <p:nvPr/>
          </p:nvSpPr>
          <p:spPr>
            <a:xfrm>
              <a:off x="4174549" y="1793133"/>
              <a:ext cx="185949" cy="533480"/>
            </a:xfrm>
            <a:prstGeom prst="rect">
              <a:avLst/>
            </a:prstGeom>
            <a:noFill/>
          </p:spPr>
          <p:txBody>
            <a:bodyPr wrap="none" lIns="0" rIns="0" rtlCol="0">
              <a:spAutoFit/>
            </a:bodyPr>
            <a:lstStyle/>
            <a:p>
              <a:pPr>
                <a:spcBef>
                  <a:spcPts val="600"/>
                </a:spcBef>
              </a:pPr>
              <a:r>
                <a:rPr lang="ru-RU" sz="2000" dirty="0" smtClean="0">
                  <a:solidFill>
                    <a:schemeClr val="tx2">
                      <a:lumMod val="65000"/>
                      <a:lumOff val="35000"/>
                    </a:schemeClr>
                  </a:solidFill>
                  <a:latin typeface="DINPro-Bold" panose="02000503030000020004" pitchFamily="50" charset="0"/>
                </a:rPr>
                <a:t>3</a:t>
              </a:r>
            </a:p>
          </p:txBody>
        </p:sp>
      </p:grpSp>
      <p:sp>
        <p:nvSpPr>
          <p:cNvPr id="72" name="TextBox 71"/>
          <p:cNvSpPr txBox="1"/>
          <p:nvPr/>
        </p:nvSpPr>
        <p:spPr>
          <a:xfrm>
            <a:off x="9671780" y="926756"/>
            <a:ext cx="1749472" cy="307777"/>
          </a:xfrm>
          <a:prstGeom prst="rect">
            <a:avLst/>
          </a:prstGeom>
          <a:noFill/>
        </p:spPr>
        <p:txBody>
          <a:bodyPr wrap="square" lIns="0" rIns="0" rtlCol="0">
            <a:spAutoFit/>
          </a:bodyPr>
          <a:lstStyle/>
          <a:p>
            <a:pPr>
              <a:spcBef>
                <a:spcPts val="600"/>
              </a:spcBef>
            </a:pPr>
            <a:r>
              <a:rPr lang="ru-RU" sz="1400" dirty="0" smtClean="0">
                <a:solidFill>
                  <a:schemeClr val="tx2">
                    <a:lumMod val="65000"/>
                    <a:lumOff val="35000"/>
                  </a:schemeClr>
                </a:solidFill>
                <a:latin typeface="DINPro-Bold" panose="02000503030000020004" pitchFamily="50" charset="0"/>
              </a:rPr>
              <a:t>Выделили процессы</a:t>
            </a:r>
            <a:endParaRPr lang="ru-RU" sz="1400" dirty="0">
              <a:solidFill>
                <a:schemeClr val="tx2">
                  <a:lumMod val="65000"/>
                  <a:lumOff val="35000"/>
                </a:schemeClr>
              </a:solidFill>
              <a:latin typeface="DINPro-Bold" panose="02000503030000020004" pitchFamily="50" charset="0"/>
            </a:endParaRPr>
          </a:p>
        </p:txBody>
      </p:sp>
      <p:grpSp>
        <p:nvGrpSpPr>
          <p:cNvPr id="73" name="Группа 72"/>
          <p:cNvGrpSpPr>
            <a:grpSpLocks noChangeAspect="1"/>
          </p:cNvGrpSpPr>
          <p:nvPr/>
        </p:nvGrpSpPr>
        <p:grpSpPr>
          <a:xfrm>
            <a:off x="3580080" y="3687582"/>
            <a:ext cx="540000" cy="540000"/>
            <a:chOff x="3912332" y="1694742"/>
            <a:chExt cx="720000" cy="720000"/>
          </a:xfrm>
        </p:grpSpPr>
        <p:sp>
          <p:nvSpPr>
            <p:cNvPr id="74" name="Скругленный прямоугольник 73"/>
            <p:cNvSpPr>
              <a:spLocks noChangeAspect="1"/>
            </p:cNvSpPr>
            <p:nvPr/>
          </p:nvSpPr>
          <p:spPr>
            <a:xfrm rot="2700000">
              <a:off x="3912332" y="1694742"/>
              <a:ext cx="720000" cy="720000"/>
            </a:xfrm>
            <a:prstGeom prst="roundRect">
              <a:avLst/>
            </a:prstGeom>
            <a:solidFill>
              <a:srgbClr val="F9B305"/>
            </a:solidFill>
            <a:ln w="12700">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2">
                    <a:lumMod val="65000"/>
                    <a:lumOff val="35000"/>
                  </a:schemeClr>
                </a:solidFill>
              </a:endParaRPr>
            </a:p>
          </p:txBody>
        </p:sp>
        <p:sp>
          <p:nvSpPr>
            <p:cNvPr id="75" name="TextBox 74"/>
            <p:cNvSpPr txBox="1"/>
            <p:nvPr/>
          </p:nvSpPr>
          <p:spPr>
            <a:xfrm>
              <a:off x="4174549" y="1793133"/>
              <a:ext cx="185949" cy="533480"/>
            </a:xfrm>
            <a:prstGeom prst="rect">
              <a:avLst/>
            </a:prstGeom>
            <a:noFill/>
          </p:spPr>
          <p:txBody>
            <a:bodyPr wrap="none" lIns="0" rIns="0" rtlCol="0">
              <a:spAutoFit/>
            </a:bodyPr>
            <a:lstStyle/>
            <a:p>
              <a:pPr>
                <a:spcBef>
                  <a:spcPts val="600"/>
                </a:spcBef>
              </a:pPr>
              <a:r>
                <a:rPr lang="ru-RU" sz="2000" dirty="0" smtClean="0">
                  <a:solidFill>
                    <a:schemeClr val="tx2">
                      <a:lumMod val="65000"/>
                      <a:lumOff val="35000"/>
                    </a:schemeClr>
                  </a:solidFill>
                  <a:latin typeface="DINPro-Bold" panose="02000503030000020004" pitchFamily="50" charset="0"/>
                </a:rPr>
                <a:t>5</a:t>
              </a:r>
            </a:p>
          </p:txBody>
        </p:sp>
      </p:grpSp>
      <p:sp>
        <p:nvSpPr>
          <p:cNvPr id="77" name="TextBox 76"/>
          <p:cNvSpPr txBox="1"/>
          <p:nvPr/>
        </p:nvSpPr>
        <p:spPr>
          <a:xfrm>
            <a:off x="4268460" y="3619289"/>
            <a:ext cx="1749472" cy="523220"/>
          </a:xfrm>
          <a:prstGeom prst="rect">
            <a:avLst/>
          </a:prstGeom>
          <a:noFill/>
        </p:spPr>
        <p:txBody>
          <a:bodyPr wrap="square" lIns="0" rIns="0" rtlCol="0">
            <a:spAutoFit/>
          </a:bodyPr>
          <a:lstStyle/>
          <a:p>
            <a:pPr>
              <a:spcBef>
                <a:spcPts val="600"/>
              </a:spcBef>
            </a:pPr>
            <a:r>
              <a:rPr lang="ru-RU" sz="1400" dirty="0" smtClean="0">
                <a:solidFill>
                  <a:schemeClr val="bg1"/>
                </a:solidFill>
                <a:latin typeface="DINPro-Bold" panose="02000503030000020004" pitchFamily="50" charset="0"/>
              </a:rPr>
              <a:t>Разработали документацию</a:t>
            </a:r>
            <a:endParaRPr lang="ru-RU" sz="1400" dirty="0">
              <a:solidFill>
                <a:schemeClr val="bg1"/>
              </a:solidFill>
              <a:latin typeface="DINPro-Bold" panose="02000503030000020004" pitchFamily="50" charset="0"/>
            </a:endParaRPr>
          </a:p>
        </p:txBody>
      </p:sp>
      <p:grpSp>
        <p:nvGrpSpPr>
          <p:cNvPr id="78" name="Группа 77"/>
          <p:cNvGrpSpPr>
            <a:grpSpLocks noChangeAspect="1"/>
          </p:cNvGrpSpPr>
          <p:nvPr/>
        </p:nvGrpSpPr>
        <p:grpSpPr>
          <a:xfrm>
            <a:off x="837300" y="3687582"/>
            <a:ext cx="540000" cy="540000"/>
            <a:chOff x="3912332" y="1694742"/>
            <a:chExt cx="720000" cy="720000"/>
          </a:xfrm>
        </p:grpSpPr>
        <p:sp>
          <p:nvSpPr>
            <p:cNvPr id="79" name="Скругленный прямоугольник 78"/>
            <p:cNvSpPr>
              <a:spLocks noChangeAspect="1"/>
            </p:cNvSpPr>
            <p:nvPr/>
          </p:nvSpPr>
          <p:spPr>
            <a:xfrm rot="2700000">
              <a:off x="3912332" y="1694742"/>
              <a:ext cx="720000" cy="720000"/>
            </a:xfrm>
            <a:prstGeom prst="roundRect">
              <a:avLst/>
            </a:prstGeom>
            <a:solidFill>
              <a:srgbClr val="F9B305"/>
            </a:solidFill>
            <a:ln w="12700">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2">
                    <a:lumMod val="65000"/>
                    <a:lumOff val="35000"/>
                  </a:schemeClr>
                </a:solidFill>
              </a:endParaRPr>
            </a:p>
          </p:txBody>
        </p:sp>
        <p:sp>
          <p:nvSpPr>
            <p:cNvPr id="80" name="TextBox 79"/>
            <p:cNvSpPr txBox="1"/>
            <p:nvPr/>
          </p:nvSpPr>
          <p:spPr>
            <a:xfrm>
              <a:off x="4174549" y="1793133"/>
              <a:ext cx="185949" cy="533480"/>
            </a:xfrm>
            <a:prstGeom prst="rect">
              <a:avLst/>
            </a:prstGeom>
            <a:noFill/>
          </p:spPr>
          <p:txBody>
            <a:bodyPr wrap="none" lIns="0" rIns="0" rtlCol="0">
              <a:spAutoFit/>
            </a:bodyPr>
            <a:lstStyle/>
            <a:p>
              <a:pPr>
                <a:spcBef>
                  <a:spcPts val="600"/>
                </a:spcBef>
              </a:pPr>
              <a:r>
                <a:rPr lang="ru-RU" sz="2000" dirty="0" smtClean="0">
                  <a:solidFill>
                    <a:schemeClr val="tx2">
                      <a:lumMod val="65000"/>
                      <a:lumOff val="35000"/>
                    </a:schemeClr>
                  </a:solidFill>
                  <a:latin typeface="DINPro-Bold" panose="02000503030000020004" pitchFamily="50" charset="0"/>
                </a:rPr>
                <a:t>4</a:t>
              </a:r>
            </a:p>
          </p:txBody>
        </p:sp>
      </p:grpSp>
      <p:sp>
        <p:nvSpPr>
          <p:cNvPr id="82" name="TextBox 81"/>
          <p:cNvSpPr txBox="1"/>
          <p:nvPr/>
        </p:nvSpPr>
        <p:spPr>
          <a:xfrm>
            <a:off x="1517680" y="3638265"/>
            <a:ext cx="1749472" cy="1384995"/>
          </a:xfrm>
          <a:prstGeom prst="rect">
            <a:avLst/>
          </a:prstGeom>
          <a:noFill/>
        </p:spPr>
        <p:txBody>
          <a:bodyPr wrap="square" lIns="0" rIns="0" rtlCol="0">
            <a:spAutoFit/>
          </a:bodyPr>
          <a:lstStyle/>
          <a:p>
            <a:pPr>
              <a:spcBef>
                <a:spcPts val="600"/>
              </a:spcBef>
            </a:pPr>
            <a:r>
              <a:rPr lang="ru-RU" sz="1400" dirty="0" smtClean="0">
                <a:solidFill>
                  <a:schemeClr val="tx2">
                    <a:lumMod val="65000"/>
                    <a:lumOff val="35000"/>
                  </a:schemeClr>
                </a:solidFill>
                <a:latin typeface="DINPro-Bold" panose="02000503030000020004" pitchFamily="50" charset="0"/>
              </a:rPr>
              <a:t>Определили внешние и внутренние факторы, заинтересованные стороны</a:t>
            </a:r>
            <a:endParaRPr lang="ru-RU" sz="1400" dirty="0">
              <a:solidFill>
                <a:schemeClr val="tx2">
                  <a:lumMod val="65000"/>
                  <a:lumOff val="35000"/>
                </a:schemeClr>
              </a:solidFill>
              <a:latin typeface="DINPro-Bold" panose="02000503030000020004" pitchFamily="50" charset="0"/>
            </a:endParaRPr>
          </a:p>
        </p:txBody>
      </p:sp>
      <p:grpSp>
        <p:nvGrpSpPr>
          <p:cNvPr id="83" name="Группа 82"/>
          <p:cNvGrpSpPr>
            <a:grpSpLocks noChangeAspect="1"/>
          </p:cNvGrpSpPr>
          <p:nvPr/>
        </p:nvGrpSpPr>
        <p:grpSpPr>
          <a:xfrm>
            <a:off x="6253381" y="3687582"/>
            <a:ext cx="540000" cy="540000"/>
            <a:chOff x="3912332" y="1694742"/>
            <a:chExt cx="720000" cy="720000"/>
          </a:xfrm>
        </p:grpSpPr>
        <p:sp>
          <p:nvSpPr>
            <p:cNvPr id="84" name="Скругленный прямоугольник 83"/>
            <p:cNvSpPr>
              <a:spLocks noChangeAspect="1"/>
            </p:cNvSpPr>
            <p:nvPr/>
          </p:nvSpPr>
          <p:spPr>
            <a:xfrm rot="2700000">
              <a:off x="3912332" y="1694742"/>
              <a:ext cx="720000" cy="720000"/>
            </a:xfrm>
            <a:prstGeom prst="roundRect">
              <a:avLst/>
            </a:prstGeom>
            <a:solidFill>
              <a:srgbClr val="F9B305"/>
            </a:solidFill>
            <a:ln w="12700">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2">
                    <a:lumMod val="65000"/>
                    <a:lumOff val="35000"/>
                  </a:schemeClr>
                </a:solidFill>
              </a:endParaRPr>
            </a:p>
          </p:txBody>
        </p:sp>
        <p:sp>
          <p:nvSpPr>
            <p:cNvPr id="85" name="TextBox 84"/>
            <p:cNvSpPr txBox="1"/>
            <p:nvPr/>
          </p:nvSpPr>
          <p:spPr>
            <a:xfrm>
              <a:off x="4174549" y="1793133"/>
              <a:ext cx="185949" cy="533480"/>
            </a:xfrm>
            <a:prstGeom prst="rect">
              <a:avLst/>
            </a:prstGeom>
            <a:noFill/>
          </p:spPr>
          <p:txBody>
            <a:bodyPr wrap="none" lIns="0" rIns="0" rtlCol="0">
              <a:spAutoFit/>
            </a:bodyPr>
            <a:lstStyle/>
            <a:p>
              <a:pPr>
                <a:spcBef>
                  <a:spcPts val="600"/>
                </a:spcBef>
              </a:pPr>
              <a:r>
                <a:rPr lang="ru-RU" sz="2000" dirty="0" smtClean="0">
                  <a:solidFill>
                    <a:schemeClr val="tx2">
                      <a:lumMod val="65000"/>
                      <a:lumOff val="35000"/>
                    </a:schemeClr>
                  </a:solidFill>
                  <a:latin typeface="DINPro-Bold" panose="02000503030000020004" pitchFamily="50" charset="0"/>
                </a:rPr>
                <a:t>6</a:t>
              </a:r>
            </a:p>
          </p:txBody>
        </p:sp>
      </p:grpSp>
      <p:sp>
        <p:nvSpPr>
          <p:cNvPr id="87" name="TextBox 86"/>
          <p:cNvSpPr txBox="1"/>
          <p:nvPr/>
        </p:nvSpPr>
        <p:spPr>
          <a:xfrm>
            <a:off x="6933761" y="3638265"/>
            <a:ext cx="1749472" cy="307777"/>
          </a:xfrm>
          <a:prstGeom prst="rect">
            <a:avLst/>
          </a:prstGeom>
          <a:noFill/>
        </p:spPr>
        <p:txBody>
          <a:bodyPr wrap="square" lIns="0" rIns="0" rtlCol="0">
            <a:spAutoFit/>
          </a:bodyPr>
          <a:lstStyle/>
          <a:p>
            <a:pPr>
              <a:spcBef>
                <a:spcPts val="600"/>
              </a:spcBef>
            </a:pPr>
            <a:r>
              <a:rPr lang="ru-RU" sz="1400" dirty="0" smtClean="0">
                <a:solidFill>
                  <a:schemeClr val="tx2">
                    <a:lumMod val="65000"/>
                    <a:lumOff val="35000"/>
                  </a:schemeClr>
                </a:solidFill>
                <a:latin typeface="DINPro-Bold" panose="02000503030000020004" pitchFamily="50" charset="0"/>
              </a:rPr>
              <a:t>Поставили Цели</a:t>
            </a:r>
            <a:endParaRPr lang="ru-RU" sz="1400" dirty="0">
              <a:solidFill>
                <a:schemeClr val="tx2">
                  <a:lumMod val="65000"/>
                  <a:lumOff val="35000"/>
                </a:schemeClr>
              </a:solidFill>
              <a:latin typeface="DINPro-Bold" panose="02000503030000020004" pitchFamily="50" charset="0"/>
            </a:endParaRPr>
          </a:p>
        </p:txBody>
      </p:sp>
      <p:grpSp>
        <p:nvGrpSpPr>
          <p:cNvPr id="88" name="Группа 87"/>
          <p:cNvGrpSpPr>
            <a:grpSpLocks noChangeAspect="1"/>
          </p:cNvGrpSpPr>
          <p:nvPr/>
        </p:nvGrpSpPr>
        <p:grpSpPr>
          <a:xfrm>
            <a:off x="8932455" y="3687582"/>
            <a:ext cx="540000" cy="540000"/>
            <a:chOff x="3912332" y="1694742"/>
            <a:chExt cx="720000" cy="720000"/>
          </a:xfrm>
        </p:grpSpPr>
        <p:sp>
          <p:nvSpPr>
            <p:cNvPr id="89" name="Скругленный прямоугольник 88"/>
            <p:cNvSpPr>
              <a:spLocks noChangeAspect="1"/>
            </p:cNvSpPr>
            <p:nvPr/>
          </p:nvSpPr>
          <p:spPr>
            <a:xfrm rot="2700000">
              <a:off x="3912332" y="1694742"/>
              <a:ext cx="720000" cy="720000"/>
            </a:xfrm>
            <a:prstGeom prst="roundRect">
              <a:avLst/>
            </a:prstGeom>
            <a:solidFill>
              <a:srgbClr val="F9B305"/>
            </a:solidFill>
            <a:ln w="12700">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2">
                    <a:lumMod val="65000"/>
                    <a:lumOff val="35000"/>
                  </a:schemeClr>
                </a:solidFill>
              </a:endParaRPr>
            </a:p>
          </p:txBody>
        </p:sp>
        <p:sp>
          <p:nvSpPr>
            <p:cNvPr id="90" name="TextBox 89"/>
            <p:cNvSpPr txBox="1"/>
            <p:nvPr/>
          </p:nvSpPr>
          <p:spPr>
            <a:xfrm>
              <a:off x="4174549" y="1793133"/>
              <a:ext cx="185949" cy="533480"/>
            </a:xfrm>
            <a:prstGeom prst="rect">
              <a:avLst/>
            </a:prstGeom>
            <a:noFill/>
          </p:spPr>
          <p:txBody>
            <a:bodyPr wrap="none" lIns="0" rIns="0" rtlCol="0">
              <a:spAutoFit/>
            </a:bodyPr>
            <a:lstStyle/>
            <a:p>
              <a:pPr>
                <a:spcBef>
                  <a:spcPts val="600"/>
                </a:spcBef>
              </a:pPr>
              <a:r>
                <a:rPr lang="ru-RU" sz="2000" dirty="0" smtClean="0">
                  <a:solidFill>
                    <a:schemeClr val="tx2">
                      <a:lumMod val="65000"/>
                      <a:lumOff val="35000"/>
                    </a:schemeClr>
                  </a:solidFill>
                  <a:latin typeface="DINPro-Bold" panose="02000503030000020004" pitchFamily="50" charset="0"/>
                </a:rPr>
                <a:t>7</a:t>
              </a:r>
            </a:p>
          </p:txBody>
        </p:sp>
      </p:grpSp>
      <p:sp>
        <p:nvSpPr>
          <p:cNvPr id="92" name="TextBox 91"/>
          <p:cNvSpPr txBox="1"/>
          <p:nvPr/>
        </p:nvSpPr>
        <p:spPr>
          <a:xfrm>
            <a:off x="9620835" y="3619289"/>
            <a:ext cx="1749472" cy="523220"/>
          </a:xfrm>
          <a:prstGeom prst="rect">
            <a:avLst/>
          </a:prstGeom>
          <a:noFill/>
        </p:spPr>
        <p:txBody>
          <a:bodyPr wrap="square" lIns="0" rIns="0" rtlCol="0">
            <a:spAutoFit/>
          </a:bodyPr>
          <a:lstStyle>
            <a:defPPr>
              <a:defRPr lang="ru-RU"/>
            </a:defPPr>
            <a:lvl1pPr>
              <a:spcBef>
                <a:spcPts val="600"/>
              </a:spcBef>
              <a:defRPr sz="1400">
                <a:solidFill>
                  <a:schemeClr val="tx2">
                    <a:lumMod val="65000"/>
                    <a:lumOff val="35000"/>
                  </a:schemeClr>
                </a:solidFill>
                <a:latin typeface="DINPro-Bold" panose="02000503030000020004" pitchFamily="50" charset="0"/>
              </a:defRPr>
            </a:lvl1pPr>
          </a:lstStyle>
          <a:p>
            <a:r>
              <a:rPr lang="ru-RU" dirty="0" smtClean="0">
                <a:solidFill>
                  <a:schemeClr val="bg1"/>
                </a:solidFill>
              </a:rPr>
              <a:t>Обеспечили ресурсами</a:t>
            </a:r>
            <a:endParaRPr lang="ru-RU" dirty="0">
              <a:solidFill>
                <a:schemeClr val="bg1"/>
              </a:solidFill>
            </a:endParaRPr>
          </a:p>
        </p:txBody>
      </p:sp>
      <p:pic>
        <p:nvPicPr>
          <p:cNvPr id="47" name="Рисунок 46"/>
          <p:cNvPicPr>
            <a:picLocks noChangeAspect="1"/>
          </p:cNvPicPr>
          <p:nvPr/>
        </p:nvPicPr>
        <p:blipFill rotWithShape="1">
          <a:blip r:embed="rId3">
            <a:extLst>
              <a:ext uri="{BEBA8EAE-BF5A-486C-A8C5-ECC9F3942E4B}">
                <a14:imgProps xmlns:a14="http://schemas.microsoft.com/office/drawing/2010/main">
                  <a14:imgLayer r:embed="rId4">
                    <a14:imgEffect>
                      <a14:backgroundRemoval t="33250" b="67833" l="8000" r="93000">
                        <a14:foregroundMark x1="29333" y1="36250" x2="29333" y2="36250"/>
                        <a14:foregroundMark x1="22667" y1="52583" x2="22667" y2="52583"/>
                        <a14:foregroundMark x1="87556" y1="43417" x2="87556" y2="43417"/>
                        <a14:foregroundMark x1="75778" y1="52833" x2="75778" y2="52833"/>
                        <a14:foregroundMark x1="71444" y1="53750" x2="71444" y2="53750"/>
                        <a14:foregroundMark x1="88556" y1="46000" x2="88556" y2="46000"/>
                        <a14:foregroundMark x1="84889" y1="52083" x2="84889" y2="52083"/>
                        <a14:foregroundMark x1="32222" y1="34583" x2="32222" y2="34583"/>
                        <a14:foregroundMark x1="15889" y1="42333" x2="15889" y2="42333"/>
                        <a14:foregroundMark x1="23889" y1="36833" x2="23889" y2="36833"/>
                        <a14:foregroundMark x1="68000" y1="34417" x2="68000" y2="34417"/>
                        <a14:foregroundMark x1="77000" y1="37167" x2="77000" y2="37167"/>
                        <a14:foregroundMark x1="76778" y1="57917" x2="76778" y2="57917"/>
                        <a14:foregroundMark x1="33667" y1="51667" x2="33667" y2="51667"/>
                        <a14:foregroundMark x1="25333" y1="57583" x2="25333" y2="57583"/>
                        <a14:foregroundMark x1="66778" y1="52083" x2="66778" y2="52083"/>
                        <a14:foregroundMark x1="16111" y1="53333" x2="16111" y2="53333"/>
                        <a14:foregroundMark x1="75333" y1="36083" x2="75333" y2="36083"/>
                        <a14:foregroundMark x1="34222" y1="35000" x2="34222" y2="35000"/>
                        <a14:foregroundMark x1="30333" y1="34250" x2="30333" y2="34250"/>
                        <a14:foregroundMark x1="23222" y1="37750" x2="23222" y2="37750"/>
                      </a14:backgroundRemoval>
                    </a14:imgEffect>
                  </a14:imgLayer>
                </a14:imgProps>
              </a:ext>
            </a:extLst>
          </a:blip>
          <a:srcRect l="6779" t="32595" r="7036" b="32148"/>
          <a:stretch/>
        </p:blipFill>
        <p:spPr bwMode="auto">
          <a:xfrm>
            <a:off x="1243754" y="1839007"/>
            <a:ext cx="1517999" cy="828000"/>
          </a:xfrm>
          <a:prstGeom prst="rect">
            <a:avLst/>
          </a:prstGeom>
        </p:spPr>
      </p:pic>
    </p:spTree>
    <p:extLst>
      <p:ext uri="{BB962C8B-B14F-4D97-AF65-F5344CB8AC3E}">
        <p14:creationId xmlns:p14="http://schemas.microsoft.com/office/powerpoint/2010/main" val="341013401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8" name="Прямоугольник 29">
            <a:extLst>
              <a:ext uri="{FF2B5EF4-FFF2-40B4-BE49-F238E27FC236}">
                <a16:creationId xmlns:a16="http://schemas.microsoft.com/office/drawing/2014/main" id="{C3486913-A292-3BBC-8B74-66DCBC8DCF87}"/>
              </a:ext>
            </a:extLst>
          </p:cNvPr>
          <p:cNvSpPr/>
          <p:nvPr/>
        </p:nvSpPr>
        <p:spPr>
          <a:xfrm>
            <a:off x="5099544" y="2866995"/>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r>
              <a:rPr lang="ru-RU" sz="1200" dirty="0">
                <a:solidFill>
                  <a:schemeClr val="tx2"/>
                </a:solidFill>
                <a:latin typeface="DINPro-Light" panose="02000504040000020003" pitchFamily="50" charset="0"/>
                <a:ea typeface="GPN_DIN Regular" panose="020B0504020202020204" pitchFamily="34" charset="-52"/>
              </a:rPr>
              <a:t>«За всю свою профессиональную</a:t>
            </a:r>
          </a:p>
          <a:p>
            <a:r>
              <a:rPr lang="ru-RU" sz="1200" dirty="0">
                <a:solidFill>
                  <a:schemeClr val="tx2"/>
                </a:solidFill>
                <a:latin typeface="DINPro-Light" panose="02000504040000020003" pitchFamily="50" charset="0"/>
                <a:ea typeface="GPN_DIN Regular" panose="020B0504020202020204" pitchFamily="34" charset="-52"/>
              </a:rPr>
              <a:t>жизнь я ни разу не попадал хоть в</a:t>
            </a:r>
          </a:p>
          <a:p>
            <a:r>
              <a:rPr lang="ru-RU" sz="1200" dirty="0">
                <a:solidFill>
                  <a:schemeClr val="tx2"/>
                </a:solidFill>
                <a:latin typeface="DINPro-Light" panose="02000504040000020003" pitchFamily="50" charset="0"/>
                <a:ea typeface="GPN_DIN Regular" panose="020B0504020202020204" pitchFamily="34" charset="-52"/>
              </a:rPr>
              <a:t>какую-нибудь серьезную аварию. За</a:t>
            </a:r>
          </a:p>
          <a:p>
            <a:r>
              <a:rPr lang="ru-RU" sz="1200" dirty="0">
                <a:solidFill>
                  <a:schemeClr val="tx2"/>
                </a:solidFill>
                <a:latin typeface="DINPro-Light" panose="02000504040000020003" pitchFamily="50" charset="0"/>
                <a:ea typeface="GPN_DIN Regular" panose="020B0504020202020204" pitchFamily="34" charset="-52"/>
              </a:rPr>
              <a:t>все свои годы на море я видел только</a:t>
            </a:r>
          </a:p>
          <a:p>
            <a:r>
              <a:rPr lang="ru-RU" sz="1200" dirty="0">
                <a:solidFill>
                  <a:schemeClr val="tx2"/>
                </a:solidFill>
                <a:latin typeface="DINPro-Light" panose="02000504040000020003" pitchFamily="50" charset="0"/>
                <a:ea typeface="GPN_DIN Regular" panose="020B0504020202020204" pitchFamily="34" charset="-52"/>
              </a:rPr>
              <a:t>одно судно, терпящее бедствие. Я</a:t>
            </a:r>
          </a:p>
          <a:p>
            <a:r>
              <a:rPr lang="ru-RU" sz="1200" dirty="0">
                <a:solidFill>
                  <a:schemeClr val="tx2"/>
                </a:solidFill>
                <a:latin typeface="DINPro-Light" panose="02000504040000020003" pitchFamily="50" charset="0"/>
                <a:ea typeface="GPN_DIN Regular" panose="020B0504020202020204" pitchFamily="34" charset="-52"/>
              </a:rPr>
              <a:t>никогда не видел крушения, не</a:t>
            </a:r>
          </a:p>
          <a:p>
            <a:r>
              <a:rPr lang="ru-RU" sz="1200" dirty="0">
                <a:solidFill>
                  <a:schemeClr val="tx2"/>
                </a:solidFill>
                <a:latin typeface="DINPro-Light" panose="02000504040000020003" pitchFamily="50" charset="0"/>
                <a:ea typeface="GPN_DIN Regular" panose="020B0504020202020204" pitchFamily="34" charset="-52"/>
              </a:rPr>
              <a:t>переживал крушения, не оказывался</a:t>
            </a:r>
          </a:p>
          <a:p>
            <a:r>
              <a:rPr lang="ru-RU" sz="1200" dirty="0">
                <a:solidFill>
                  <a:schemeClr val="tx2"/>
                </a:solidFill>
                <a:latin typeface="DINPro-Light" panose="02000504040000020003" pitchFamily="50" charset="0"/>
                <a:ea typeface="GPN_DIN Regular" panose="020B0504020202020204" pitchFamily="34" charset="-52"/>
              </a:rPr>
              <a:t>в ситуации, которая грозила</a:t>
            </a:r>
          </a:p>
          <a:p>
            <a:r>
              <a:rPr lang="ru-RU" sz="1200" dirty="0">
                <a:solidFill>
                  <a:schemeClr val="tx2"/>
                </a:solidFill>
                <a:latin typeface="DINPro-Light" panose="02000504040000020003" pitchFamily="50" charset="0"/>
                <a:ea typeface="GPN_DIN Regular" panose="020B0504020202020204" pitchFamily="34" charset="-52"/>
              </a:rPr>
              <a:t>катастрофой</a:t>
            </a:r>
            <a:r>
              <a:rPr lang="ru-RU" sz="1200" dirty="0" smtClean="0">
                <a:solidFill>
                  <a:schemeClr val="tx2"/>
                </a:solidFill>
                <a:latin typeface="DINPro-Light" panose="02000504040000020003" pitchFamily="50" charset="0"/>
                <a:ea typeface="GPN_DIN Regular" panose="020B0504020202020204" pitchFamily="34" charset="-52"/>
              </a:rPr>
              <a:t>»</a:t>
            </a:r>
          </a:p>
          <a:p>
            <a:endParaRPr lang="ru-RU" sz="1200" dirty="0">
              <a:solidFill>
                <a:schemeClr val="tx2"/>
              </a:solidFill>
              <a:latin typeface="DINPro-Light" panose="02000504040000020003" pitchFamily="50" charset="0"/>
              <a:ea typeface="GPN_DIN Regular" panose="020B0504020202020204" pitchFamily="34" charset="-52"/>
            </a:endParaRPr>
          </a:p>
          <a:p>
            <a:endParaRPr lang="ru-RU" sz="1200" dirty="0" smtClean="0">
              <a:solidFill>
                <a:schemeClr val="tx2"/>
              </a:solidFill>
              <a:latin typeface="DINPro-Light" panose="02000504040000020003" pitchFamily="50" charset="0"/>
              <a:ea typeface="GPN_DIN Regular" panose="020B0504020202020204" pitchFamily="34" charset="-52"/>
            </a:endParaRPr>
          </a:p>
          <a:p>
            <a:endParaRPr lang="ru-RU" sz="1200" dirty="0">
              <a:solidFill>
                <a:schemeClr val="tx2"/>
              </a:solidFill>
              <a:latin typeface="DINPro-Light" panose="02000504040000020003" pitchFamily="50" charset="0"/>
              <a:ea typeface="GPN_DIN Regular" panose="020B0504020202020204" pitchFamily="34" charset="-52"/>
            </a:endParaRPr>
          </a:p>
          <a:p>
            <a:endParaRPr lang="ru-RU" sz="1200" dirty="0" smtClean="0">
              <a:solidFill>
                <a:schemeClr val="tx2"/>
              </a:solidFill>
              <a:latin typeface="DINPro-Light" panose="02000504040000020003" pitchFamily="50" charset="0"/>
              <a:ea typeface="GPN_DIN Regular" panose="020B0504020202020204" pitchFamily="34" charset="-52"/>
            </a:endParaRPr>
          </a:p>
          <a:p>
            <a:r>
              <a:rPr lang="ru-RU" sz="1200" dirty="0" smtClean="0">
                <a:solidFill>
                  <a:schemeClr val="tx2"/>
                </a:solidFill>
                <a:latin typeface="DINPro-Light" panose="02000504040000020003" pitchFamily="50" charset="0"/>
                <a:ea typeface="GPN_DIN Regular" panose="020B0504020202020204" pitchFamily="34" charset="-52"/>
              </a:rPr>
              <a:t>(</a:t>
            </a:r>
            <a:r>
              <a:rPr lang="ru-RU" sz="1200" dirty="0">
                <a:solidFill>
                  <a:schemeClr val="tx2"/>
                </a:solidFill>
                <a:latin typeface="DINPro-Light" panose="02000504040000020003" pitchFamily="50" charset="0"/>
                <a:ea typeface="GPN_DIN Regular" panose="020B0504020202020204" pitchFamily="34" charset="-52"/>
              </a:rPr>
              <a:t>Эдвард Смит, капитан «Титаника»)</a:t>
            </a:r>
            <a:endParaRPr lang="ru-RU" sz="1200" dirty="0" smtClean="0">
              <a:solidFill>
                <a:schemeClr val="tx2"/>
              </a:solidFill>
              <a:latin typeface="DINPro-Light" panose="02000504040000020003" pitchFamily="50" charset="0"/>
              <a:ea typeface="GPN_DIN Regular" panose="020B0504020202020204" pitchFamily="34" charset="-52"/>
            </a:endParaRPr>
          </a:p>
        </p:txBody>
      </p:sp>
      <p:pic>
        <p:nvPicPr>
          <p:cNvPr id="3" name="Рисунок 2"/>
          <p:cNvPicPr>
            <a:picLocks noChangeAspect="1"/>
          </p:cNvPicPr>
          <p:nvPr/>
        </p:nvPicPr>
        <p:blipFill rotWithShape="1">
          <a:blip r:embed="rId3"/>
          <a:srcRect b="6579"/>
          <a:stretch/>
        </p:blipFill>
        <p:spPr>
          <a:xfrm>
            <a:off x="852280" y="1376987"/>
            <a:ext cx="3379896" cy="4842936"/>
          </a:xfrm>
          <a:prstGeom prst="rect">
            <a:avLst/>
          </a:prstGeom>
        </p:spPr>
      </p:pic>
      <p:sp>
        <p:nvSpPr>
          <p:cNvPr id="13" name="Прямоугольник 12"/>
          <p:cNvSpPr/>
          <p:nvPr/>
        </p:nvSpPr>
        <p:spPr bwMode="auto">
          <a:xfrm>
            <a:off x="0" y="-1"/>
            <a:ext cx="12191999" cy="972000"/>
          </a:xfrm>
          <a:prstGeom prst="rect">
            <a:avLst/>
          </a:prstGeom>
          <a:solidFill>
            <a:srgbClr val="7957B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a:solidFill>
                  <a:schemeClr val="bg1"/>
                </a:solidFill>
                <a:latin typeface="DINPro-Bold" panose="02000503030000020004" pitchFamily="50" charset="0"/>
                <a:ea typeface="GPN_DIN Bold"/>
              </a:rPr>
              <a:t>Как вы думаете, о чем сейчас пойдет речь?</a:t>
            </a:r>
          </a:p>
        </p:txBody>
      </p:sp>
    </p:spTree>
    <p:extLst>
      <p:ext uri="{BB962C8B-B14F-4D97-AF65-F5344CB8AC3E}">
        <p14:creationId xmlns:p14="http://schemas.microsoft.com/office/powerpoint/2010/main" val="18117872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9. РИСКИ:  ЧТО?  ЗАЧЕМ?  КАК?</a:t>
            </a:r>
            <a:endParaRPr lang="ru-RU" sz="2000" dirty="0">
              <a:latin typeface="DINPro-Bold" panose="02000503030000020004" pitchFamily="50" charset="0"/>
            </a:endParaRPr>
          </a:p>
        </p:txBody>
      </p:sp>
      <p:grpSp>
        <p:nvGrpSpPr>
          <p:cNvPr id="52" name="Группа 51"/>
          <p:cNvGrpSpPr/>
          <p:nvPr/>
        </p:nvGrpSpPr>
        <p:grpSpPr>
          <a:xfrm>
            <a:off x="423307" y="1509747"/>
            <a:ext cx="3744000" cy="4057326"/>
            <a:chOff x="423307" y="1382151"/>
            <a:chExt cx="3744000" cy="4057326"/>
          </a:xfrm>
        </p:grpSpPr>
        <p:sp>
          <p:nvSpPr>
            <p:cNvPr id="53" name="Прямоугольник 27">
              <a:extLst>
                <a:ext uri="{FF2B5EF4-FFF2-40B4-BE49-F238E27FC236}">
                  <a16:creationId xmlns:a16="http://schemas.microsoft.com/office/drawing/2014/main" id="{0F67F8FC-846B-7DC9-7278-B25D2ABC8AED}"/>
                </a:ext>
              </a:extLst>
            </p:cNvPr>
            <p:cNvSpPr/>
            <p:nvPr/>
          </p:nvSpPr>
          <p:spPr>
            <a:xfrm>
              <a:off x="423307" y="1382151"/>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54" name="Прямоугольник 29">
              <a:extLst>
                <a:ext uri="{FF2B5EF4-FFF2-40B4-BE49-F238E27FC236}">
                  <a16:creationId xmlns:a16="http://schemas.microsoft.com/office/drawing/2014/main" id="{C3486913-A292-3BBC-8B74-66DCBC8DCF87}"/>
                </a:ext>
              </a:extLst>
            </p:cNvPr>
            <p:cNvSpPr/>
            <p:nvPr/>
          </p:nvSpPr>
          <p:spPr>
            <a:xfrm>
              <a:off x="423307"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Риск</a:t>
              </a:r>
              <a:r>
                <a:rPr lang="ru-RU" sz="1200" dirty="0" smtClean="0">
                  <a:solidFill>
                    <a:schemeClr val="tx2"/>
                  </a:solidFill>
                  <a:latin typeface="DINPro-Light" panose="02000504040000020003" pitchFamily="50" charset="0"/>
                  <a:ea typeface="GPN_DIN Regular" panose="020B0504020202020204" pitchFamily="34" charset="-52"/>
                </a:rPr>
                <a:t> </a:t>
              </a:r>
              <a:r>
                <a:rPr lang="ru-RU" sz="1200" dirty="0">
                  <a:solidFill>
                    <a:schemeClr val="tx2"/>
                  </a:solidFill>
                  <a:latin typeface="DINPro-Light" panose="02000504040000020003" pitchFamily="50" charset="0"/>
                  <a:ea typeface="GPN_DIN Regular" panose="020B0504020202020204" pitchFamily="34" charset="-52"/>
                </a:rPr>
                <a:t>– </a:t>
              </a:r>
              <a:r>
                <a:rPr lang="ru-RU" sz="1200" dirty="0" smtClean="0">
                  <a:solidFill>
                    <a:schemeClr val="tx2"/>
                  </a:solidFill>
                  <a:latin typeface="DINPro-Light" panose="02000504040000020003" pitchFamily="50" charset="0"/>
                  <a:ea typeface="GPN_DIN Regular" panose="020B0504020202020204" pitchFamily="34" charset="-52"/>
                </a:rPr>
                <a:t>вероятное событие </a:t>
              </a:r>
              <a:r>
                <a:rPr lang="ru-RU" sz="1200" dirty="0">
                  <a:solidFill>
                    <a:schemeClr val="tx2"/>
                  </a:solidFill>
                  <a:latin typeface="DINPro-Light" panose="02000504040000020003" pitchFamily="50" charset="0"/>
                  <a:ea typeface="GPN_DIN Regular" panose="020B0504020202020204" pitchFamily="34" charset="-52"/>
                </a:rPr>
                <a:t>в будущем, которое может оказать отрицательное и/или положительное воздействие на достижение поставленных целей </a:t>
              </a:r>
              <a:r>
                <a:rPr lang="ru-RU" sz="1200" dirty="0" smtClean="0">
                  <a:solidFill>
                    <a:schemeClr val="tx2"/>
                  </a:solidFill>
                  <a:latin typeface="DINPro-Light" panose="02000504040000020003" pitchFamily="50" charset="0"/>
                  <a:ea typeface="GPN_DIN Regular" panose="020B0504020202020204" pitchFamily="34" charset="-52"/>
                </a:rPr>
                <a:t>Компании</a:t>
              </a:r>
            </a:p>
            <a:p>
              <a:pPr>
                <a:spcBef>
                  <a:spcPts val="600"/>
                </a:spcBef>
                <a:spcAft>
                  <a:spcPts val="600"/>
                </a:spcAft>
              </a:pPr>
              <a:r>
                <a:rPr lang="ru-RU" sz="1200" b="1" dirty="0">
                  <a:solidFill>
                    <a:schemeClr val="tx2"/>
                  </a:solidFill>
                  <a:latin typeface="DINPro-Light" panose="02000504040000020003" pitchFamily="50" charset="0"/>
                  <a:ea typeface="GPN_DIN Regular" panose="020B0504020202020204" pitchFamily="34" charset="-52"/>
                </a:rPr>
                <a:t>НЕ   ЯВЛЯЮТСЯ   РИСКАМИ   СОБЫТИЯ</a:t>
              </a:r>
            </a:p>
            <a:p>
              <a:pPr marL="171450" indent="-171450">
                <a:spcAft>
                  <a:spcPts val="600"/>
                </a:spcAft>
                <a:buFont typeface="Arial" panose="020B0604020202020204" pitchFamily="34" charset="0"/>
                <a:buChar char="•"/>
              </a:pPr>
              <a:r>
                <a:rPr lang="ru-RU" sz="1200" dirty="0" smtClean="0">
                  <a:solidFill>
                    <a:schemeClr val="tx2"/>
                  </a:solidFill>
                  <a:latin typeface="DINPro-Light" panose="02000504040000020003" pitchFamily="50" charset="0"/>
                  <a:ea typeface="GPN_DIN Regular" panose="020B0504020202020204" pitchFamily="34" charset="-52"/>
                </a:rPr>
                <a:t>которые </a:t>
              </a:r>
              <a:r>
                <a:rPr lang="ru-RU" sz="1200" dirty="0">
                  <a:solidFill>
                    <a:schemeClr val="tx2"/>
                  </a:solidFill>
                  <a:latin typeface="DINPro-Light" panose="02000504040000020003" pitchFamily="50" charset="0"/>
                  <a:ea typeface="GPN_DIN Regular" panose="020B0504020202020204" pitchFamily="34" charset="-52"/>
                </a:rPr>
                <a:t>уже произошли или происходят в настоящее время (вероятность = 100%)</a:t>
              </a:r>
            </a:p>
            <a:p>
              <a:pPr marL="171450" indent="-171450">
                <a:spcAft>
                  <a:spcPts val="600"/>
                </a:spcAft>
                <a:buFont typeface="Arial" panose="020B0604020202020204" pitchFamily="34" charset="0"/>
                <a:buChar char="•"/>
              </a:pPr>
              <a:r>
                <a:rPr lang="ru-RU" sz="1200" dirty="0">
                  <a:solidFill>
                    <a:schemeClr val="tx2"/>
                  </a:solidFill>
                  <a:latin typeface="DINPro-Light" panose="02000504040000020003" pitchFamily="50" charset="0"/>
                  <a:ea typeface="GPN_DIN Regular" panose="020B0504020202020204" pitchFamily="34" charset="-52"/>
                </a:rPr>
                <a:t>которые обязательно произойдут </a:t>
              </a:r>
              <a:r>
                <a:rPr lang="ru-RU" sz="1200" dirty="0" smtClean="0">
                  <a:solidFill>
                    <a:schemeClr val="tx2"/>
                  </a:solidFill>
                  <a:latin typeface="DINPro-Light" panose="02000504040000020003" pitchFamily="50" charset="0"/>
                  <a:ea typeface="GPN_DIN Regular" panose="020B0504020202020204" pitchFamily="34" charset="-52"/>
                </a:rPr>
                <a:t>(</a:t>
              </a:r>
              <a:r>
                <a:rPr lang="ru-RU" sz="1200" dirty="0">
                  <a:solidFill>
                    <a:schemeClr val="tx2"/>
                  </a:solidFill>
                  <a:latin typeface="DINPro-Light" panose="02000504040000020003" pitchFamily="50" charset="0"/>
                  <a:ea typeface="GPN_DIN Regular" panose="020B0504020202020204" pitchFamily="34" charset="-52"/>
                </a:rPr>
                <a:t>вероятность практически = 100%) = плановое событие</a:t>
              </a:r>
            </a:p>
            <a:p>
              <a:pPr marL="171450" indent="-171450">
                <a:spcAft>
                  <a:spcPts val="600"/>
                </a:spcAft>
                <a:buFont typeface="Arial" panose="020B0604020202020204" pitchFamily="34" charset="0"/>
                <a:buChar char="•"/>
              </a:pPr>
              <a:r>
                <a:rPr lang="ru-RU" sz="1200" dirty="0">
                  <a:solidFill>
                    <a:schemeClr val="tx2"/>
                  </a:solidFill>
                  <a:latin typeface="DINPro-Light" panose="02000504040000020003" pitchFamily="50" charset="0"/>
                  <a:ea typeface="GPN_DIN Regular" panose="020B0504020202020204" pitchFamily="34" charset="-52"/>
                </a:rPr>
                <a:t>беспокойство или эмоциональное восприятие</a:t>
              </a:r>
            </a:p>
            <a:p>
              <a:pPr marL="171450" indent="-171450">
                <a:spcAft>
                  <a:spcPts val="600"/>
                </a:spcAft>
                <a:buFont typeface="Arial" panose="020B0604020202020204" pitchFamily="34" charset="0"/>
                <a:buChar char="•"/>
              </a:pPr>
              <a:r>
                <a:rPr lang="ru-RU" sz="1200" dirty="0">
                  <a:solidFill>
                    <a:schemeClr val="tx2"/>
                  </a:solidFill>
                  <a:latin typeface="DINPro-Light" panose="02000504040000020003" pitchFamily="50" charset="0"/>
                  <a:ea typeface="GPN_DIN Regular" panose="020B0504020202020204" pitchFamily="34" charset="-52"/>
                </a:rPr>
                <a:t>не влияющие на цели Общества / подразделения</a:t>
              </a:r>
            </a:p>
            <a:p>
              <a:pPr>
                <a:spcBef>
                  <a:spcPts val="600"/>
                </a:spcBef>
                <a:spcAft>
                  <a:spcPts val="600"/>
                </a:spcAft>
              </a:pPr>
              <a:endParaRPr lang="ru-RU" sz="1200" dirty="0">
                <a:solidFill>
                  <a:schemeClr val="tx2"/>
                </a:solidFill>
                <a:latin typeface="DINPro-Light" panose="02000504040000020003" pitchFamily="50" charset="0"/>
                <a:ea typeface="GPN_DIN Regular" panose="020B0504020202020204" pitchFamily="34" charset="-52"/>
              </a:endParaRPr>
            </a:p>
            <a:p>
              <a:pPr>
                <a:spcBef>
                  <a:spcPts val="600"/>
                </a:spcBef>
                <a:spcAft>
                  <a:spcPts val="600"/>
                </a:spcAft>
              </a:pPr>
              <a:endParaRPr lang="ru-RU" sz="1200" dirty="0">
                <a:solidFill>
                  <a:schemeClr val="tx2"/>
                </a:solidFill>
                <a:latin typeface="DINPro-Light" panose="02000504040000020003" pitchFamily="50" charset="0"/>
                <a:ea typeface="GPN_DIN Regular" panose="020B0504020202020204" pitchFamily="34" charset="-52"/>
              </a:endParaRPr>
            </a:p>
          </p:txBody>
        </p:sp>
        <p:pic>
          <p:nvPicPr>
            <p:cNvPr id="55" name="Рисунок 54"/>
            <p:cNvPicPr>
              <a:picLocks noChangeAspect="1"/>
            </p:cNvPicPr>
            <p:nvPr/>
          </p:nvPicPr>
          <p:blipFill rotWithShape="1">
            <a:blip r:embed="rId3"/>
            <a:srcRect l="9020" r="9257"/>
            <a:stretch/>
          </p:blipFill>
          <p:spPr>
            <a:xfrm>
              <a:off x="492323" y="1433907"/>
              <a:ext cx="441293" cy="540000"/>
            </a:xfrm>
            <a:prstGeom prst="rect">
              <a:avLst/>
            </a:prstGeom>
          </p:spPr>
        </p:pic>
      </p:grpSp>
      <p:grpSp>
        <p:nvGrpSpPr>
          <p:cNvPr id="56" name="Группа 55"/>
          <p:cNvGrpSpPr/>
          <p:nvPr/>
        </p:nvGrpSpPr>
        <p:grpSpPr>
          <a:xfrm>
            <a:off x="6184771" y="1509747"/>
            <a:ext cx="3744000" cy="4057326"/>
            <a:chOff x="6184771" y="1382151"/>
            <a:chExt cx="3744000" cy="4057326"/>
          </a:xfrm>
        </p:grpSpPr>
        <p:sp>
          <p:nvSpPr>
            <p:cNvPr id="57" name="Прямоугольник 27">
              <a:extLst>
                <a:ext uri="{FF2B5EF4-FFF2-40B4-BE49-F238E27FC236}">
                  <a16:creationId xmlns:a16="http://schemas.microsoft.com/office/drawing/2014/main" id="{0F67F8FC-846B-7DC9-7278-B25D2ABC8AED}"/>
                </a:ext>
              </a:extLst>
            </p:cNvPr>
            <p:cNvSpPr/>
            <p:nvPr/>
          </p:nvSpPr>
          <p:spPr>
            <a:xfrm>
              <a:off x="6184771" y="1382151"/>
              <a:ext cx="3743377" cy="704398"/>
            </a:xfrm>
            <a:prstGeom prst="rect">
              <a:avLst/>
            </a:prstGeom>
            <a:solidFill>
              <a:srgbClr val="48A044"/>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ЗАДАНИЕ</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58" name="Прямоугольник 29">
              <a:extLst>
                <a:ext uri="{FF2B5EF4-FFF2-40B4-BE49-F238E27FC236}">
                  <a16:creationId xmlns:a16="http://schemas.microsoft.com/office/drawing/2014/main" id="{C3486913-A292-3BBC-8B74-66DCBC8DCF87}"/>
                </a:ext>
              </a:extLst>
            </p:cNvPr>
            <p:cNvSpPr/>
            <p:nvPr/>
          </p:nvSpPr>
          <p:spPr>
            <a:xfrm>
              <a:off x="6184771"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r>
                <a:rPr lang="ru-RU" sz="1200" dirty="0" smtClean="0">
                  <a:solidFill>
                    <a:schemeClr val="tx2"/>
                  </a:solidFill>
                  <a:latin typeface="DINPro-Light" panose="02000504040000020003" pitchFamily="50" charset="0"/>
                  <a:ea typeface="GPN_DIN Regular" panose="020B0504020202020204" pitchFamily="34" charset="-52"/>
                </a:rPr>
                <a:t>Оцените риски не достижения Целей ИСМ</a:t>
              </a:r>
            </a:p>
            <a:p>
              <a:r>
                <a:rPr lang="ru-RU" sz="1200" dirty="0" smtClean="0">
                  <a:solidFill>
                    <a:schemeClr val="tx2"/>
                  </a:solidFill>
                  <a:latin typeface="DINPro-Light" panose="02000504040000020003" pitchFamily="50" charset="0"/>
                  <a:ea typeface="GPN_DIN Regular" panose="020B0504020202020204" pitchFamily="34" charset="-52"/>
                </a:rPr>
                <a:t>(слайд 25)</a:t>
              </a:r>
            </a:p>
          </p:txBody>
        </p:sp>
        <p:pic>
          <p:nvPicPr>
            <p:cNvPr id="59" name="Рисунок 58"/>
            <p:cNvPicPr>
              <a:picLocks noChangeAspect="1"/>
            </p:cNvPicPr>
            <p:nvPr/>
          </p:nvPicPr>
          <p:blipFill rotWithShape="1">
            <a:blip r:embed="rId4">
              <a:extLst>
                <a:ext uri="{BEBA8EAE-BF5A-486C-A8C5-ECC9F3942E4B}">
                  <a14:imgProps xmlns:a14="http://schemas.microsoft.com/office/drawing/2010/main">
                    <a14:imgLayer r:embed="rId5">
                      <a14:imgEffect>
                        <a14:backgroundRemoval t="2930" b="100000" l="11133" r="98926"/>
                      </a14:imgEffect>
                    </a14:imgLayer>
                  </a14:imgProps>
                </a:ext>
              </a:extLst>
            </a:blip>
            <a:srcRect l="10869" t="2218"/>
            <a:stretch/>
          </p:blipFill>
          <p:spPr>
            <a:xfrm>
              <a:off x="6315738" y="1433907"/>
              <a:ext cx="492226" cy="540000"/>
            </a:xfrm>
            <a:prstGeom prst="rect">
              <a:avLst/>
            </a:prstGeom>
          </p:spPr>
        </p:pic>
      </p:grpSp>
      <p:sp>
        <p:nvSpPr>
          <p:cNvPr id="60" name="Кнопка интерактив">
            <a:hlinkClick r:id="rId6"/>
          </p:cNvPr>
          <p:cNvSpPr/>
          <p:nvPr/>
        </p:nvSpPr>
        <p:spPr>
          <a:xfrm>
            <a:off x="9642000" y="6098000"/>
            <a:ext cx="2300000" cy="560000"/>
          </a:xfrm>
          <a:prstGeom prst="roundRect">
            <a:avLst/>
          </a:prstGeom>
          <a:solidFill>
            <a:srgbClr val="E659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  ИНТЕРАКТИВ</a:t>
            </a:r>
          </a:p>
        </p:txBody>
      </p:sp>
    </p:spTree>
    <p:extLst>
      <p:ext uri="{BB962C8B-B14F-4D97-AF65-F5344CB8AC3E}">
        <p14:creationId xmlns:p14="http://schemas.microsoft.com/office/powerpoint/2010/main" val="230335437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sp>
        <p:nvSpPr>
          <p:cNvPr id="2" name="Прямоугольник 1"/>
          <p:cNvSpPr/>
          <p:nvPr/>
        </p:nvSpPr>
        <p:spPr bwMode="auto">
          <a:xfrm>
            <a:off x="391188" y="1055078"/>
            <a:ext cx="11445770" cy="5697414"/>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2" name="Прямоугольник 21"/>
          <p:cNvSpPr>
            <a:spLocks noChangeAspect="1"/>
          </p:cNvSpPr>
          <p:nvPr/>
        </p:nvSpPr>
        <p:spPr bwMode="auto">
          <a:xfrm>
            <a:off x="600939" y="1206378"/>
            <a:ext cx="11025004" cy="540543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Прямоугольник 2"/>
          <p:cNvSpPr/>
          <p:nvPr/>
        </p:nvSpPr>
        <p:spPr>
          <a:xfrm>
            <a:off x="600939" y="1358256"/>
            <a:ext cx="4896094" cy="264752"/>
          </a:xfrm>
          <a:prstGeom prst="rect">
            <a:avLst/>
          </a:prstGeom>
        </p:spPr>
        <p:txBody>
          <a:bodyPr wrap="square" anchor="ctr" anchorCtr="0">
            <a:spAutoFit/>
          </a:bodyPr>
          <a:lstStyle/>
          <a:p>
            <a:pPr>
              <a:lnSpc>
                <a:spcPct val="125000"/>
              </a:lnSpc>
              <a:spcAft>
                <a:spcPts val="0"/>
              </a:spcAft>
              <a:tabLst>
                <a:tab pos="270510" algn="l"/>
              </a:tabLst>
            </a:pPr>
            <a:r>
              <a:rPr lang="ru-RU" sz="1000" dirty="0" smtClean="0">
                <a:solidFill>
                  <a:srgbClr val="004077"/>
                </a:solidFill>
                <a:latin typeface="DINPro-Bold" panose="02000503030000020004" pitchFamily="50" charset="0"/>
                <a:ea typeface="Times New Roman" panose="02020603050405020304" pitchFamily="18" charset="0"/>
                <a:cs typeface="Arial" panose="020B0604020202020204" pitchFamily="34" charset="0"/>
              </a:rPr>
              <a:t>РЕЕСТР РИСКОВ </a:t>
            </a:r>
            <a:r>
              <a:rPr lang="ru-RU" sz="1000" dirty="0">
                <a:solidFill>
                  <a:srgbClr val="004077"/>
                </a:solidFill>
                <a:latin typeface="DINPro-Bold" panose="02000503030000020004" pitchFamily="50" charset="0"/>
                <a:ea typeface="Times New Roman" panose="02020603050405020304" pitchFamily="18" charset="0"/>
                <a:cs typeface="Arial" panose="020B0604020202020204" pitchFamily="34" charset="0"/>
              </a:rPr>
              <a:t>ООО «ГАЗПРОМНЕФТЬ-СНАБЖЕНИЕ</a:t>
            </a:r>
            <a:r>
              <a:rPr lang="ru-RU" sz="1000" dirty="0" smtClean="0">
                <a:solidFill>
                  <a:srgbClr val="004077"/>
                </a:solidFill>
                <a:latin typeface="DINPro-Bold" panose="02000503030000020004" pitchFamily="50" charset="0"/>
                <a:ea typeface="Times New Roman" panose="02020603050405020304" pitchFamily="18" charset="0"/>
                <a:cs typeface="Arial" panose="020B0604020202020204" pitchFamily="34" charset="0"/>
              </a:rPr>
              <a:t>»</a:t>
            </a:r>
            <a:endParaRPr lang="ru-RU" sz="800" dirty="0">
              <a:latin typeface="Tahoma" panose="020B0604030504040204" pitchFamily="34" charset="0"/>
              <a:ea typeface="Times New Roman" panose="02020603050405020304" pitchFamily="18" charset="0"/>
            </a:endParaRPr>
          </a:p>
        </p:txBody>
      </p:sp>
      <p:graphicFrame>
        <p:nvGraphicFramePr>
          <p:cNvPr id="5" name="Таблица 4"/>
          <p:cNvGraphicFramePr>
            <a:graphicFrameLocks noGrp="1"/>
          </p:cNvGraphicFramePr>
          <p:nvPr>
            <p:extLst>
              <p:ext uri="{D42A27DB-BD31-4B8C-83A1-F6EECF244321}">
                <p14:modId xmlns:p14="http://schemas.microsoft.com/office/powerpoint/2010/main" val="4254151143"/>
              </p:ext>
            </p:extLst>
          </p:nvPr>
        </p:nvGraphicFramePr>
        <p:xfrm>
          <a:off x="691116" y="1725338"/>
          <a:ext cx="10804200" cy="3827191"/>
        </p:xfrm>
        <a:graphic>
          <a:graphicData uri="http://schemas.openxmlformats.org/drawingml/2006/table">
            <a:tbl>
              <a:tblPr firstRow="1" bandRow="1">
                <a:tableStyleId>{5C22544A-7EE6-4342-B048-85BDC9FD1C3A}</a:tableStyleId>
              </a:tblPr>
              <a:tblGrid>
                <a:gridCol w="2160840">
                  <a:extLst>
                    <a:ext uri="{9D8B030D-6E8A-4147-A177-3AD203B41FA5}">
                      <a16:colId xmlns:a16="http://schemas.microsoft.com/office/drawing/2014/main" val="1849409004"/>
                    </a:ext>
                  </a:extLst>
                </a:gridCol>
                <a:gridCol w="2160840">
                  <a:extLst>
                    <a:ext uri="{9D8B030D-6E8A-4147-A177-3AD203B41FA5}">
                      <a16:colId xmlns:a16="http://schemas.microsoft.com/office/drawing/2014/main" val="4269486259"/>
                    </a:ext>
                  </a:extLst>
                </a:gridCol>
                <a:gridCol w="2160840">
                  <a:extLst>
                    <a:ext uri="{9D8B030D-6E8A-4147-A177-3AD203B41FA5}">
                      <a16:colId xmlns:a16="http://schemas.microsoft.com/office/drawing/2014/main" val="2377093270"/>
                    </a:ext>
                  </a:extLst>
                </a:gridCol>
                <a:gridCol w="2160840">
                  <a:extLst>
                    <a:ext uri="{9D8B030D-6E8A-4147-A177-3AD203B41FA5}">
                      <a16:colId xmlns:a16="http://schemas.microsoft.com/office/drawing/2014/main" val="2175048069"/>
                    </a:ext>
                  </a:extLst>
                </a:gridCol>
                <a:gridCol w="2160840">
                  <a:extLst>
                    <a:ext uri="{9D8B030D-6E8A-4147-A177-3AD203B41FA5}">
                      <a16:colId xmlns:a16="http://schemas.microsoft.com/office/drawing/2014/main" val="1796199688"/>
                    </a:ext>
                  </a:extLst>
                </a:gridCol>
              </a:tblGrid>
              <a:tr h="500208">
                <a:tc rowSpan="2">
                  <a:txBody>
                    <a:bodyPr/>
                    <a:lstStyle/>
                    <a:p>
                      <a:pPr algn="ctr"/>
                      <a:r>
                        <a:rPr lang="ru-RU" sz="1050" dirty="0" smtClean="0">
                          <a:solidFill>
                            <a:schemeClr val="bg2">
                              <a:lumMod val="25000"/>
                            </a:schemeClr>
                          </a:solidFill>
                          <a:latin typeface="DINPro-Medium" panose="02000503030000020004" pitchFamily="50" charset="0"/>
                        </a:rPr>
                        <a:t>ЦЕЛЬ</a:t>
                      </a:r>
                      <a:endParaRPr lang="ru-RU" sz="1050" dirty="0">
                        <a:solidFill>
                          <a:schemeClr val="bg2">
                            <a:lumMod val="25000"/>
                          </a:schemeClr>
                        </a:solidFill>
                        <a:latin typeface="DINPro-Medium" panose="02000503030000020004" pitchFamily="50"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CE8E"/>
                    </a:solidFill>
                  </a:tcPr>
                </a:tc>
                <a:tc gridSpan="2">
                  <a:txBody>
                    <a:bodyPr/>
                    <a:lstStyle/>
                    <a:p>
                      <a:pPr algn="ctr"/>
                      <a:r>
                        <a:rPr lang="ru-RU" sz="1050" dirty="0" smtClean="0">
                          <a:solidFill>
                            <a:schemeClr val="bg2">
                              <a:lumMod val="25000"/>
                            </a:schemeClr>
                          </a:solidFill>
                          <a:latin typeface="DINPro-Medium" panose="02000503030000020004" pitchFamily="50" charset="0"/>
                        </a:rPr>
                        <a:t>ОПИСАНИЕ РИСКА</a:t>
                      </a:r>
                      <a:endParaRPr lang="ru-RU" sz="1050" dirty="0">
                        <a:solidFill>
                          <a:schemeClr val="bg2">
                            <a:lumMod val="25000"/>
                          </a:schemeClr>
                        </a:solidFill>
                        <a:latin typeface="DINPro-Medium" panose="02000503030000020004" pitchFamily="50"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CE8E"/>
                    </a:solidFill>
                  </a:tcPr>
                </a:tc>
                <a:tc hMerge="1">
                  <a:txBody>
                    <a:bodyPr/>
                    <a:lstStyle/>
                    <a:p>
                      <a:pPr algn="ctr"/>
                      <a:endParaRPr lang="ru-RU" sz="1050" dirty="0">
                        <a:solidFill>
                          <a:schemeClr val="bg2">
                            <a:lumMod val="25000"/>
                          </a:schemeClr>
                        </a:solidFill>
                        <a:latin typeface="DINPro-Medium" panose="02000503030000020004" pitchFamily="50"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CE8E"/>
                    </a:solidFill>
                  </a:tcPr>
                </a:tc>
                <a:tc rowSpan="2">
                  <a:txBody>
                    <a:bodyPr/>
                    <a:lstStyle/>
                    <a:p>
                      <a:pPr algn="ctr"/>
                      <a:r>
                        <a:rPr lang="ru-RU" sz="1050" dirty="0" smtClean="0">
                          <a:solidFill>
                            <a:schemeClr val="bg2">
                              <a:lumMod val="25000"/>
                            </a:schemeClr>
                          </a:solidFill>
                          <a:latin typeface="DINPro-Medium" panose="02000503030000020004" pitchFamily="50" charset="0"/>
                        </a:rPr>
                        <a:t>ОПИСАНИЕ ПРИЧИН РЕАЛИЗАЦИИ РИСКОВОГО СОБЫТИЯ</a:t>
                      </a:r>
                      <a:endParaRPr lang="ru-RU" sz="1050" dirty="0">
                        <a:solidFill>
                          <a:schemeClr val="bg2">
                            <a:lumMod val="25000"/>
                          </a:schemeClr>
                        </a:solidFill>
                        <a:latin typeface="DINPro-Medium" panose="02000503030000020004" pitchFamily="50"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CE8E"/>
                    </a:solidFill>
                  </a:tcPr>
                </a:tc>
                <a:tc rowSpan="2">
                  <a:txBody>
                    <a:bodyPr/>
                    <a:lstStyle/>
                    <a:p>
                      <a:pPr algn="ctr"/>
                      <a:r>
                        <a:rPr lang="ru-RU" sz="1050" dirty="0" smtClean="0">
                          <a:solidFill>
                            <a:schemeClr val="bg2">
                              <a:lumMod val="25000"/>
                            </a:schemeClr>
                          </a:solidFill>
                          <a:latin typeface="DINPro-Medium" panose="02000503030000020004" pitchFamily="50" charset="0"/>
                        </a:rPr>
                        <a:t>ОПИСАНИЕ ПОСЛЕДСТВИЙ РЕАЛИЗАЦИИ РИСКОВОГО СОБЫТИЯ</a:t>
                      </a:r>
                      <a:endParaRPr lang="ru-RU" sz="1050" dirty="0">
                        <a:solidFill>
                          <a:schemeClr val="bg2">
                            <a:lumMod val="25000"/>
                          </a:schemeClr>
                        </a:solidFill>
                        <a:latin typeface="DINPro-Medium" panose="02000503030000020004" pitchFamily="50"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CE8E"/>
                    </a:solidFill>
                  </a:tcPr>
                </a:tc>
                <a:extLst>
                  <a:ext uri="{0D108BD9-81ED-4DB2-BD59-A6C34878D82A}">
                    <a16:rowId xmlns:a16="http://schemas.microsoft.com/office/drawing/2014/main" val="3891206728"/>
                  </a:ext>
                </a:extLst>
              </a:tr>
              <a:tr h="266455">
                <a:tc vMerge="1">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000" dirty="0" smtClean="0">
                          <a:solidFill>
                            <a:schemeClr val="bg2">
                              <a:lumMod val="25000"/>
                            </a:schemeClr>
                          </a:solidFill>
                          <a:latin typeface="GPN_DIN Medium" panose="020B0604020202020204" pitchFamily="34" charset="-52"/>
                          <a:ea typeface="GPN_DIN Medium" panose="020B0604020202020204" pitchFamily="34" charset="-52"/>
                        </a:rPr>
                        <a:t>Форма рискового изменения</a:t>
                      </a:r>
                      <a:endParaRPr lang="ru-RU" sz="1000" dirty="0">
                        <a:solidFill>
                          <a:schemeClr val="bg2">
                            <a:lumMod val="25000"/>
                          </a:schemeClr>
                        </a:solidFill>
                        <a:latin typeface="GPN_DIN Medium" panose="020B0604020202020204" pitchFamily="34" charset="-52"/>
                        <a:ea typeface="GPN_DIN Medium" panose="020B0604020202020204" pitchFamily="34" charset="-5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CE8E"/>
                    </a:solidFill>
                  </a:tcPr>
                </a:tc>
                <a:tc>
                  <a:txBody>
                    <a:bodyPr/>
                    <a:lstStyle/>
                    <a:p>
                      <a:pPr algn="ctr"/>
                      <a:r>
                        <a:rPr lang="ru-RU" sz="1000" dirty="0" smtClean="0">
                          <a:solidFill>
                            <a:schemeClr val="bg2">
                              <a:lumMod val="25000"/>
                            </a:schemeClr>
                          </a:solidFill>
                          <a:latin typeface="GPN_DIN Medium" panose="020B0604020202020204" pitchFamily="34" charset="-52"/>
                          <a:ea typeface="GPN_DIN Medium" panose="020B0604020202020204" pitchFamily="34" charset="-52"/>
                        </a:rPr>
                        <a:t>Предмет рискового изменения</a:t>
                      </a:r>
                      <a:endParaRPr lang="ru-RU" sz="1000" dirty="0">
                        <a:solidFill>
                          <a:schemeClr val="bg2">
                            <a:lumMod val="25000"/>
                          </a:schemeClr>
                        </a:solidFill>
                        <a:latin typeface="GPN_DIN Medium" panose="020B0604020202020204" pitchFamily="34" charset="-52"/>
                        <a:ea typeface="GPN_DIN Medium" panose="020B0604020202020204" pitchFamily="34" charset="-5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CE8E"/>
                    </a:solidFill>
                  </a:tcPr>
                </a:tc>
                <a:tc vMerge="1">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1617478"/>
                  </a:ext>
                </a:extLst>
              </a:tr>
              <a:tr h="500208">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tabLst>
                          <a:tab pos="180975" algn="l"/>
                        </a:tabLst>
                      </a:pPr>
                      <a:r>
                        <a:rPr lang="ru-RU" sz="1000" dirty="0" smtClean="0">
                          <a:solidFill>
                            <a:schemeClr val="bg2">
                              <a:lumMod val="50000"/>
                            </a:schemeClr>
                          </a:solidFill>
                          <a:latin typeface="DINPro-Light" panose="02000504040000020003" pitchFamily="50" charset="0"/>
                        </a:rPr>
                        <a:t>•	</a:t>
                      </a:r>
                      <a:r>
                        <a:rPr lang="ru-RU" sz="900" dirty="0" smtClean="0">
                          <a:solidFill>
                            <a:schemeClr val="bg2">
                              <a:lumMod val="50000"/>
                            </a:schemeClr>
                          </a:solidFill>
                          <a:latin typeface="DINPro-Light" panose="02000504040000020003" pitchFamily="50" charset="0"/>
                        </a:rPr>
                        <a:t>Нарушение</a:t>
                      </a:r>
                    </a:p>
                    <a:p>
                      <a:pPr>
                        <a:tabLst>
                          <a:tab pos="180975" algn="l"/>
                        </a:tabLst>
                      </a:pPr>
                      <a:r>
                        <a:rPr lang="ru-RU" sz="900" dirty="0" smtClean="0">
                          <a:solidFill>
                            <a:schemeClr val="bg2">
                              <a:lumMod val="50000"/>
                            </a:schemeClr>
                          </a:solidFill>
                          <a:latin typeface="DINPro-Light" panose="02000504040000020003" pitchFamily="50" charset="0"/>
                        </a:rPr>
                        <a:t>•	Остановка</a:t>
                      </a:r>
                    </a:p>
                    <a:p>
                      <a:pPr>
                        <a:tabLst>
                          <a:tab pos="180975" algn="l"/>
                        </a:tabLst>
                      </a:pPr>
                      <a:r>
                        <a:rPr lang="ru-RU" sz="900" dirty="0" smtClean="0">
                          <a:solidFill>
                            <a:schemeClr val="bg2">
                              <a:lumMod val="50000"/>
                            </a:schemeClr>
                          </a:solidFill>
                          <a:latin typeface="DINPro-Light" panose="02000504040000020003" pitchFamily="50" charset="0"/>
                        </a:rPr>
                        <a:t>•	Задержка</a:t>
                      </a:r>
                    </a:p>
                    <a:p>
                      <a:pPr>
                        <a:tabLst>
                          <a:tab pos="180975" algn="l"/>
                        </a:tabLst>
                      </a:pPr>
                      <a:r>
                        <a:rPr lang="ru-RU" sz="900" dirty="0" smtClean="0">
                          <a:solidFill>
                            <a:schemeClr val="bg2">
                              <a:lumMod val="50000"/>
                            </a:schemeClr>
                          </a:solidFill>
                          <a:latin typeface="DINPro-Light" panose="02000504040000020003" pitchFamily="50" charset="0"/>
                        </a:rPr>
                        <a:t>•	Сокращение</a:t>
                      </a:r>
                    </a:p>
                    <a:p>
                      <a:pPr>
                        <a:tabLst>
                          <a:tab pos="180975" algn="l"/>
                        </a:tabLst>
                      </a:pPr>
                      <a:r>
                        <a:rPr lang="ru-RU" sz="900" dirty="0" smtClean="0">
                          <a:solidFill>
                            <a:schemeClr val="bg2">
                              <a:lumMod val="50000"/>
                            </a:schemeClr>
                          </a:solidFill>
                          <a:latin typeface="DINPro-Light" panose="02000504040000020003" pitchFamily="50" charset="0"/>
                        </a:rPr>
                        <a:t>•	Отказ</a:t>
                      </a:r>
                    </a:p>
                    <a:p>
                      <a:pPr>
                        <a:tabLst>
                          <a:tab pos="180975" algn="l"/>
                        </a:tabLst>
                      </a:pPr>
                      <a:r>
                        <a:rPr lang="ru-RU" sz="900" dirty="0" smtClean="0">
                          <a:solidFill>
                            <a:schemeClr val="bg2">
                              <a:lumMod val="50000"/>
                            </a:schemeClr>
                          </a:solidFill>
                          <a:latin typeface="DINPro-Light" panose="02000504040000020003" pitchFamily="50" charset="0"/>
                        </a:rPr>
                        <a:t>•	Выход из строя</a:t>
                      </a:r>
                    </a:p>
                    <a:p>
                      <a:pPr>
                        <a:tabLst>
                          <a:tab pos="180975" algn="l"/>
                        </a:tabLst>
                      </a:pPr>
                      <a:r>
                        <a:rPr lang="ru-RU" sz="900" dirty="0" smtClean="0">
                          <a:solidFill>
                            <a:schemeClr val="bg2">
                              <a:lumMod val="50000"/>
                            </a:schemeClr>
                          </a:solidFill>
                          <a:latin typeface="DINPro-Light" panose="02000504040000020003" pitchFamily="50" charset="0"/>
                        </a:rPr>
                        <a:t>•	Отсутствие</a:t>
                      </a:r>
                    </a:p>
                    <a:p>
                      <a:pPr>
                        <a:tabLst>
                          <a:tab pos="180975" algn="l"/>
                        </a:tabLst>
                      </a:pPr>
                      <a:r>
                        <a:rPr lang="ru-RU" sz="900" dirty="0" smtClean="0">
                          <a:solidFill>
                            <a:schemeClr val="bg2">
                              <a:lumMod val="50000"/>
                            </a:schemeClr>
                          </a:solidFill>
                          <a:latin typeface="DINPro-Light" panose="02000504040000020003" pitchFamily="50" charset="0"/>
                        </a:rPr>
                        <a:t>•	Срыв</a:t>
                      </a:r>
                    </a:p>
                    <a:p>
                      <a:pPr>
                        <a:tabLst>
                          <a:tab pos="180975" algn="l"/>
                        </a:tabLst>
                      </a:pPr>
                      <a:r>
                        <a:rPr lang="ru-RU" sz="900" dirty="0" smtClean="0">
                          <a:solidFill>
                            <a:schemeClr val="bg2">
                              <a:lumMod val="50000"/>
                            </a:schemeClr>
                          </a:solidFill>
                          <a:latin typeface="DINPro-Light" panose="02000504040000020003" pitchFamily="50" charset="0"/>
                        </a:rPr>
                        <a:t>•	Некорректное выполнение</a:t>
                      </a:r>
                    </a:p>
                    <a:p>
                      <a:pPr>
                        <a:tabLst>
                          <a:tab pos="180975" algn="l"/>
                        </a:tabLst>
                      </a:pPr>
                      <a:r>
                        <a:rPr lang="ru-RU" sz="900" dirty="0" smtClean="0">
                          <a:solidFill>
                            <a:schemeClr val="bg2">
                              <a:lumMod val="50000"/>
                            </a:schemeClr>
                          </a:solidFill>
                          <a:latin typeface="DINPro-Light" panose="02000504040000020003" pitchFamily="50" charset="0"/>
                        </a:rPr>
                        <a:t>•	Неоптимальное планирование</a:t>
                      </a:r>
                    </a:p>
                    <a:p>
                      <a:pPr>
                        <a:tabLst>
                          <a:tab pos="180975" algn="l"/>
                        </a:tabLst>
                      </a:pPr>
                      <a:r>
                        <a:rPr lang="ru-RU" sz="900" dirty="0" smtClean="0">
                          <a:solidFill>
                            <a:schemeClr val="bg2">
                              <a:lumMod val="50000"/>
                            </a:schemeClr>
                          </a:solidFill>
                          <a:latin typeface="DINPro-Light" panose="02000504040000020003" pitchFamily="50" charset="0"/>
                        </a:rPr>
                        <a:t>•	Невозможность исполнения</a:t>
                      </a:r>
                    </a:p>
                    <a:p>
                      <a:pPr>
                        <a:tabLst>
                          <a:tab pos="180975" algn="l"/>
                        </a:tabLst>
                      </a:pPr>
                      <a:r>
                        <a:rPr lang="ru-RU" sz="900" dirty="0" smtClean="0">
                          <a:solidFill>
                            <a:schemeClr val="bg2">
                              <a:lumMod val="50000"/>
                            </a:schemeClr>
                          </a:solidFill>
                          <a:latin typeface="DINPro-Light" panose="02000504040000020003" pitchFamily="50" charset="0"/>
                        </a:rPr>
                        <a:t>•	Прекращение</a:t>
                      </a:r>
                    </a:p>
                    <a:p>
                      <a:pPr>
                        <a:tabLst>
                          <a:tab pos="180975" algn="l"/>
                        </a:tabLst>
                      </a:pPr>
                      <a:r>
                        <a:rPr lang="ru-RU" sz="900" dirty="0" smtClean="0">
                          <a:solidFill>
                            <a:schemeClr val="bg2">
                              <a:lumMod val="50000"/>
                            </a:schemeClr>
                          </a:solidFill>
                          <a:latin typeface="DINPro-Light" panose="02000504040000020003" pitchFamily="50" charset="0"/>
                        </a:rPr>
                        <a:t>•	Отзыв</a:t>
                      </a:r>
                    </a:p>
                    <a:p>
                      <a:pPr>
                        <a:tabLst>
                          <a:tab pos="180975" algn="l"/>
                        </a:tabLst>
                      </a:pPr>
                      <a:r>
                        <a:rPr lang="ru-RU" sz="900" dirty="0" smtClean="0">
                          <a:solidFill>
                            <a:schemeClr val="bg2">
                              <a:lumMod val="50000"/>
                            </a:schemeClr>
                          </a:solidFill>
                          <a:latin typeface="DINPro-Light" panose="02000504040000020003" pitchFamily="50" charset="0"/>
                        </a:rPr>
                        <a:t>•	Ограничение</a:t>
                      </a:r>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r>
                        <a:rPr lang="ru-RU" sz="900" b="1" dirty="0" smtClean="0">
                          <a:solidFill>
                            <a:schemeClr val="bg2">
                              <a:lumMod val="50000"/>
                            </a:schemeClr>
                          </a:solidFill>
                          <a:latin typeface="DINPro-Light" panose="02000504040000020003" pitchFamily="50" charset="0"/>
                          <a:ea typeface="+mn-ea"/>
                          <a:cs typeface="+mn-cs"/>
                        </a:rPr>
                        <a:t>По объекту:</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установки;</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оборудования;</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группы МТР;</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проекта;</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цеха, площадки, участка;</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продукта;</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региона;</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документа…</a:t>
                      </a:r>
                    </a:p>
                    <a:p>
                      <a:pPr lvl="0"/>
                      <a:r>
                        <a:rPr lang="ru-RU" sz="900" b="1" dirty="0" smtClean="0">
                          <a:solidFill>
                            <a:schemeClr val="bg2">
                              <a:lumMod val="50000"/>
                            </a:schemeClr>
                          </a:solidFill>
                          <a:latin typeface="DINPro-Light" panose="02000504040000020003" pitchFamily="50" charset="0"/>
                          <a:ea typeface="+mn-ea"/>
                          <a:cs typeface="+mn-cs"/>
                        </a:rPr>
                        <a:t>По периоду:</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месяц;</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квартал;</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год;</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начиная с…</a:t>
                      </a:r>
                    </a:p>
                    <a:p>
                      <a:r>
                        <a:rPr lang="ru-RU" sz="900" b="1" dirty="0" smtClean="0">
                          <a:solidFill>
                            <a:schemeClr val="bg2">
                              <a:lumMod val="50000"/>
                            </a:schemeClr>
                          </a:solidFill>
                          <a:latin typeface="DINPro-Light" panose="02000504040000020003" pitchFamily="50" charset="0"/>
                          <a:ea typeface="+mn-ea"/>
                          <a:cs typeface="+mn-cs"/>
                        </a:rPr>
                        <a:t>По документу:</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Регламента </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Графика </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Требования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u-RU" sz="900" b="1" dirty="0" smtClean="0">
                          <a:solidFill>
                            <a:schemeClr val="bg2">
                              <a:lumMod val="50000"/>
                            </a:schemeClr>
                          </a:solidFill>
                          <a:latin typeface="DINPro-Light" panose="02000504040000020003" pitchFamily="50" charset="0"/>
                          <a:ea typeface="+mn-ea"/>
                          <a:cs typeface="+mn-cs"/>
                        </a:rPr>
                        <a:t>Вследствие</a:t>
                      </a:r>
                      <a:r>
                        <a:rPr lang="ru-RU" sz="900" dirty="0" smtClean="0">
                          <a:solidFill>
                            <a:schemeClr val="bg2">
                              <a:lumMod val="50000"/>
                            </a:schemeClr>
                          </a:solidFill>
                          <a:latin typeface="DINPro-Light" panose="02000504040000020003" pitchFamily="50" charset="0"/>
                          <a:ea typeface="+mn-ea"/>
                          <a:cs typeface="+mn-cs"/>
                        </a:rPr>
                        <a:t>:</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человеческого фактора;</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неполноты или некачественных данных;</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неэффективной организации процесса;</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состояния оборудования;</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качества МТР;</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ИТ сбоя или ограничений;</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внешних факторов…</a:t>
                      </a:r>
                    </a:p>
                    <a:p>
                      <a:endParaRPr lang="ru-RU" sz="900" dirty="0">
                        <a:solidFill>
                          <a:schemeClr val="bg2">
                            <a:lumMod val="50000"/>
                          </a:schemeClr>
                        </a:solidFill>
                        <a:latin typeface="DINPro-Light" panose="02000504040000020003" pitchFamily="50"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u-RU" sz="900" b="1" dirty="0" smtClean="0">
                          <a:solidFill>
                            <a:schemeClr val="bg2">
                              <a:lumMod val="50000"/>
                            </a:schemeClr>
                          </a:solidFill>
                          <a:latin typeface="DINPro-Light" panose="02000504040000020003" pitchFamily="50" charset="0"/>
                          <a:ea typeface="+mn-ea"/>
                          <a:cs typeface="+mn-cs"/>
                        </a:rPr>
                        <a:t>Приводящее к:</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возникновению дополнительных (внеплановых) работ;</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снижению стоимости активов;</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досрочному списанию (выбытию) материальных активов;</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денежным выплатам на основании постановлений надзорных органов;</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денежным выплатам контрагентам и работникам;</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потере деловой репутации;</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не </a:t>
                      </a:r>
                      <a:r>
                        <a:rPr lang="ru-RU" sz="900" dirty="0" err="1" smtClean="0">
                          <a:solidFill>
                            <a:schemeClr val="bg2">
                              <a:lumMod val="50000"/>
                            </a:schemeClr>
                          </a:solidFill>
                          <a:latin typeface="DINPro-Light" panose="02000504040000020003" pitchFamily="50" charset="0"/>
                          <a:ea typeface="+mn-ea"/>
                          <a:cs typeface="+mn-cs"/>
                        </a:rPr>
                        <a:t>дополучению</a:t>
                      </a:r>
                      <a:r>
                        <a:rPr lang="ru-RU" sz="900" dirty="0" smtClean="0">
                          <a:solidFill>
                            <a:schemeClr val="bg2">
                              <a:lumMod val="50000"/>
                            </a:schemeClr>
                          </a:solidFill>
                          <a:latin typeface="DINPro-Light" panose="02000504040000020003" pitchFamily="50" charset="0"/>
                          <a:ea typeface="+mn-ea"/>
                          <a:cs typeface="+mn-cs"/>
                        </a:rPr>
                        <a:t> запланированных доходов;</a:t>
                      </a:r>
                    </a:p>
                    <a:p>
                      <a:pPr marL="171450" lvl="0" indent="-171450">
                        <a:buFont typeface="Arial" panose="020B0604020202020204" pitchFamily="34" charset="0"/>
                        <a:buChar char="•"/>
                      </a:pPr>
                      <a:r>
                        <a:rPr lang="ru-RU" sz="900" dirty="0" smtClean="0">
                          <a:solidFill>
                            <a:schemeClr val="bg2">
                              <a:lumMod val="50000"/>
                            </a:schemeClr>
                          </a:solidFill>
                          <a:latin typeface="DINPro-Light" panose="02000504040000020003" pitchFamily="50" charset="0"/>
                          <a:ea typeface="+mn-ea"/>
                          <a:cs typeface="+mn-cs"/>
                        </a:rPr>
                        <a:t>приостановке деятельности</a:t>
                      </a:r>
                    </a:p>
                    <a:p>
                      <a:endParaRPr lang="ru-RU" sz="900" dirty="0">
                        <a:solidFill>
                          <a:schemeClr val="bg2">
                            <a:lumMod val="50000"/>
                          </a:schemeClr>
                        </a:solidFill>
                        <a:latin typeface="DINPro-Light" panose="02000504040000020003" pitchFamily="50"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1771820"/>
                  </a:ext>
                </a:extLst>
              </a:tr>
              <a:tr h="500208">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000" dirty="0">
                        <a:latin typeface="DINPro-Light" panose="02000504040000020003"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1768264"/>
                  </a:ext>
                </a:extLst>
              </a:tr>
            </a:tbl>
          </a:graphicData>
        </a:graphic>
      </p:graphicFrame>
      <p:sp>
        <p:nvSpPr>
          <p:cNvPr id="11" name="Прямоугольник 10"/>
          <p:cNvSpPr/>
          <p:nvPr/>
        </p:nvSpPr>
        <p:spPr>
          <a:xfrm>
            <a:off x="691116" y="6221286"/>
            <a:ext cx="10804199" cy="265457"/>
          </a:xfrm>
          <a:prstGeom prst="rect">
            <a:avLst/>
          </a:prstGeom>
        </p:spPr>
        <p:txBody>
          <a:bodyPr wrap="square" anchor="ctr" anchorCtr="0">
            <a:spAutoFit/>
          </a:bodyPr>
          <a:lstStyle/>
          <a:p>
            <a:pPr>
              <a:lnSpc>
                <a:spcPct val="125000"/>
              </a:lnSpc>
              <a:spcAft>
                <a:spcPts val="0"/>
              </a:spcAft>
              <a:tabLst>
                <a:tab pos="270510" algn="l"/>
              </a:tabLst>
            </a:pPr>
            <a:r>
              <a:rPr lang="ru-RU" sz="900" dirty="0" smtClean="0">
                <a:solidFill>
                  <a:schemeClr val="bg2">
                    <a:lumMod val="25000"/>
                  </a:schemeClr>
                </a:solidFill>
                <a:ea typeface="Times New Roman" panose="02020603050405020304" pitchFamily="18" charset="0"/>
                <a:cs typeface="Arial" panose="020B0604020202020204" pitchFamily="34" charset="0"/>
              </a:rPr>
              <a:t>Формулировку </a:t>
            </a:r>
            <a:r>
              <a:rPr lang="ru-RU" sz="900" dirty="0">
                <a:solidFill>
                  <a:schemeClr val="bg2">
                    <a:lumMod val="25000"/>
                  </a:schemeClr>
                </a:solidFill>
                <a:ea typeface="Times New Roman" panose="02020603050405020304" pitchFamily="18" charset="0"/>
                <a:cs typeface="Arial" panose="020B0604020202020204" pitchFamily="34" charset="0"/>
              </a:rPr>
              <a:t>риска следует начинать с отглагольного существительного, описывающего рисковое изменение (например, «нарушение», «остановка», «задержка», «отказ», «срыв» и </a:t>
            </a:r>
            <a:r>
              <a:rPr lang="ru-RU" sz="900" dirty="0" smtClean="0">
                <a:solidFill>
                  <a:schemeClr val="bg2">
                    <a:lumMod val="25000"/>
                  </a:schemeClr>
                </a:solidFill>
                <a:ea typeface="Times New Roman" panose="02020603050405020304" pitchFamily="18" charset="0"/>
                <a:cs typeface="Arial" panose="020B0604020202020204" pitchFamily="34" charset="0"/>
              </a:rPr>
              <a:t>т.д</a:t>
            </a:r>
            <a:r>
              <a:rPr lang="ru-RU" sz="900" dirty="0">
                <a:solidFill>
                  <a:schemeClr val="bg2">
                    <a:lumMod val="25000"/>
                  </a:schemeClr>
                </a:solidFill>
                <a:ea typeface="Times New Roman" panose="02020603050405020304" pitchFamily="18" charset="0"/>
                <a:cs typeface="Arial" panose="020B0604020202020204" pitchFamily="34" charset="0"/>
              </a:rPr>
              <a:t>.) </a:t>
            </a:r>
            <a:endParaRPr lang="ru-RU" sz="700" dirty="0">
              <a:solidFill>
                <a:schemeClr val="bg2">
                  <a:lumMod val="25000"/>
                </a:schemeClr>
              </a:solidFill>
              <a:ea typeface="Times New Roman" panose="02020603050405020304" pitchFamily="18" charset="0"/>
            </a:endParaRPr>
          </a:p>
        </p:txBody>
      </p:sp>
    </p:spTree>
    <p:extLst>
      <p:ext uri="{BB962C8B-B14F-4D97-AF65-F5344CB8AC3E}">
        <p14:creationId xmlns:p14="http://schemas.microsoft.com/office/powerpoint/2010/main" val="382611533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9. РИСКИ: стратегии управления рисками</a:t>
            </a:r>
            <a:endParaRPr lang="ru-RU" sz="2000" dirty="0">
              <a:latin typeface="DINPro-Bold" panose="02000503030000020004" pitchFamily="50" charset="0"/>
            </a:endParaRPr>
          </a:p>
        </p:txBody>
      </p:sp>
      <p:sp>
        <p:nvSpPr>
          <p:cNvPr id="12" name="Скругленный прямоугольник 11"/>
          <p:cNvSpPr/>
          <p:nvPr/>
        </p:nvSpPr>
        <p:spPr bwMode="auto">
          <a:xfrm>
            <a:off x="4200212" y="1167111"/>
            <a:ext cx="4053881" cy="832753"/>
          </a:xfrm>
          <a:prstGeom prst="roundRect">
            <a:avLst/>
          </a:prstGeom>
          <a:solidFill>
            <a:srgbClr val="FFFFFF"/>
          </a:solidFill>
          <a:ln w="28575">
            <a:solidFill>
              <a:srgbClr val="23D1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2">
                    <a:lumMod val="25000"/>
                  </a:schemeClr>
                </a:solidFill>
              </a:rPr>
              <a:t>Стратегия управления риском</a:t>
            </a:r>
            <a:endParaRPr lang="ru-RU" dirty="0">
              <a:solidFill>
                <a:schemeClr val="bg2">
                  <a:lumMod val="25000"/>
                </a:schemeClr>
              </a:solidFill>
            </a:endParaRPr>
          </a:p>
        </p:txBody>
      </p:sp>
      <p:grpSp>
        <p:nvGrpSpPr>
          <p:cNvPr id="3" name="Группа 2"/>
          <p:cNvGrpSpPr/>
          <p:nvPr/>
        </p:nvGrpSpPr>
        <p:grpSpPr>
          <a:xfrm>
            <a:off x="3545954" y="2712604"/>
            <a:ext cx="2009775" cy="2003706"/>
            <a:chOff x="3240373" y="3131002"/>
            <a:chExt cx="2009775" cy="2003706"/>
          </a:xfrm>
        </p:grpSpPr>
        <p:sp>
          <p:nvSpPr>
            <p:cNvPr id="22" name="Скругленный прямоугольник 21"/>
            <p:cNvSpPr/>
            <p:nvPr/>
          </p:nvSpPr>
          <p:spPr bwMode="auto">
            <a:xfrm>
              <a:off x="3240373" y="3531051"/>
              <a:ext cx="2009775" cy="1603657"/>
            </a:xfrm>
            <a:prstGeom prst="roundRect">
              <a:avLst/>
            </a:prstGeom>
            <a:noFill/>
            <a:ln w="19050">
              <a:solidFill>
                <a:schemeClr val="bg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Скругленный прямоугольник 19"/>
            <p:cNvSpPr/>
            <p:nvPr/>
          </p:nvSpPr>
          <p:spPr bwMode="auto">
            <a:xfrm>
              <a:off x="3240373" y="3131002"/>
              <a:ext cx="2009775" cy="742950"/>
            </a:xfrm>
            <a:prstGeom prst="round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p:cNvSpPr/>
            <p:nvPr/>
          </p:nvSpPr>
          <p:spPr>
            <a:xfrm>
              <a:off x="3240373" y="3178626"/>
              <a:ext cx="2009775" cy="646331"/>
            </a:xfrm>
            <a:prstGeom prst="rect">
              <a:avLst/>
            </a:prstGeom>
          </p:spPr>
          <p:txBody>
            <a:bodyPr wrap="square">
              <a:spAutoFit/>
            </a:bodyPr>
            <a:lstStyle/>
            <a:p>
              <a:pPr algn="ctr"/>
              <a:r>
                <a:rPr lang="ru-RU" dirty="0" smtClean="0">
                  <a:solidFill>
                    <a:schemeClr val="bg2">
                      <a:lumMod val="25000"/>
                    </a:schemeClr>
                  </a:solidFill>
                  <a:latin typeface="GPN_DIN Condensed Medium" panose="020B0606020202020204" pitchFamily="34" charset="-52"/>
                  <a:ea typeface="GPN_DIN Condensed Medium" panose="020B0606020202020204" pitchFamily="34" charset="-52"/>
                </a:rPr>
                <a:t>Перераспределение (передача) риска</a:t>
              </a:r>
              <a:endParaRPr lang="ru-RU" dirty="0">
                <a:solidFill>
                  <a:schemeClr val="bg2">
                    <a:lumMod val="25000"/>
                  </a:schemeClr>
                </a:solidFill>
                <a:latin typeface="GPN_DIN Condensed Medium" panose="020B0606020202020204" pitchFamily="34" charset="-52"/>
                <a:ea typeface="GPN_DIN Condensed Medium" panose="020B0606020202020204" pitchFamily="34" charset="-52"/>
              </a:endParaRPr>
            </a:p>
          </p:txBody>
        </p:sp>
        <p:sp>
          <p:nvSpPr>
            <p:cNvPr id="23" name="Прямоугольник 22"/>
            <p:cNvSpPr/>
            <p:nvPr/>
          </p:nvSpPr>
          <p:spPr>
            <a:xfrm>
              <a:off x="3240374" y="3991500"/>
              <a:ext cx="2009774" cy="1015663"/>
            </a:xfrm>
            <a:prstGeom prst="rect">
              <a:avLst/>
            </a:prstGeom>
          </p:spPr>
          <p:txBody>
            <a:bodyPr wrap="square">
              <a:spAutoFit/>
            </a:bodyPr>
            <a:lstStyle/>
            <a:p>
              <a:pPr algn="ctr"/>
              <a:r>
                <a:rPr lang="ru-RU" sz="1200" dirty="0" smtClean="0">
                  <a:solidFill>
                    <a:schemeClr val="bg2">
                      <a:lumMod val="25000"/>
                    </a:schemeClr>
                  </a:solidFill>
                  <a:latin typeface="DINPro-Light" panose="02000504040000020003" pitchFamily="50" charset="0"/>
                  <a:ea typeface="GPN_DIN Condensed Medium" panose="020B0606020202020204" pitchFamily="34" charset="-52"/>
                </a:rPr>
                <a:t>передача </a:t>
              </a:r>
              <a:r>
                <a:rPr lang="ru-RU" sz="1200" dirty="0">
                  <a:solidFill>
                    <a:schemeClr val="bg2">
                      <a:lumMod val="25000"/>
                    </a:schemeClr>
                  </a:solidFill>
                  <a:latin typeface="DINPro-Light" panose="02000504040000020003" pitchFamily="50" charset="0"/>
                  <a:ea typeface="GPN_DIN Condensed Medium" panose="020B0606020202020204" pitchFamily="34" charset="-52"/>
                </a:rPr>
                <a:t>полностью или частично последствий наступления рискового события третьему участнику</a:t>
              </a:r>
            </a:p>
          </p:txBody>
        </p:sp>
      </p:grpSp>
      <p:grpSp>
        <p:nvGrpSpPr>
          <p:cNvPr id="4" name="Группа 3"/>
          <p:cNvGrpSpPr/>
          <p:nvPr/>
        </p:nvGrpSpPr>
        <p:grpSpPr>
          <a:xfrm>
            <a:off x="6580243" y="2712604"/>
            <a:ext cx="2009775" cy="2003706"/>
            <a:chOff x="5440962" y="3131002"/>
            <a:chExt cx="2009775" cy="2003706"/>
          </a:xfrm>
        </p:grpSpPr>
        <p:sp>
          <p:nvSpPr>
            <p:cNvPr id="27" name="Скругленный прямоугольник 26"/>
            <p:cNvSpPr/>
            <p:nvPr/>
          </p:nvSpPr>
          <p:spPr bwMode="auto">
            <a:xfrm>
              <a:off x="5440962" y="3531051"/>
              <a:ext cx="2009775" cy="1603657"/>
            </a:xfrm>
            <a:prstGeom prst="roundRect">
              <a:avLst/>
            </a:prstGeom>
            <a:noFill/>
            <a:ln w="19050">
              <a:solidFill>
                <a:schemeClr val="bg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Скругленный прямоугольник 24"/>
            <p:cNvSpPr/>
            <p:nvPr/>
          </p:nvSpPr>
          <p:spPr bwMode="auto">
            <a:xfrm>
              <a:off x="5440962" y="3131002"/>
              <a:ext cx="2009775" cy="742950"/>
            </a:xfrm>
            <a:prstGeom prst="round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Прямоугольник 25"/>
            <p:cNvSpPr/>
            <p:nvPr/>
          </p:nvSpPr>
          <p:spPr>
            <a:xfrm>
              <a:off x="5440962" y="3178626"/>
              <a:ext cx="2009775" cy="369332"/>
            </a:xfrm>
            <a:prstGeom prst="rect">
              <a:avLst/>
            </a:prstGeom>
          </p:spPr>
          <p:txBody>
            <a:bodyPr wrap="square">
              <a:spAutoFit/>
            </a:bodyPr>
            <a:lstStyle/>
            <a:p>
              <a:pPr algn="ctr"/>
              <a:r>
                <a:rPr lang="ru-RU" dirty="0" smtClean="0">
                  <a:solidFill>
                    <a:schemeClr val="bg2">
                      <a:lumMod val="25000"/>
                    </a:schemeClr>
                  </a:solidFill>
                  <a:latin typeface="GPN_DIN Condensed Medium" panose="020B0606020202020204" pitchFamily="34" charset="-52"/>
                  <a:ea typeface="GPN_DIN Condensed Medium" panose="020B0606020202020204" pitchFamily="34" charset="-52"/>
                </a:rPr>
                <a:t>Принятие риска</a:t>
              </a:r>
              <a:endParaRPr lang="ru-RU" dirty="0">
                <a:solidFill>
                  <a:schemeClr val="bg2">
                    <a:lumMod val="25000"/>
                  </a:schemeClr>
                </a:solidFill>
                <a:latin typeface="GPN_DIN Condensed Medium" panose="020B0606020202020204" pitchFamily="34" charset="-52"/>
                <a:ea typeface="GPN_DIN Condensed Medium" panose="020B0606020202020204" pitchFamily="34" charset="-52"/>
              </a:endParaRPr>
            </a:p>
          </p:txBody>
        </p:sp>
        <p:sp>
          <p:nvSpPr>
            <p:cNvPr id="28" name="Прямоугольник 27"/>
            <p:cNvSpPr/>
            <p:nvPr/>
          </p:nvSpPr>
          <p:spPr>
            <a:xfrm>
              <a:off x="5440963" y="3991500"/>
              <a:ext cx="2009774" cy="1015663"/>
            </a:xfrm>
            <a:prstGeom prst="rect">
              <a:avLst/>
            </a:prstGeom>
          </p:spPr>
          <p:txBody>
            <a:bodyPr wrap="square">
              <a:spAutoFit/>
            </a:bodyPr>
            <a:lstStyle/>
            <a:p>
              <a:pPr algn="ctr"/>
              <a:r>
                <a:rPr lang="ru-RU" sz="1200" dirty="0" smtClean="0">
                  <a:solidFill>
                    <a:schemeClr val="bg2">
                      <a:lumMod val="25000"/>
                    </a:schemeClr>
                  </a:solidFill>
                  <a:latin typeface="DINPro-Light" panose="02000504040000020003" pitchFamily="50" charset="0"/>
                  <a:ea typeface="GPN_DIN Condensed Medium" panose="020B0606020202020204" pitchFamily="34" charset="-52"/>
                </a:rPr>
                <a:t>принятие решения </a:t>
              </a:r>
              <a:r>
                <a:rPr lang="ru-RU" sz="1200" dirty="0">
                  <a:solidFill>
                    <a:schemeClr val="bg2">
                      <a:lumMod val="25000"/>
                    </a:schemeClr>
                  </a:solidFill>
                  <a:latin typeface="DINPro-Light" panose="02000504040000020003" pitchFamily="50" charset="0"/>
                  <a:ea typeface="GPN_DIN Condensed Medium" panose="020B0606020202020204" pitchFamily="34" charset="-52"/>
                </a:rPr>
                <a:t>не предпринимать никаких действий по управлению риском, принимая любые его последствия</a:t>
              </a:r>
            </a:p>
          </p:txBody>
        </p:sp>
      </p:grpSp>
      <p:grpSp>
        <p:nvGrpSpPr>
          <p:cNvPr id="5" name="Группа 4"/>
          <p:cNvGrpSpPr/>
          <p:nvPr/>
        </p:nvGrpSpPr>
        <p:grpSpPr>
          <a:xfrm>
            <a:off x="9614533" y="2712604"/>
            <a:ext cx="2009775" cy="2003706"/>
            <a:chOff x="7721938" y="3131002"/>
            <a:chExt cx="2009775" cy="2003706"/>
          </a:xfrm>
        </p:grpSpPr>
        <p:sp>
          <p:nvSpPr>
            <p:cNvPr id="32" name="Скругленный прямоугольник 31"/>
            <p:cNvSpPr/>
            <p:nvPr/>
          </p:nvSpPr>
          <p:spPr bwMode="auto">
            <a:xfrm>
              <a:off x="7721938" y="3531051"/>
              <a:ext cx="2009775" cy="1603657"/>
            </a:xfrm>
            <a:prstGeom prst="roundRect">
              <a:avLst/>
            </a:prstGeom>
            <a:noFill/>
            <a:ln w="19050">
              <a:solidFill>
                <a:schemeClr val="bg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Скругленный прямоугольник 29"/>
            <p:cNvSpPr/>
            <p:nvPr/>
          </p:nvSpPr>
          <p:spPr bwMode="auto">
            <a:xfrm>
              <a:off x="7721938" y="3131002"/>
              <a:ext cx="2009775" cy="742950"/>
            </a:xfrm>
            <a:prstGeom prst="round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Прямоугольник 30"/>
            <p:cNvSpPr/>
            <p:nvPr/>
          </p:nvSpPr>
          <p:spPr>
            <a:xfrm>
              <a:off x="7721938" y="3178626"/>
              <a:ext cx="2009775" cy="646331"/>
            </a:xfrm>
            <a:prstGeom prst="rect">
              <a:avLst/>
            </a:prstGeom>
          </p:spPr>
          <p:txBody>
            <a:bodyPr wrap="square">
              <a:spAutoFit/>
            </a:bodyPr>
            <a:lstStyle/>
            <a:p>
              <a:pPr algn="ctr"/>
              <a:r>
                <a:rPr lang="ru-RU" dirty="0" smtClean="0">
                  <a:solidFill>
                    <a:schemeClr val="bg2">
                      <a:lumMod val="25000"/>
                    </a:schemeClr>
                  </a:solidFill>
                  <a:latin typeface="GPN_DIN Condensed Medium" panose="020B0606020202020204" pitchFamily="34" charset="-52"/>
                  <a:ea typeface="GPN_DIN Condensed Medium" panose="020B0606020202020204" pitchFamily="34" charset="-52"/>
                </a:rPr>
                <a:t>Уклонение (избежание) от риска</a:t>
              </a:r>
              <a:endParaRPr lang="ru-RU" dirty="0">
                <a:solidFill>
                  <a:schemeClr val="bg2">
                    <a:lumMod val="25000"/>
                  </a:schemeClr>
                </a:solidFill>
                <a:latin typeface="GPN_DIN Condensed Medium" panose="020B0606020202020204" pitchFamily="34" charset="-52"/>
                <a:ea typeface="GPN_DIN Condensed Medium" panose="020B0606020202020204" pitchFamily="34" charset="-52"/>
              </a:endParaRPr>
            </a:p>
          </p:txBody>
        </p:sp>
        <p:sp>
          <p:nvSpPr>
            <p:cNvPr id="33" name="Прямоугольник 32"/>
            <p:cNvSpPr/>
            <p:nvPr/>
          </p:nvSpPr>
          <p:spPr>
            <a:xfrm>
              <a:off x="7721939" y="3991500"/>
              <a:ext cx="2009774" cy="1015663"/>
            </a:xfrm>
            <a:prstGeom prst="rect">
              <a:avLst/>
            </a:prstGeom>
          </p:spPr>
          <p:txBody>
            <a:bodyPr wrap="square">
              <a:spAutoFit/>
            </a:bodyPr>
            <a:lstStyle/>
            <a:p>
              <a:pPr algn="ctr"/>
              <a:r>
                <a:rPr lang="ru-RU" sz="1200" dirty="0">
                  <a:solidFill>
                    <a:schemeClr val="bg2">
                      <a:lumMod val="25000"/>
                    </a:schemeClr>
                  </a:solidFill>
                  <a:latin typeface="DINPro-Light" panose="02000504040000020003" pitchFamily="50" charset="0"/>
                  <a:ea typeface="GPN_DIN Condensed Medium" panose="020B0606020202020204" pitchFamily="34" charset="-52"/>
                </a:rPr>
                <a:t>предполагает снижение его вероятности до 0% путём изменения бизнеса и/или планов по его развитию</a:t>
              </a:r>
            </a:p>
          </p:txBody>
        </p:sp>
      </p:grpSp>
      <p:grpSp>
        <p:nvGrpSpPr>
          <p:cNvPr id="2" name="Группа 1"/>
          <p:cNvGrpSpPr/>
          <p:nvPr/>
        </p:nvGrpSpPr>
        <p:grpSpPr>
          <a:xfrm>
            <a:off x="511665" y="2712604"/>
            <a:ext cx="2009775" cy="2003706"/>
            <a:chOff x="979497" y="3131002"/>
            <a:chExt cx="2009775" cy="2003706"/>
          </a:xfrm>
        </p:grpSpPr>
        <p:sp>
          <p:nvSpPr>
            <p:cNvPr id="15" name="Скругленный прямоугольник 14"/>
            <p:cNvSpPr/>
            <p:nvPr/>
          </p:nvSpPr>
          <p:spPr bwMode="auto">
            <a:xfrm>
              <a:off x="979497" y="3531051"/>
              <a:ext cx="2009775" cy="1603657"/>
            </a:xfrm>
            <a:prstGeom prst="roundRect">
              <a:avLst/>
            </a:prstGeom>
            <a:noFill/>
            <a:ln w="19050">
              <a:solidFill>
                <a:schemeClr val="bg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p:cNvSpPr/>
            <p:nvPr/>
          </p:nvSpPr>
          <p:spPr>
            <a:xfrm>
              <a:off x="979498" y="3991500"/>
              <a:ext cx="2009774" cy="1015663"/>
            </a:xfrm>
            <a:prstGeom prst="rect">
              <a:avLst/>
            </a:prstGeom>
          </p:spPr>
          <p:txBody>
            <a:bodyPr wrap="square">
              <a:spAutoFit/>
            </a:bodyPr>
            <a:lstStyle/>
            <a:p>
              <a:pPr algn="ctr"/>
              <a:r>
                <a:rPr lang="ru-RU" sz="1200" dirty="0" smtClean="0">
                  <a:solidFill>
                    <a:schemeClr val="bg2">
                      <a:lumMod val="25000"/>
                    </a:schemeClr>
                  </a:solidFill>
                  <a:latin typeface="DINPro-Light" panose="02000504040000020003" pitchFamily="50" charset="0"/>
                  <a:ea typeface="GPN_DIN Condensed Medium" panose="020B0606020202020204" pitchFamily="34" charset="-52"/>
                </a:rPr>
                <a:t>осуществление </a:t>
              </a:r>
              <a:r>
                <a:rPr lang="ru-RU" sz="1200" dirty="0">
                  <a:solidFill>
                    <a:schemeClr val="bg2">
                      <a:lumMod val="25000"/>
                    </a:schemeClr>
                  </a:solidFill>
                  <a:latin typeface="DINPro-Light" panose="02000504040000020003" pitchFamily="50" charset="0"/>
                  <a:ea typeface="GPN_DIN Condensed Medium" panose="020B0606020202020204" pitchFamily="34" charset="-52"/>
                </a:rPr>
                <a:t>действий, направленных на снижение вероятности и (или) последствий наступления риска</a:t>
              </a:r>
            </a:p>
          </p:txBody>
        </p:sp>
        <p:sp>
          <p:nvSpPr>
            <p:cNvPr id="17" name="Скругленный прямоугольник 16"/>
            <p:cNvSpPr/>
            <p:nvPr/>
          </p:nvSpPr>
          <p:spPr bwMode="auto">
            <a:xfrm>
              <a:off x="979497" y="3131002"/>
              <a:ext cx="2009775" cy="742950"/>
            </a:xfrm>
            <a:prstGeom prst="round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Прямоугольник 17"/>
            <p:cNvSpPr/>
            <p:nvPr/>
          </p:nvSpPr>
          <p:spPr>
            <a:xfrm>
              <a:off x="979497" y="3178626"/>
              <a:ext cx="2009775" cy="646331"/>
            </a:xfrm>
            <a:prstGeom prst="rect">
              <a:avLst/>
            </a:prstGeom>
            <a:noFill/>
          </p:spPr>
          <p:txBody>
            <a:bodyPr wrap="square">
              <a:spAutoFit/>
            </a:bodyPr>
            <a:lstStyle/>
            <a:p>
              <a:pPr algn="ctr"/>
              <a:r>
                <a:rPr lang="ru-RU" dirty="0" smtClean="0">
                  <a:solidFill>
                    <a:schemeClr val="bg2">
                      <a:lumMod val="25000"/>
                    </a:schemeClr>
                  </a:solidFill>
                  <a:latin typeface="GPN_DIN Condensed Medium" panose="020B0606020202020204" pitchFamily="34" charset="-52"/>
                  <a:ea typeface="GPN_DIN Condensed Medium" panose="020B0606020202020204" pitchFamily="34" charset="-52"/>
                </a:rPr>
                <a:t>Снижение (сокращение) риска</a:t>
              </a:r>
              <a:endParaRPr lang="ru-RU" dirty="0">
                <a:solidFill>
                  <a:schemeClr val="bg2">
                    <a:lumMod val="25000"/>
                  </a:schemeClr>
                </a:solidFill>
                <a:latin typeface="GPN_DIN Condensed Medium" panose="020B0606020202020204" pitchFamily="34" charset="-52"/>
                <a:ea typeface="GPN_DIN Condensed Medium" panose="020B0606020202020204" pitchFamily="34" charset="-52"/>
              </a:endParaRPr>
            </a:p>
          </p:txBody>
        </p:sp>
      </p:grpSp>
      <p:cxnSp>
        <p:nvCxnSpPr>
          <p:cNvPr id="7" name="Соединительная линия уступом 6"/>
          <p:cNvCxnSpPr>
            <a:stCxn id="12" idx="2"/>
            <a:endCxn id="17" idx="0"/>
          </p:cNvCxnSpPr>
          <p:nvPr/>
        </p:nvCxnSpPr>
        <p:spPr>
          <a:xfrm rot="5400000">
            <a:off x="3515483" y="934"/>
            <a:ext cx="712740" cy="4710600"/>
          </a:xfrm>
          <a:prstGeom prst="bentConnector3">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Соединительная линия уступом 8"/>
          <p:cNvCxnSpPr>
            <a:stCxn id="12" idx="2"/>
            <a:endCxn id="30" idx="0"/>
          </p:cNvCxnSpPr>
          <p:nvPr/>
        </p:nvCxnSpPr>
        <p:spPr>
          <a:xfrm rot="16200000" flipH="1">
            <a:off x="8066917" y="160100"/>
            <a:ext cx="712740" cy="4392268"/>
          </a:xfrm>
          <a:prstGeom prst="bentConnector3">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Прямая со стрелкой 35"/>
          <p:cNvCxnSpPr>
            <a:endCxn id="20" idx="0"/>
          </p:cNvCxnSpPr>
          <p:nvPr/>
        </p:nvCxnSpPr>
        <p:spPr>
          <a:xfrm>
            <a:off x="4550842" y="2371054"/>
            <a:ext cx="0" cy="341550"/>
          </a:xfrm>
          <a:prstGeom prst="straightConnector1">
            <a:avLst/>
          </a:prstGeom>
          <a:ln>
            <a:solidFill>
              <a:schemeClr val="bg2">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39" name="Прямая со стрелкой 38"/>
          <p:cNvCxnSpPr/>
          <p:nvPr/>
        </p:nvCxnSpPr>
        <p:spPr>
          <a:xfrm>
            <a:off x="7585131" y="2365078"/>
            <a:ext cx="0" cy="36000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9" name="Рисунок 48"/>
          <p:cNvPicPr>
            <a:picLocks noChangeAspect="1"/>
          </p:cNvPicPr>
          <p:nvPr/>
        </p:nvPicPr>
        <p:blipFill>
          <a:blip r:embed="rId3"/>
          <a:srcRect b="7143"/>
          <a:stretch/>
        </p:blipFill>
        <p:spPr bwMode="auto">
          <a:xfrm>
            <a:off x="6918137" y="4865172"/>
            <a:ext cx="1415639" cy="1728000"/>
          </a:xfrm>
          <a:prstGeom prst="rect">
            <a:avLst/>
          </a:prstGeom>
        </p:spPr>
      </p:pic>
      <p:pic>
        <p:nvPicPr>
          <p:cNvPr id="50" name="Рисунок 49"/>
          <p:cNvPicPr>
            <a:picLocks noChangeAspect="1"/>
          </p:cNvPicPr>
          <p:nvPr/>
        </p:nvPicPr>
        <p:blipFill>
          <a:blip r:embed="rId4">
            <a:duotone>
              <a:schemeClr val="accent3">
                <a:shade val="45000"/>
                <a:satMod val="135000"/>
              </a:schemeClr>
              <a:prstClr val="white"/>
            </a:duotone>
          </a:blip>
          <a:srcRect l="11821" r="17442"/>
          <a:stretch/>
        </p:blipFill>
        <p:spPr bwMode="auto">
          <a:xfrm>
            <a:off x="678200" y="4865172"/>
            <a:ext cx="1698168" cy="1728000"/>
          </a:xfrm>
          <a:prstGeom prst="rect">
            <a:avLst/>
          </a:prstGeom>
        </p:spPr>
      </p:pic>
      <p:pic>
        <p:nvPicPr>
          <p:cNvPr id="51" name="Рисунок 50"/>
          <p:cNvPicPr>
            <a:picLocks noChangeAspect="1"/>
          </p:cNvPicPr>
          <p:nvPr/>
        </p:nvPicPr>
        <p:blipFill>
          <a:blip r:embed="rId5"/>
          <a:srcRect l="9060" t="7973" r="7786" b="8870"/>
          <a:stretch/>
        </p:blipFill>
        <p:spPr bwMode="auto">
          <a:xfrm>
            <a:off x="3709095" y="4865172"/>
            <a:ext cx="1728001" cy="1728000"/>
          </a:xfrm>
          <a:prstGeom prst="rect">
            <a:avLst/>
          </a:prstGeom>
          <a:ln w="19050">
            <a:noFill/>
          </a:ln>
        </p:spPr>
      </p:pic>
      <p:pic>
        <p:nvPicPr>
          <p:cNvPr id="60" name="Рисунок 59"/>
          <p:cNvPicPr>
            <a:picLocks noChangeAspect="1"/>
          </p:cNvPicPr>
          <p:nvPr/>
        </p:nvPicPr>
        <p:blipFill>
          <a:blip r:embed="rId6"/>
          <a:srcRect l="5131" t="13704" r="15837" b="12962"/>
          <a:stretch/>
        </p:blipFill>
        <p:spPr bwMode="auto">
          <a:xfrm>
            <a:off x="9777822" y="4865172"/>
            <a:ext cx="1724295" cy="1728000"/>
          </a:xfrm>
          <a:prstGeom prst="rect">
            <a:avLst/>
          </a:prstGeom>
        </p:spPr>
      </p:pic>
    </p:spTree>
    <p:extLst>
      <p:ext uri="{BB962C8B-B14F-4D97-AF65-F5344CB8AC3E}">
        <p14:creationId xmlns:p14="http://schemas.microsoft.com/office/powerpoint/2010/main" val="57239177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391187" y="1156871"/>
            <a:ext cx="6247737" cy="65288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r>
              <a:rPr lang="ru-RU" sz="1600" dirty="0" smtClean="0">
                <a:solidFill>
                  <a:schemeClr val="tx2"/>
                </a:solidFill>
                <a:latin typeface="GPN_DIN Condensed Medium" panose="020B0606020202020204" pitchFamily="34" charset="-52"/>
                <a:ea typeface="GPN_DIN Condensed Medium" panose="020B0606020202020204" pitchFamily="34" charset="-52"/>
              </a:rPr>
              <a:t>Выбрать стратегию управления риском</a:t>
            </a: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sp>
        <p:nvSpPr>
          <p:cNvPr id="11" name="Прямоугольник 29">
            <a:extLst>
              <a:ext uri="{FF2B5EF4-FFF2-40B4-BE49-F238E27FC236}">
                <a16:creationId xmlns:a16="http://schemas.microsoft.com/office/drawing/2014/main" id="{C3486913-A292-3BBC-8B74-66DCBC8DCF87}"/>
              </a:ext>
            </a:extLst>
          </p:cNvPr>
          <p:cNvSpPr/>
          <p:nvPr/>
        </p:nvSpPr>
        <p:spPr>
          <a:xfrm>
            <a:off x="391186" y="2156996"/>
            <a:ext cx="6247737" cy="1798316"/>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a:solidFill>
                  <a:schemeClr val="tx2"/>
                </a:solidFill>
                <a:latin typeface="DINPro-Light" panose="02000504040000020003" pitchFamily="50" charset="0"/>
                <a:ea typeface="GPN_DIN Condensed Medium" panose="020B0606020202020204" pitchFamily="34" charset="-52"/>
              </a:rPr>
              <a:t>Мне необходимо добраться из пункта А в пункт Б.</a:t>
            </a:r>
          </a:p>
          <a:p>
            <a:pPr algn="ctr">
              <a:spcBef>
                <a:spcPts val="600"/>
              </a:spcBef>
              <a:spcAft>
                <a:spcPts val="600"/>
              </a:spcAft>
            </a:pPr>
            <a:r>
              <a:rPr lang="ru-RU" sz="1600" dirty="0">
                <a:solidFill>
                  <a:schemeClr val="tx2"/>
                </a:solidFill>
                <a:latin typeface="DINPro-Light" panose="02000504040000020003" pitchFamily="50" charset="0"/>
                <a:ea typeface="GPN_DIN Condensed Medium" panose="020B0606020202020204" pitchFamily="34" charset="-52"/>
              </a:rPr>
              <a:t>У меня есть автомобиль и права, которые я вчера получила и вера в успех. Но согласитесь, риск есть.</a:t>
            </a:r>
          </a:p>
          <a:p>
            <a:pPr algn="ctr">
              <a:spcBef>
                <a:spcPts val="600"/>
              </a:spcBef>
              <a:spcAft>
                <a:spcPts val="600"/>
              </a:spcAft>
            </a:pPr>
            <a:r>
              <a:rPr lang="ru-RU" sz="1600" dirty="0">
                <a:solidFill>
                  <a:schemeClr val="tx2"/>
                </a:solidFill>
                <a:latin typeface="DINPro-Light" panose="02000504040000020003" pitchFamily="50" charset="0"/>
                <a:ea typeface="GPN_DIN Condensed Medium" panose="020B0606020202020204" pitchFamily="34" charset="-52"/>
              </a:rPr>
              <a:t>Что я могу сделать?</a:t>
            </a:r>
          </a:p>
        </p:txBody>
      </p:sp>
      <p:sp>
        <p:nvSpPr>
          <p:cNvPr id="9" name="Прямоугольник 29">
            <a:extLst>
              <a:ext uri="{FF2B5EF4-FFF2-40B4-BE49-F238E27FC236}">
                <a16:creationId xmlns:a16="http://schemas.microsoft.com/office/drawing/2014/main" id="{C3486913-A292-3BBC-8B74-66DCBC8DCF87}"/>
              </a:ext>
            </a:extLst>
          </p:cNvPr>
          <p:cNvSpPr/>
          <p:nvPr/>
        </p:nvSpPr>
        <p:spPr bwMode="auto">
          <a:xfrm>
            <a:off x="7823345" y="1172079"/>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СНИЖЕНИЕ</a:t>
            </a:r>
          </a:p>
        </p:txBody>
      </p:sp>
      <p:sp>
        <p:nvSpPr>
          <p:cNvPr id="14" name="Прямоугольник 29">
            <a:extLst>
              <a:ext uri="{FF2B5EF4-FFF2-40B4-BE49-F238E27FC236}">
                <a16:creationId xmlns:a16="http://schemas.microsoft.com/office/drawing/2014/main" id="{C3486913-A292-3BBC-8B74-66DCBC8DCF87}"/>
              </a:ext>
            </a:extLst>
          </p:cNvPr>
          <p:cNvSpPr/>
          <p:nvPr/>
        </p:nvSpPr>
        <p:spPr bwMode="auto">
          <a:xfrm>
            <a:off x="7823345" y="2162679"/>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ПЕРЕДАЧА</a:t>
            </a:r>
          </a:p>
        </p:txBody>
      </p:sp>
      <p:sp>
        <p:nvSpPr>
          <p:cNvPr id="18" name="Прямоугольник 29">
            <a:extLst>
              <a:ext uri="{FF2B5EF4-FFF2-40B4-BE49-F238E27FC236}">
                <a16:creationId xmlns:a16="http://schemas.microsoft.com/office/drawing/2014/main" id="{C3486913-A292-3BBC-8B74-66DCBC8DCF87}"/>
              </a:ext>
            </a:extLst>
          </p:cNvPr>
          <p:cNvSpPr/>
          <p:nvPr/>
        </p:nvSpPr>
        <p:spPr bwMode="auto">
          <a:xfrm>
            <a:off x="7823345" y="3143754"/>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ПРИНЯТИЕ</a:t>
            </a:r>
          </a:p>
        </p:txBody>
      </p:sp>
      <p:sp>
        <p:nvSpPr>
          <p:cNvPr id="15" name="Прямоугольник 29">
            <a:extLst>
              <a:ext uri="{FF2B5EF4-FFF2-40B4-BE49-F238E27FC236}">
                <a16:creationId xmlns:a16="http://schemas.microsoft.com/office/drawing/2014/main" id="{C3486913-A292-3BBC-8B74-66DCBC8DCF87}"/>
              </a:ext>
            </a:extLst>
          </p:cNvPr>
          <p:cNvSpPr/>
          <p:nvPr/>
        </p:nvSpPr>
        <p:spPr bwMode="auto">
          <a:xfrm>
            <a:off x="7823345" y="4111317"/>
            <a:ext cx="2376000" cy="82433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600" dirty="0" smtClean="0">
                <a:solidFill>
                  <a:schemeClr val="tx2"/>
                </a:solidFill>
                <a:latin typeface="DINPro-Light" panose="02000504040000020003" pitchFamily="50" charset="0"/>
                <a:ea typeface="GPN_DIN Condensed Medium" panose="020B0606020202020204" pitchFamily="34" charset="-52"/>
              </a:rPr>
              <a:t>УКЛОНЕНИЕ</a:t>
            </a:r>
          </a:p>
        </p:txBody>
      </p:sp>
      <p:sp>
        <p:nvSpPr>
          <p:cNvPr id="64" name="Кнопка интерактив">
            <a:hlinkClick r:id="rId5"/>
          </p:cNvPr>
          <p:cNvSpPr/>
          <p:nvPr/>
        </p:nvSpPr>
        <p:spPr>
          <a:xfrm>
            <a:off x="9642000" y="6098000"/>
            <a:ext cx="2300000" cy="560000"/>
          </a:xfrm>
          <a:prstGeom prst="roundRect">
            <a:avLst/>
          </a:prstGeom>
          <a:solidFill>
            <a:srgbClr val="E659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  ИНТЕРАКТИВ</a:t>
            </a:r>
          </a:p>
        </p:txBody>
      </p:sp>
    </p:spTree>
    <p:extLst>
      <p:ext uri="{BB962C8B-B14F-4D97-AF65-F5344CB8AC3E}">
        <p14:creationId xmlns:p14="http://schemas.microsoft.com/office/powerpoint/2010/main" val="395741785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10. РИСКИ: ГОСТ Р 45001</a:t>
            </a:r>
            <a:endParaRPr lang="ru-RU" sz="2000" dirty="0">
              <a:latin typeface="DINPro-Bold" panose="02000503030000020004" pitchFamily="50" charset="0"/>
            </a:endParaRPr>
          </a:p>
        </p:txBody>
      </p:sp>
      <p:sp>
        <p:nvSpPr>
          <p:cNvPr id="34" name="Скругленный прямоугольник 33"/>
          <p:cNvSpPr/>
          <p:nvPr/>
        </p:nvSpPr>
        <p:spPr bwMode="auto">
          <a:xfrm>
            <a:off x="6144163" y="1358027"/>
            <a:ext cx="4053881" cy="832753"/>
          </a:xfrm>
          <a:prstGeom prst="roundRect">
            <a:avLst/>
          </a:prstGeom>
          <a:solidFill>
            <a:srgbClr val="FFFFFF"/>
          </a:solidFill>
          <a:ln w="28575">
            <a:solidFill>
              <a:srgbClr val="23D1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2">
                    <a:lumMod val="25000"/>
                  </a:schemeClr>
                </a:solidFill>
              </a:rPr>
              <a:t>2 категории рисков и возможностей</a:t>
            </a:r>
            <a:endParaRPr lang="ru-RU" dirty="0">
              <a:solidFill>
                <a:schemeClr val="bg2">
                  <a:lumMod val="25000"/>
                </a:schemeClr>
              </a:solidFill>
            </a:endParaRPr>
          </a:p>
        </p:txBody>
      </p:sp>
      <p:grpSp>
        <p:nvGrpSpPr>
          <p:cNvPr id="35" name="Группа 34"/>
          <p:cNvGrpSpPr/>
          <p:nvPr/>
        </p:nvGrpSpPr>
        <p:grpSpPr>
          <a:xfrm>
            <a:off x="8815284" y="2903520"/>
            <a:ext cx="2009775" cy="2003706"/>
            <a:chOff x="7721938" y="3131002"/>
            <a:chExt cx="2009775" cy="2003706"/>
          </a:xfrm>
        </p:grpSpPr>
        <p:sp>
          <p:nvSpPr>
            <p:cNvPr id="37" name="Скругленный прямоугольник 36"/>
            <p:cNvSpPr/>
            <p:nvPr/>
          </p:nvSpPr>
          <p:spPr bwMode="auto">
            <a:xfrm>
              <a:off x="7721938" y="3531051"/>
              <a:ext cx="2009775" cy="1603657"/>
            </a:xfrm>
            <a:prstGeom prst="roundRect">
              <a:avLst/>
            </a:prstGeom>
            <a:noFill/>
            <a:ln w="19050">
              <a:solidFill>
                <a:schemeClr val="bg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Скругленный прямоугольник 37"/>
            <p:cNvSpPr/>
            <p:nvPr/>
          </p:nvSpPr>
          <p:spPr bwMode="auto">
            <a:xfrm>
              <a:off x="7721938" y="3131002"/>
              <a:ext cx="2009775" cy="742950"/>
            </a:xfrm>
            <a:prstGeom prst="round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Прямоугольник 39"/>
            <p:cNvSpPr/>
            <p:nvPr/>
          </p:nvSpPr>
          <p:spPr>
            <a:xfrm>
              <a:off x="7721938" y="3178626"/>
              <a:ext cx="2009775" cy="646331"/>
            </a:xfrm>
            <a:prstGeom prst="rect">
              <a:avLst/>
            </a:prstGeom>
          </p:spPr>
          <p:txBody>
            <a:bodyPr wrap="square">
              <a:spAutoFit/>
            </a:bodyPr>
            <a:lstStyle/>
            <a:p>
              <a:pPr algn="ctr"/>
              <a:r>
                <a:rPr lang="ru-RU" dirty="0" smtClean="0">
                  <a:solidFill>
                    <a:schemeClr val="bg2">
                      <a:lumMod val="25000"/>
                    </a:schemeClr>
                  </a:solidFill>
                  <a:latin typeface="GPN_DIN Condensed Medium" panose="020B0606020202020204" pitchFamily="34" charset="-52"/>
                  <a:ea typeface="GPN_DIN Condensed Medium" panose="020B0606020202020204" pitchFamily="34" charset="-52"/>
                </a:rPr>
                <a:t>Другие риски и возможности</a:t>
              </a:r>
              <a:endParaRPr lang="ru-RU" dirty="0">
                <a:solidFill>
                  <a:schemeClr val="bg2">
                    <a:lumMod val="25000"/>
                  </a:schemeClr>
                </a:solidFill>
                <a:latin typeface="GPN_DIN Condensed Medium" panose="020B0606020202020204" pitchFamily="34" charset="-52"/>
                <a:ea typeface="GPN_DIN Condensed Medium" panose="020B0606020202020204" pitchFamily="34" charset="-52"/>
              </a:endParaRPr>
            </a:p>
          </p:txBody>
        </p:sp>
        <p:sp>
          <p:nvSpPr>
            <p:cNvPr id="41" name="Прямоугольник 40"/>
            <p:cNvSpPr/>
            <p:nvPr/>
          </p:nvSpPr>
          <p:spPr>
            <a:xfrm>
              <a:off x="7721939" y="3991500"/>
              <a:ext cx="2009774" cy="461665"/>
            </a:xfrm>
            <a:prstGeom prst="rect">
              <a:avLst/>
            </a:prstGeom>
          </p:spPr>
          <p:txBody>
            <a:bodyPr wrap="square">
              <a:spAutoFit/>
            </a:bodyPr>
            <a:lstStyle/>
            <a:p>
              <a:pPr algn="ctr"/>
              <a:r>
                <a:rPr lang="ru-RU" sz="1200" dirty="0">
                  <a:solidFill>
                    <a:schemeClr val="bg2">
                      <a:lumMod val="25000"/>
                    </a:schemeClr>
                  </a:solidFill>
                  <a:latin typeface="DINPro-Light" panose="02000504040000020003" pitchFamily="50" charset="0"/>
                  <a:ea typeface="GPN_DIN Condensed Medium" panose="020B0606020202020204" pitchFamily="34" charset="-52"/>
                </a:rPr>
                <a:t>общесистемные риски и возможности</a:t>
              </a:r>
            </a:p>
          </p:txBody>
        </p:sp>
      </p:grpSp>
      <p:grpSp>
        <p:nvGrpSpPr>
          <p:cNvPr id="42" name="Группа 41"/>
          <p:cNvGrpSpPr/>
          <p:nvPr/>
        </p:nvGrpSpPr>
        <p:grpSpPr>
          <a:xfrm>
            <a:off x="5359590" y="2903520"/>
            <a:ext cx="2009775" cy="2003706"/>
            <a:chOff x="979497" y="3131002"/>
            <a:chExt cx="2009775" cy="2003706"/>
          </a:xfrm>
        </p:grpSpPr>
        <p:sp>
          <p:nvSpPr>
            <p:cNvPr id="43" name="Скругленный прямоугольник 42"/>
            <p:cNvSpPr/>
            <p:nvPr/>
          </p:nvSpPr>
          <p:spPr bwMode="auto">
            <a:xfrm>
              <a:off x="979497" y="3531051"/>
              <a:ext cx="2009775" cy="1603657"/>
            </a:xfrm>
            <a:prstGeom prst="roundRect">
              <a:avLst/>
            </a:prstGeom>
            <a:noFill/>
            <a:ln w="19050">
              <a:solidFill>
                <a:schemeClr val="bg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Прямоугольник 43"/>
            <p:cNvSpPr/>
            <p:nvPr/>
          </p:nvSpPr>
          <p:spPr>
            <a:xfrm>
              <a:off x="979498" y="3991500"/>
              <a:ext cx="2009774" cy="830997"/>
            </a:xfrm>
            <a:prstGeom prst="rect">
              <a:avLst/>
            </a:prstGeom>
          </p:spPr>
          <p:txBody>
            <a:bodyPr wrap="square">
              <a:spAutoFit/>
            </a:bodyPr>
            <a:lstStyle/>
            <a:p>
              <a:pPr algn="ctr"/>
              <a:r>
                <a:rPr lang="ru-RU" sz="1200" dirty="0" smtClean="0">
                  <a:solidFill>
                    <a:schemeClr val="bg2">
                      <a:lumMod val="25000"/>
                    </a:schemeClr>
                  </a:solidFill>
                  <a:latin typeface="DINPro-Light" panose="02000504040000020003" pitchFamily="50" charset="0"/>
                  <a:ea typeface="GPN_DIN Condensed Medium" panose="020B0606020202020204" pitchFamily="34" charset="-52"/>
                </a:rPr>
                <a:t>связаны </a:t>
              </a:r>
              <a:r>
                <a:rPr lang="ru-RU" sz="1200" dirty="0">
                  <a:solidFill>
                    <a:schemeClr val="bg2">
                      <a:lumMod val="25000"/>
                    </a:schemeClr>
                  </a:solidFill>
                  <a:latin typeface="DINPro-Light" panose="02000504040000020003" pitchFamily="50" charset="0"/>
                  <a:ea typeface="GPN_DIN Condensed Medium" panose="020B0606020202020204" pitchFamily="34" charset="-52"/>
                </a:rPr>
                <a:t>с непосредственными опасностями для работников</a:t>
              </a:r>
            </a:p>
          </p:txBody>
        </p:sp>
        <p:sp>
          <p:nvSpPr>
            <p:cNvPr id="45" name="Скругленный прямоугольник 44"/>
            <p:cNvSpPr/>
            <p:nvPr/>
          </p:nvSpPr>
          <p:spPr bwMode="auto">
            <a:xfrm>
              <a:off x="979497" y="3131002"/>
              <a:ext cx="2009775" cy="742950"/>
            </a:xfrm>
            <a:prstGeom prst="round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Прямоугольник 45"/>
            <p:cNvSpPr/>
            <p:nvPr/>
          </p:nvSpPr>
          <p:spPr>
            <a:xfrm>
              <a:off x="979497" y="3178626"/>
              <a:ext cx="2009775" cy="646331"/>
            </a:xfrm>
            <a:prstGeom prst="rect">
              <a:avLst/>
            </a:prstGeom>
            <a:noFill/>
          </p:spPr>
          <p:txBody>
            <a:bodyPr wrap="square">
              <a:spAutoFit/>
            </a:bodyPr>
            <a:lstStyle/>
            <a:p>
              <a:pPr algn="ctr"/>
              <a:r>
                <a:rPr lang="ru-RU" dirty="0" smtClean="0">
                  <a:solidFill>
                    <a:schemeClr val="bg2">
                      <a:lumMod val="25000"/>
                    </a:schemeClr>
                  </a:solidFill>
                  <a:latin typeface="GPN_DIN Condensed Medium" panose="020B0606020202020204" pitchFamily="34" charset="-52"/>
                  <a:ea typeface="GPN_DIN Condensed Medium" panose="020B0606020202020204" pitchFamily="34" charset="-52"/>
                </a:rPr>
                <a:t>Риски и возможности в области ПБОЗ</a:t>
              </a:r>
              <a:endParaRPr lang="ru-RU" dirty="0">
                <a:solidFill>
                  <a:schemeClr val="bg2">
                    <a:lumMod val="25000"/>
                  </a:schemeClr>
                </a:solidFill>
                <a:latin typeface="GPN_DIN Condensed Medium" panose="020B0606020202020204" pitchFamily="34" charset="-52"/>
                <a:ea typeface="GPN_DIN Condensed Medium" panose="020B0606020202020204" pitchFamily="34" charset="-52"/>
              </a:endParaRPr>
            </a:p>
          </p:txBody>
        </p:sp>
      </p:grpSp>
      <p:cxnSp>
        <p:nvCxnSpPr>
          <p:cNvPr id="47" name="Соединительная линия уступом 46"/>
          <p:cNvCxnSpPr>
            <a:stCxn id="34" idx="2"/>
            <a:endCxn id="45" idx="0"/>
          </p:cNvCxnSpPr>
          <p:nvPr/>
        </p:nvCxnSpPr>
        <p:spPr bwMode="auto">
          <a:xfrm rot="5400000">
            <a:off x="6911421" y="1643837"/>
            <a:ext cx="712740" cy="1806626"/>
          </a:xfrm>
          <a:prstGeom prst="bentConnector3">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Соединительная линия уступом 47"/>
          <p:cNvCxnSpPr>
            <a:stCxn id="34" idx="2"/>
            <a:endCxn id="38" idx="0"/>
          </p:cNvCxnSpPr>
          <p:nvPr/>
        </p:nvCxnSpPr>
        <p:spPr bwMode="auto">
          <a:xfrm rot="16200000" flipH="1">
            <a:off x="8639268" y="1722616"/>
            <a:ext cx="712740" cy="1649068"/>
          </a:xfrm>
          <a:prstGeom prst="bentConnector3">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52" name="Группа 51"/>
          <p:cNvGrpSpPr/>
          <p:nvPr/>
        </p:nvGrpSpPr>
        <p:grpSpPr>
          <a:xfrm>
            <a:off x="469740" y="1377896"/>
            <a:ext cx="3744000" cy="4057326"/>
            <a:chOff x="423307" y="1382151"/>
            <a:chExt cx="3744000" cy="4057326"/>
          </a:xfrm>
        </p:grpSpPr>
        <p:sp>
          <p:nvSpPr>
            <p:cNvPr id="53" name="Прямоугольник 27">
              <a:extLst>
                <a:ext uri="{FF2B5EF4-FFF2-40B4-BE49-F238E27FC236}">
                  <a16:creationId xmlns:a16="http://schemas.microsoft.com/office/drawing/2014/main" id="{0F67F8FC-846B-7DC9-7278-B25D2ABC8AED}"/>
                </a:ext>
              </a:extLst>
            </p:cNvPr>
            <p:cNvSpPr/>
            <p:nvPr/>
          </p:nvSpPr>
          <p:spPr>
            <a:xfrm>
              <a:off x="423307" y="1382151"/>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54" name="Прямоугольник 29">
              <a:extLst>
                <a:ext uri="{FF2B5EF4-FFF2-40B4-BE49-F238E27FC236}">
                  <a16:creationId xmlns:a16="http://schemas.microsoft.com/office/drawing/2014/main" id="{C3486913-A292-3BBC-8B74-66DCBC8DCF87}"/>
                </a:ext>
              </a:extLst>
            </p:cNvPr>
            <p:cNvSpPr/>
            <p:nvPr/>
          </p:nvSpPr>
          <p:spPr>
            <a:xfrm>
              <a:off x="423307"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Опасность</a:t>
              </a:r>
              <a:r>
                <a:rPr lang="ru-RU" sz="1200" dirty="0" smtClean="0">
                  <a:solidFill>
                    <a:schemeClr val="tx2"/>
                  </a:solidFill>
                  <a:latin typeface="DINPro-Light" panose="02000504040000020003" pitchFamily="50" charset="0"/>
                  <a:ea typeface="GPN_DIN Regular" panose="020B0504020202020204" pitchFamily="34" charset="-52"/>
                </a:rPr>
                <a:t> </a:t>
              </a:r>
              <a:r>
                <a:rPr lang="ru-RU" sz="1200" dirty="0">
                  <a:solidFill>
                    <a:schemeClr val="tx2"/>
                  </a:solidFill>
                  <a:latin typeface="DINPro-Light" panose="02000504040000020003" pitchFamily="50" charset="0"/>
                  <a:ea typeface="GPN_DIN Regular" panose="020B0504020202020204" pitchFamily="34" charset="-52"/>
                </a:rPr>
                <a:t>– первопричина, которая потенциально может привести к травме или причинить вред </a:t>
              </a:r>
              <a:r>
                <a:rPr lang="ru-RU" sz="1200" dirty="0" smtClean="0">
                  <a:solidFill>
                    <a:schemeClr val="tx2"/>
                  </a:solidFill>
                  <a:latin typeface="DINPro-Light" panose="02000504040000020003" pitchFamily="50" charset="0"/>
                  <a:ea typeface="GPN_DIN Regular" panose="020B0504020202020204" pitchFamily="34" charset="-52"/>
                </a:rPr>
                <a:t>здоровью</a:t>
              </a:r>
            </a:p>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Травма </a:t>
              </a:r>
              <a:r>
                <a:rPr lang="ru-RU" sz="1200" dirty="0">
                  <a:solidFill>
                    <a:schemeClr val="tx2"/>
                  </a:solidFill>
                  <a:latin typeface="DINPro-Bold" panose="02000503030000020004" pitchFamily="50" charset="0"/>
                  <a:ea typeface="GPN_DIN Regular" panose="020B0504020202020204" pitchFamily="34" charset="-52"/>
                </a:rPr>
                <a:t>или вред </a:t>
              </a:r>
              <a:r>
                <a:rPr lang="ru-RU" sz="1200" dirty="0" smtClean="0">
                  <a:solidFill>
                    <a:schemeClr val="tx2"/>
                  </a:solidFill>
                  <a:latin typeface="DINPro-Bold" panose="02000503030000020004" pitchFamily="50" charset="0"/>
                  <a:ea typeface="GPN_DIN Regular" panose="020B0504020202020204" pitchFamily="34" charset="-52"/>
                </a:rPr>
                <a:t>здоровью</a:t>
              </a:r>
              <a:r>
                <a:rPr lang="ru-RU" sz="1200" b="1" dirty="0" smtClean="0">
                  <a:solidFill>
                    <a:schemeClr val="tx2"/>
                  </a:solidFill>
                  <a:latin typeface="DINPro-Light" panose="02000504040000020003" pitchFamily="50" charset="0"/>
                  <a:ea typeface="GPN_DIN Regular" panose="020B0504020202020204" pitchFamily="34" charset="-52"/>
                </a:rPr>
                <a:t> - </a:t>
              </a:r>
              <a:r>
                <a:rPr lang="ru-RU" sz="1200" dirty="0">
                  <a:solidFill>
                    <a:schemeClr val="tx2"/>
                  </a:solidFill>
                  <a:latin typeface="DINPro-Light" panose="02000504040000020003" pitchFamily="50" charset="0"/>
                  <a:ea typeface="GPN_DIN Regular" panose="020B0504020202020204" pitchFamily="34" charset="-52"/>
                </a:rPr>
                <a:t>неблагоприятное воздействие на физическое или психическое состояния человека</a:t>
              </a:r>
            </a:p>
            <a:p>
              <a:pPr>
                <a:spcBef>
                  <a:spcPts val="600"/>
                </a:spcBef>
                <a:spcAft>
                  <a:spcPts val="600"/>
                </a:spcAft>
              </a:pPr>
              <a:endParaRPr lang="ru-RU" sz="1200" dirty="0">
                <a:solidFill>
                  <a:schemeClr val="tx2"/>
                </a:solidFill>
                <a:latin typeface="DINPro-Light" panose="02000504040000020003" pitchFamily="50" charset="0"/>
                <a:ea typeface="GPN_DIN Regular" panose="020B0504020202020204" pitchFamily="34" charset="-52"/>
              </a:endParaRPr>
            </a:p>
          </p:txBody>
        </p:sp>
        <p:pic>
          <p:nvPicPr>
            <p:cNvPr id="55" name="Рисунок 54"/>
            <p:cNvPicPr>
              <a:picLocks noChangeAspect="1"/>
            </p:cNvPicPr>
            <p:nvPr/>
          </p:nvPicPr>
          <p:blipFill rotWithShape="1">
            <a:blip r:embed="rId3"/>
            <a:srcRect l="9020" r="9257"/>
            <a:stretch/>
          </p:blipFill>
          <p:spPr>
            <a:xfrm>
              <a:off x="492323" y="1433907"/>
              <a:ext cx="441293" cy="540000"/>
            </a:xfrm>
            <a:prstGeom prst="rect">
              <a:avLst/>
            </a:prstGeom>
          </p:spPr>
        </p:pic>
      </p:grpSp>
    </p:spTree>
    <p:extLst>
      <p:ext uri="{BB962C8B-B14F-4D97-AF65-F5344CB8AC3E}">
        <p14:creationId xmlns:p14="http://schemas.microsoft.com/office/powerpoint/2010/main" val="414412552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11. ЭКОЛОГИЧЕСКИЕ АСПЕКТЫ: ГОСТ Р 14001</a:t>
            </a:r>
            <a:endParaRPr lang="ru-RU" sz="2000" dirty="0">
              <a:latin typeface="DINPro-Bold" panose="02000503030000020004" pitchFamily="50" charset="0"/>
            </a:endParaRPr>
          </a:p>
        </p:txBody>
      </p:sp>
      <p:sp>
        <p:nvSpPr>
          <p:cNvPr id="34" name="Скругленный прямоугольник 33"/>
          <p:cNvSpPr/>
          <p:nvPr/>
        </p:nvSpPr>
        <p:spPr bwMode="auto">
          <a:xfrm>
            <a:off x="6144163" y="1358027"/>
            <a:ext cx="4053881" cy="832753"/>
          </a:xfrm>
          <a:prstGeom prst="roundRect">
            <a:avLst/>
          </a:prstGeom>
          <a:solidFill>
            <a:srgbClr val="FFFFFF"/>
          </a:solidFill>
          <a:ln w="28575">
            <a:solidFill>
              <a:srgbClr val="23D1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2">
                    <a:lumMod val="25000"/>
                  </a:schemeClr>
                </a:solidFill>
              </a:rPr>
              <a:t>Основные виды воздействий на окружающую среду</a:t>
            </a:r>
            <a:endParaRPr lang="ru-RU" dirty="0">
              <a:solidFill>
                <a:schemeClr val="bg2">
                  <a:lumMod val="25000"/>
                </a:schemeClr>
              </a:solidFill>
            </a:endParaRPr>
          </a:p>
        </p:txBody>
      </p:sp>
      <p:grpSp>
        <p:nvGrpSpPr>
          <p:cNvPr id="2" name="Группа 1"/>
          <p:cNvGrpSpPr/>
          <p:nvPr/>
        </p:nvGrpSpPr>
        <p:grpSpPr>
          <a:xfrm>
            <a:off x="6813196" y="2453249"/>
            <a:ext cx="3384848" cy="540000"/>
            <a:chOff x="6813196" y="2578374"/>
            <a:chExt cx="3384848" cy="540000"/>
          </a:xfrm>
        </p:grpSpPr>
        <p:sp>
          <p:nvSpPr>
            <p:cNvPr id="45" name="Скругленный прямоугольник 44"/>
            <p:cNvSpPr/>
            <p:nvPr/>
          </p:nvSpPr>
          <p:spPr bwMode="auto">
            <a:xfrm>
              <a:off x="6813196" y="2578374"/>
              <a:ext cx="3384848" cy="540000"/>
            </a:xfrm>
            <a:prstGeom prst="round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a:p>
          </p:txBody>
        </p:sp>
        <p:sp>
          <p:nvSpPr>
            <p:cNvPr id="46" name="Прямоугольник 45"/>
            <p:cNvSpPr/>
            <p:nvPr/>
          </p:nvSpPr>
          <p:spPr>
            <a:xfrm>
              <a:off x="7012082" y="2694486"/>
              <a:ext cx="3185962" cy="307777"/>
            </a:xfrm>
            <a:prstGeom prst="rect">
              <a:avLst/>
            </a:prstGeom>
            <a:noFill/>
          </p:spPr>
          <p:txBody>
            <a:bodyPr wrap="square">
              <a:spAutoFit/>
            </a:bodyPr>
            <a:lstStyle/>
            <a:p>
              <a:r>
                <a:rPr lang="ru-RU" sz="1400" dirty="0" smtClean="0">
                  <a:solidFill>
                    <a:schemeClr val="bg2">
                      <a:lumMod val="25000"/>
                    </a:schemeClr>
                  </a:solidFill>
                  <a:ea typeface="GPN_DIN Condensed Medium" panose="020B0606020202020204" pitchFamily="34" charset="-52"/>
                </a:rPr>
                <a:t>Выбросы в атмосферу</a:t>
              </a:r>
              <a:endParaRPr lang="ru-RU" sz="1400" dirty="0">
                <a:solidFill>
                  <a:schemeClr val="bg2">
                    <a:lumMod val="25000"/>
                  </a:schemeClr>
                </a:solidFill>
                <a:ea typeface="GPN_DIN Condensed Medium" panose="020B0606020202020204" pitchFamily="34" charset="-52"/>
              </a:endParaRPr>
            </a:p>
          </p:txBody>
        </p:sp>
      </p:grpSp>
      <p:grpSp>
        <p:nvGrpSpPr>
          <p:cNvPr id="52" name="Группа 51"/>
          <p:cNvGrpSpPr/>
          <p:nvPr/>
        </p:nvGrpSpPr>
        <p:grpSpPr>
          <a:xfrm>
            <a:off x="469740" y="1377896"/>
            <a:ext cx="3744000" cy="4057326"/>
            <a:chOff x="423307" y="1382151"/>
            <a:chExt cx="3744000" cy="4057326"/>
          </a:xfrm>
        </p:grpSpPr>
        <p:sp>
          <p:nvSpPr>
            <p:cNvPr id="53" name="Прямоугольник 27">
              <a:extLst>
                <a:ext uri="{FF2B5EF4-FFF2-40B4-BE49-F238E27FC236}">
                  <a16:creationId xmlns:a16="http://schemas.microsoft.com/office/drawing/2014/main" id="{0F67F8FC-846B-7DC9-7278-B25D2ABC8AED}"/>
                </a:ext>
              </a:extLst>
            </p:cNvPr>
            <p:cNvSpPr/>
            <p:nvPr/>
          </p:nvSpPr>
          <p:spPr>
            <a:xfrm>
              <a:off x="423307" y="1382151"/>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54" name="Прямоугольник 29">
              <a:extLst>
                <a:ext uri="{FF2B5EF4-FFF2-40B4-BE49-F238E27FC236}">
                  <a16:creationId xmlns:a16="http://schemas.microsoft.com/office/drawing/2014/main" id="{C3486913-A292-3BBC-8B74-66DCBC8DCF87}"/>
                </a:ext>
              </a:extLst>
            </p:cNvPr>
            <p:cNvSpPr/>
            <p:nvPr/>
          </p:nvSpPr>
          <p:spPr>
            <a:xfrm>
              <a:off x="423307"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Экологический аспект</a:t>
              </a:r>
              <a:r>
                <a:rPr lang="ru-RU" sz="1200" dirty="0" smtClean="0">
                  <a:solidFill>
                    <a:schemeClr val="tx2"/>
                  </a:solidFill>
                  <a:latin typeface="DINPro-Light" panose="02000504040000020003" pitchFamily="50" charset="0"/>
                  <a:ea typeface="GPN_DIN Regular" panose="020B0504020202020204" pitchFamily="34" charset="-52"/>
                </a:rPr>
                <a:t> </a:t>
              </a:r>
              <a:r>
                <a:rPr lang="ru-RU" sz="1200" dirty="0">
                  <a:solidFill>
                    <a:schemeClr val="tx2"/>
                  </a:solidFill>
                  <a:latin typeface="DINPro-Light" panose="02000504040000020003" pitchFamily="50" charset="0"/>
                  <a:ea typeface="GPN_DIN Regular" panose="020B0504020202020204" pitchFamily="34" charset="-52"/>
                </a:rPr>
                <a:t>– элемент деятельности </a:t>
              </a:r>
              <a:r>
                <a:rPr lang="ru-RU" sz="1200" dirty="0" smtClean="0">
                  <a:solidFill>
                    <a:schemeClr val="tx2"/>
                  </a:solidFill>
                  <a:latin typeface="DINPro-Light" panose="02000504040000020003" pitchFamily="50" charset="0"/>
                  <a:ea typeface="GPN_DIN Regular" panose="020B0504020202020204" pitchFamily="34" charset="-52"/>
                </a:rPr>
                <a:t>организации</a:t>
              </a:r>
              <a:r>
                <a:rPr lang="ru-RU" sz="1200" dirty="0">
                  <a:solidFill>
                    <a:schemeClr val="tx2"/>
                  </a:solidFill>
                  <a:latin typeface="DINPro-Light" panose="02000504040000020003" pitchFamily="50" charset="0"/>
                  <a:ea typeface="GPN_DIN Regular" panose="020B0504020202020204" pitchFamily="34" charset="-52"/>
                </a:rPr>
                <a:t>, который взаимодействует или может взаимодействовать с окружающей </a:t>
              </a:r>
              <a:r>
                <a:rPr lang="ru-RU" sz="1200" dirty="0" smtClean="0">
                  <a:solidFill>
                    <a:schemeClr val="tx2"/>
                  </a:solidFill>
                  <a:latin typeface="DINPro-Light" panose="02000504040000020003" pitchFamily="50" charset="0"/>
                  <a:ea typeface="GPN_DIN Regular" panose="020B0504020202020204" pitchFamily="34" charset="-52"/>
                </a:rPr>
                <a:t>средой</a:t>
              </a:r>
            </a:p>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Экологическое воздействие </a:t>
              </a:r>
              <a:r>
                <a:rPr lang="ru-RU" sz="1200" b="1" dirty="0" smtClean="0">
                  <a:solidFill>
                    <a:schemeClr val="tx2"/>
                  </a:solidFill>
                  <a:latin typeface="DINPro-Light" panose="02000504040000020003" pitchFamily="50" charset="0"/>
                  <a:ea typeface="GPN_DIN Regular" panose="020B0504020202020204" pitchFamily="34" charset="-52"/>
                </a:rPr>
                <a:t>- </a:t>
              </a:r>
              <a:r>
                <a:rPr lang="ru-RU" sz="1200" dirty="0">
                  <a:solidFill>
                    <a:schemeClr val="tx2"/>
                  </a:solidFill>
                  <a:latin typeface="DINPro-Light" panose="02000504040000020003" pitchFamily="50" charset="0"/>
                  <a:ea typeface="GPN_DIN Regular" panose="020B0504020202020204" pitchFamily="34" charset="-52"/>
                </a:rPr>
                <a:t>изменение окружающей среды, негативное или благоприятное, полностью или частично являющееся следствием действия экологических аспектов </a:t>
              </a:r>
              <a:r>
                <a:rPr lang="ru-RU" sz="1200" dirty="0" smtClean="0">
                  <a:solidFill>
                    <a:schemeClr val="tx2"/>
                  </a:solidFill>
                  <a:latin typeface="DINPro-Light" panose="02000504040000020003" pitchFamily="50" charset="0"/>
                  <a:ea typeface="GPN_DIN Regular" panose="020B0504020202020204" pitchFamily="34" charset="-52"/>
                </a:rPr>
                <a:t>организации</a:t>
              </a:r>
              <a:endParaRPr lang="ru-RU" sz="1200" dirty="0">
                <a:solidFill>
                  <a:schemeClr val="tx2"/>
                </a:solidFill>
                <a:latin typeface="DINPro-Light" panose="02000504040000020003" pitchFamily="50" charset="0"/>
                <a:ea typeface="GPN_DIN Regular" panose="020B0504020202020204" pitchFamily="34" charset="-52"/>
              </a:endParaRPr>
            </a:p>
            <a:p>
              <a:pPr>
                <a:spcBef>
                  <a:spcPts val="600"/>
                </a:spcBef>
                <a:spcAft>
                  <a:spcPts val="600"/>
                </a:spcAft>
              </a:pPr>
              <a:endParaRPr lang="ru-RU" sz="1200" dirty="0">
                <a:solidFill>
                  <a:schemeClr val="tx2"/>
                </a:solidFill>
                <a:latin typeface="DINPro-Light" panose="02000504040000020003" pitchFamily="50" charset="0"/>
                <a:ea typeface="GPN_DIN Regular" panose="020B0504020202020204" pitchFamily="34" charset="-52"/>
              </a:endParaRPr>
            </a:p>
          </p:txBody>
        </p:sp>
        <p:pic>
          <p:nvPicPr>
            <p:cNvPr id="55" name="Рисунок 54"/>
            <p:cNvPicPr>
              <a:picLocks noChangeAspect="1"/>
            </p:cNvPicPr>
            <p:nvPr/>
          </p:nvPicPr>
          <p:blipFill rotWithShape="1">
            <a:blip r:embed="rId3"/>
            <a:srcRect l="9020" r="9257"/>
            <a:stretch/>
          </p:blipFill>
          <p:spPr>
            <a:xfrm>
              <a:off x="492323" y="1433907"/>
              <a:ext cx="441293" cy="540000"/>
            </a:xfrm>
            <a:prstGeom prst="rect">
              <a:avLst/>
            </a:prstGeom>
          </p:spPr>
        </p:pic>
      </p:grpSp>
      <p:grpSp>
        <p:nvGrpSpPr>
          <p:cNvPr id="3" name="Группа 2"/>
          <p:cNvGrpSpPr/>
          <p:nvPr/>
        </p:nvGrpSpPr>
        <p:grpSpPr>
          <a:xfrm>
            <a:off x="6813196" y="3122204"/>
            <a:ext cx="3384848" cy="540000"/>
            <a:chOff x="6813196" y="3454273"/>
            <a:chExt cx="3384848" cy="540000"/>
          </a:xfrm>
        </p:grpSpPr>
        <p:sp>
          <p:nvSpPr>
            <p:cNvPr id="20" name="Скругленный прямоугольник 19"/>
            <p:cNvSpPr/>
            <p:nvPr/>
          </p:nvSpPr>
          <p:spPr bwMode="auto">
            <a:xfrm>
              <a:off x="6813196" y="3454273"/>
              <a:ext cx="3384848" cy="540000"/>
            </a:xfrm>
            <a:prstGeom prst="round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a:p>
          </p:txBody>
        </p:sp>
        <p:sp>
          <p:nvSpPr>
            <p:cNvPr id="21" name="Прямоугольник 20"/>
            <p:cNvSpPr/>
            <p:nvPr/>
          </p:nvSpPr>
          <p:spPr>
            <a:xfrm>
              <a:off x="7012082" y="3570385"/>
              <a:ext cx="3185962" cy="307777"/>
            </a:xfrm>
            <a:prstGeom prst="rect">
              <a:avLst/>
            </a:prstGeom>
            <a:noFill/>
          </p:spPr>
          <p:txBody>
            <a:bodyPr wrap="square">
              <a:spAutoFit/>
            </a:bodyPr>
            <a:lstStyle/>
            <a:p>
              <a:r>
                <a:rPr lang="ru-RU" sz="1400" dirty="0" smtClean="0">
                  <a:solidFill>
                    <a:schemeClr val="bg2">
                      <a:lumMod val="25000"/>
                    </a:schemeClr>
                  </a:solidFill>
                  <a:ea typeface="GPN_DIN Condensed Medium" panose="020B0606020202020204" pitchFamily="34" charset="-52"/>
                </a:rPr>
                <a:t>Сбросы в воду и на грунт</a:t>
              </a:r>
              <a:endParaRPr lang="ru-RU" sz="1400" dirty="0">
                <a:solidFill>
                  <a:schemeClr val="bg2">
                    <a:lumMod val="25000"/>
                  </a:schemeClr>
                </a:solidFill>
                <a:ea typeface="GPN_DIN Condensed Medium" panose="020B0606020202020204" pitchFamily="34" charset="-52"/>
              </a:endParaRPr>
            </a:p>
          </p:txBody>
        </p:sp>
      </p:grpSp>
      <p:grpSp>
        <p:nvGrpSpPr>
          <p:cNvPr id="4" name="Группа 3"/>
          <p:cNvGrpSpPr/>
          <p:nvPr/>
        </p:nvGrpSpPr>
        <p:grpSpPr>
          <a:xfrm>
            <a:off x="6813196" y="3791158"/>
            <a:ext cx="3384848" cy="540000"/>
            <a:chOff x="6813196" y="4310922"/>
            <a:chExt cx="3384848" cy="540000"/>
          </a:xfrm>
        </p:grpSpPr>
        <p:sp>
          <p:nvSpPr>
            <p:cNvPr id="22" name="Скругленный прямоугольник 21"/>
            <p:cNvSpPr/>
            <p:nvPr/>
          </p:nvSpPr>
          <p:spPr bwMode="auto">
            <a:xfrm>
              <a:off x="6813196" y="4310922"/>
              <a:ext cx="3384848" cy="540000"/>
            </a:xfrm>
            <a:prstGeom prst="round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a:p>
          </p:txBody>
        </p:sp>
        <p:sp>
          <p:nvSpPr>
            <p:cNvPr id="23" name="Прямоугольник 22"/>
            <p:cNvSpPr/>
            <p:nvPr/>
          </p:nvSpPr>
          <p:spPr>
            <a:xfrm>
              <a:off x="7012082" y="4427034"/>
              <a:ext cx="3185962" cy="307777"/>
            </a:xfrm>
            <a:prstGeom prst="rect">
              <a:avLst/>
            </a:prstGeom>
            <a:noFill/>
          </p:spPr>
          <p:txBody>
            <a:bodyPr wrap="square">
              <a:spAutoFit/>
            </a:bodyPr>
            <a:lstStyle/>
            <a:p>
              <a:r>
                <a:rPr lang="ru-RU" sz="1400" dirty="0" smtClean="0">
                  <a:solidFill>
                    <a:schemeClr val="bg2">
                      <a:lumMod val="25000"/>
                    </a:schemeClr>
                  </a:solidFill>
                  <a:ea typeface="GPN_DIN Condensed Medium" panose="020B0606020202020204" pitchFamily="34" charset="-52"/>
                </a:rPr>
                <a:t>Размещение отходов</a:t>
              </a:r>
              <a:endParaRPr lang="ru-RU" sz="1400" dirty="0">
                <a:solidFill>
                  <a:schemeClr val="bg2">
                    <a:lumMod val="25000"/>
                  </a:schemeClr>
                </a:solidFill>
                <a:ea typeface="GPN_DIN Condensed Medium" panose="020B0606020202020204" pitchFamily="34" charset="-52"/>
              </a:endParaRPr>
            </a:p>
          </p:txBody>
        </p:sp>
      </p:grpSp>
      <p:grpSp>
        <p:nvGrpSpPr>
          <p:cNvPr id="5" name="Группа 4"/>
          <p:cNvGrpSpPr/>
          <p:nvPr/>
        </p:nvGrpSpPr>
        <p:grpSpPr>
          <a:xfrm>
            <a:off x="6813196" y="4460113"/>
            <a:ext cx="3384848" cy="540000"/>
            <a:chOff x="6813196" y="5199555"/>
            <a:chExt cx="3384848" cy="540000"/>
          </a:xfrm>
        </p:grpSpPr>
        <p:sp>
          <p:nvSpPr>
            <p:cNvPr id="24" name="Скругленный прямоугольник 23"/>
            <p:cNvSpPr/>
            <p:nvPr/>
          </p:nvSpPr>
          <p:spPr bwMode="auto">
            <a:xfrm>
              <a:off x="6813196" y="5199555"/>
              <a:ext cx="3384848" cy="540000"/>
            </a:xfrm>
            <a:prstGeom prst="round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a:p>
          </p:txBody>
        </p:sp>
        <p:sp>
          <p:nvSpPr>
            <p:cNvPr id="25" name="Прямоугольник 24"/>
            <p:cNvSpPr/>
            <p:nvPr/>
          </p:nvSpPr>
          <p:spPr>
            <a:xfrm>
              <a:off x="7012082" y="5207945"/>
              <a:ext cx="3185962" cy="523220"/>
            </a:xfrm>
            <a:prstGeom prst="rect">
              <a:avLst/>
            </a:prstGeom>
            <a:noFill/>
          </p:spPr>
          <p:txBody>
            <a:bodyPr wrap="square">
              <a:spAutoFit/>
            </a:bodyPr>
            <a:lstStyle/>
            <a:p>
              <a:r>
                <a:rPr lang="ru-RU" sz="1400" dirty="0" smtClean="0">
                  <a:solidFill>
                    <a:schemeClr val="bg2">
                      <a:lumMod val="25000"/>
                    </a:schemeClr>
                  </a:solidFill>
                  <a:ea typeface="GPN_DIN Condensed Medium" panose="020B0606020202020204" pitchFamily="34" charset="-52"/>
                </a:rPr>
                <a:t>Использование природных материалов и ресурсов</a:t>
              </a:r>
              <a:endParaRPr lang="ru-RU" sz="1400" dirty="0">
                <a:solidFill>
                  <a:schemeClr val="bg2">
                    <a:lumMod val="25000"/>
                  </a:schemeClr>
                </a:solidFill>
                <a:ea typeface="GPN_DIN Condensed Medium" panose="020B0606020202020204" pitchFamily="34" charset="-52"/>
              </a:endParaRPr>
            </a:p>
          </p:txBody>
        </p:sp>
      </p:grpSp>
      <p:grpSp>
        <p:nvGrpSpPr>
          <p:cNvPr id="6" name="Группа 5"/>
          <p:cNvGrpSpPr/>
          <p:nvPr/>
        </p:nvGrpSpPr>
        <p:grpSpPr>
          <a:xfrm>
            <a:off x="6813196" y="5129067"/>
            <a:ext cx="3384848" cy="540000"/>
            <a:chOff x="6813196" y="6024218"/>
            <a:chExt cx="3384848" cy="540000"/>
          </a:xfrm>
        </p:grpSpPr>
        <p:sp>
          <p:nvSpPr>
            <p:cNvPr id="26" name="Скругленный прямоугольник 25"/>
            <p:cNvSpPr/>
            <p:nvPr/>
          </p:nvSpPr>
          <p:spPr bwMode="auto">
            <a:xfrm>
              <a:off x="6813196" y="6024218"/>
              <a:ext cx="3384848" cy="540000"/>
            </a:xfrm>
            <a:prstGeom prst="round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a:p>
          </p:txBody>
        </p:sp>
        <p:sp>
          <p:nvSpPr>
            <p:cNvPr id="27" name="Прямоугольник 26"/>
            <p:cNvSpPr/>
            <p:nvPr/>
          </p:nvSpPr>
          <p:spPr>
            <a:xfrm>
              <a:off x="7012082" y="6140330"/>
              <a:ext cx="3185962" cy="307777"/>
            </a:xfrm>
            <a:prstGeom prst="rect">
              <a:avLst/>
            </a:prstGeom>
            <a:noFill/>
          </p:spPr>
          <p:txBody>
            <a:bodyPr wrap="square">
              <a:spAutoFit/>
            </a:bodyPr>
            <a:lstStyle/>
            <a:p>
              <a:r>
                <a:rPr lang="ru-RU" sz="1400" dirty="0" smtClean="0">
                  <a:solidFill>
                    <a:schemeClr val="bg2">
                      <a:lumMod val="25000"/>
                    </a:schemeClr>
                  </a:solidFill>
                  <a:ea typeface="GPN_DIN Condensed Medium" panose="020B0606020202020204" pitchFamily="34" charset="-52"/>
                </a:rPr>
                <a:t>Излучение энергии</a:t>
              </a:r>
              <a:endParaRPr lang="ru-RU" sz="1400" dirty="0">
                <a:solidFill>
                  <a:schemeClr val="bg2">
                    <a:lumMod val="25000"/>
                  </a:schemeClr>
                </a:solidFill>
                <a:ea typeface="GPN_DIN Condensed Medium" panose="020B0606020202020204" pitchFamily="34" charset="-52"/>
              </a:endParaRPr>
            </a:p>
          </p:txBody>
        </p:sp>
      </p:grpSp>
      <p:cxnSp>
        <p:nvCxnSpPr>
          <p:cNvPr id="8" name="Соединительная линия уступом 7"/>
          <p:cNvCxnSpPr>
            <a:stCxn id="34" idx="1"/>
            <a:endCxn id="45" idx="1"/>
          </p:cNvCxnSpPr>
          <p:nvPr/>
        </p:nvCxnSpPr>
        <p:spPr>
          <a:xfrm rot="10800000" flipH="1" flipV="1">
            <a:off x="6144162" y="1774403"/>
            <a:ext cx="669033" cy="948845"/>
          </a:xfrm>
          <a:prstGeom prst="bentConnector3">
            <a:avLst>
              <a:gd name="adj1" fmla="val -34169"/>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Соединительная линия уступом 10"/>
          <p:cNvCxnSpPr>
            <a:stCxn id="34" idx="1"/>
            <a:endCxn id="20" idx="1"/>
          </p:cNvCxnSpPr>
          <p:nvPr/>
        </p:nvCxnSpPr>
        <p:spPr>
          <a:xfrm rot="10800000" flipH="1" flipV="1">
            <a:off x="6144162" y="1774404"/>
            <a:ext cx="669033" cy="1617800"/>
          </a:xfrm>
          <a:prstGeom prst="bentConnector3">
            <a:avLst>
              <a:gd name="adj1" fmla="val -34169"/>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Соединительная линия уступом 12"/>
          <p:cNvCxnSpPr>
            <a:stCxn id="34" idx="1"/>
            <a:endCxn id="22" idx="1"/>
          </p:cNvCxnSpPr>
          <p:nvPr/>
        </p:nvCxnSpPr>
        <p:spPr>
          <a:xfrm rot="10800000" flipH="1" flipV="1">
            <a:off x="6144162" y="1774404"/>
            <a:ext cx="669033" cy="2286754"/>
          </a:xfrm>
          <a:prstGeom prst="bentConnector3">
            <a:avLst>
              <a:gd name="adj1" fmla="val -34169"/>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Соединительная линия уступом 14"/>
          <p:cNvCxnSpPr>
            <a:endCxn id="24" idx="1"/>
          </p:cNvCxnSpPr>
          <p:nvPr/>
        </p:nvCxnSpPr>
        <p:spPr>
          <a:xfrm rot="16200000" flipH="1">
            <a:off x="4888515" y="2805432"/>
            <a:ext cx="2955708" cy="893654"/>
          </a:xfrm>
          <a:prstGeom prst="bentConnector2">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Соединительная линия уступом 18"/>
          <p:cNvCxnSpPr>
            <a:stCxn id="34" idx="1"/>
            <a:endCxn id="26" idx="1"/>
          </p:cNvCxnSpPr>
          <p:nvPr/>
        </p:nvCxnSpPr>
        <p:spPr>
          <a:xfrm rot="10800000" flipH="1" flipV="1">
            <a:off x="6144162" y="1774403"/>
            <a:ext cx="669033" cy="3624663"/>
          </a:xfrm>
          <a:prstGeom prst="bentConnector3">
            <a:avLst>
              <a:gd name="adj1" fmla="val -34169"/>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998364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391187" y="1156871"/>
            <a:ext cx="6247737" cy="65288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r>
              <a:rPr lang="ru-RU" sz="1600" dirty="0" smtClean="0">
                <a:solidFill>
                  <a:schemeClr val="tx2"/>
                </a:solidFill>
                <a:latin typeface="GPN_DIN Condensed Medium" panose="020B0606020202020204" pitchFamily="34" charset="-52"/>
                <a:ea typeface="GPN_DIN Condensed Medium" panose="020B0606020202020204" pitchFamily="34" charset="-52"/>
              </a:rPr>
              <a:t>Привести примеры опасностей в области ПБОЗ и экологических аспектов</a:t>
            </a: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sp>
        <p:nvSpPr>
          <p:cNvPr id="11" name="Прямоугольник 29">
            <a:extLst>
              <a:ext uri="{FF2B5EF4-FFF2-40B4-BE49-F238E27FC236}">
                <a16:creationId xmlns:a16="http://schemas.microsoft.com/office/drawing/2014/main" id="{C3486913-A292-3BBC-8B74-66DCBC8DCF87}"/>
              </a:ext>
            </a:extLst>
          </p:cNvPr>
          <p:cNvSpPr/>
          <p:nvPr/>
        </p:nvSpPr>
        <p:spPr>
          <a:xfrm>
            <a:off x="391186" y="2156995"/>
            <a:ext cx="6247737" cy="4080175"/>
          </a:xfrm>
          <a:prstGeom prst="rect">
            <a:avLst/>
          </a:prstGeom>
          <a:solidFill>
            <a:srgbClr val="F2F2F2"/>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64" name="Кнопка интерактив">
            <a:hlinkClick r:id="rId5"/>
          </p:cNvPr>
          <p:cNvSpPr/>
          <p:nvPr/>
        </p:nvSpPr>
        <p:spPr>
          <a:xfrm>
            <a:off x="9642000" y="6098000"/>
            <a:ext cx="2300000" cy="560000"/>
          </a:xfrm>
          <a:prstGeom prst="roundRect">
            <a:avLst/>
          </a:prstGeom>
          <a:solidFill>
            <a:srgbClr val="E659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  ИНТЕРАКТИВ</a:t>
            </a:r>
          </a:p>
        </p:txBody>
      </p:sp>
    </p:spTree>
    <p:extLst>
      <p:ext uri="{BB962C8B-B14F-4D97-AF65-F5344CB8AC3E}">
        <p14:creationId xmlns:p14="http://schemas.microsoft.com/office/powerpoint/2010/main" val="10348753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 name="Прямоугольник 12"/>
          <p:cNvSpPr/>
          <p:nvPr/>
        </p:nvSpPr>
        <p:spPr bwMode="auto">
          <a:xfrm>
            <a:off x="0" y="-1"/>
            <a:ext cx="12191999" cy="972000"/>
          </a:xfrm>
          <a:prstGeom prst="rect">
            <a:avLst/>
          </a:prstGeom>
          <a:solidFill>
            <a:srgbClr val="7957B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Цикл</a:t>
            </a:r>
            <a:r>
              <a:rPr lang="en-US" sz="2800" b="1" dirty="0" smtClean="0">
                <a:solidFill>
                  <a:schemeClr val="bg1"/>
                </a:solidFill>
                <a:latin typeface="DINPro-Bold" panose="02000503030000020004" pitchFamily="50" charset="0"/>
                <a:ea typeface="GPN_DIN Bold"/>
              </a:rPr>
              <a:t> PDCA</a:t>
            </a:r>
            <a:r>
              <a:rPr lang="ru-RU" sz="2800" b="1" dirty="0" smtClean="0">
                <a:solidFill>
                  <a:schemeClr val="bg1"/>
                </a:solidFill>
                <a:latin typeface="DINPro-Bold" panose="02000503030000020004" pitchFamily="50" charset="0"/>
                <a:ea typeface="GPN_DIN Bold"/>
              </a:rPr>
              <a:t>: этап проверки </a:t>
            </a:r>
            <a:endParaRPr lang="ru-RU" sz="2800" b="1" dirty="0">
              <a:solidFill>
                <a:schemeClr val="bg1"/>
              </a:solidFill>
              <a:latin typeface="DINPro-Bold" panose="02000503030000020004" pitchFamily="50" charset="0"/>
              <a:ea typeface="GPN_DIN Bold"/>
            </a:endParaRPr>
          </a:p>
        </p:txBody>
      </p:sp>
      <p:grpSp>
        <p:nvGrpSpPr>
          <p:cNvPr id="5" name="Группа 4"/>
          <p:cNvGrpSpPr/>
          <p:nvPr/>
        </p:nvGrpSpPr>
        <p:grpSpPr>
          <a:xfrm>
            <a:off x="-1509155" y="1014767"/>
            <a:ext cx="8128000" cy="5418667"/>
            <a:chOff x="3030944" y="709033"/>
            <a:chExt cx="8128000" cy="5418667"/>
          </a:xfrm>
        </p:grpSpPr>
        <p:grpSp>
          <p:nvGrpSpPr>
            <p:cNvPr id="6" name="Группа 5"/>
            <p:cNvGrpSpPr/>
            <p:nvPr/>
          </p:nvGrpSpPr>
          <p:grpSpPr>
            <a:xfrm>
              <a:off x="3030944" y="709033"/>
              <a:ext cx="8128000" cy="5418667"/>
              <a:chOff x="3030944" y="709033"/>
              <a:chExt cx="8128000" cy="5418667"/>
            </a:xfrm>
          </p:grpSpPr>
          <p:graphicFrame>
            <p:nvGraphicFramePr>
              <p:cNvPr id="10" name="Диаграмма 9"/>
              <p:cNvGraphicFramePr/>
              <p:nvPr>
                <p:extLst>
                  <p:ext uri="{D42A27DB-BD31-4B8C-83A1-F6EECF244321}">
                    <p14:modId xmlns:p14="http://schemas.microsoft.com/office/powerpoint/2010/main" val="3765885"/>
                  </p:ext>
                </p:extLst>
              </p:nvPr>
            </p:nvGraphicFramePr>
            <p:xfrm>
              <a:off x="3030944" y="709033"/>
              <a:ext cx="8128000" cy="5418667"/>
            </p:xfrm>
            <a:graphic>
              <a:graphicData uri="http://schemas.openxmlformats.org/drawingml/2006/chart">
                <c:chart xmlns:c="http://schemas.openxmlformats.org/drawingml/2006/chart" xmlns:r="http://schemas.openxmlformats.org/officeDocument/2006/relationships" r:id="rId3"/>
              </a:graphicData>
            </a:graphic>
          </p:graphicFrame>
          <p:sp>
            <p:nvSpPr>
              <p:cNvPr id="11" name="Стрелка вправо 10"/>
              <p:cNvSpPr/>
              <p:nvPr/>
            </p:nvSpPr>
            <p:spPr bwMode="auto">
              <a:xfrm rot="2688384">
                <a:off x="8325292" y="1677172"/>
                <a:ext cx="446568" cy="1148317"/>
              </a:xfrm>
              <a:prstGeom prst="rightArrow">
                <a:avLst>
                  <a:gd name="adj1" fmla="val 100000"/>
                  <a:gd name="adj2" fmla="val 95238"/>
                </a:avLst>
              </a:prstGeom>
              <a:solidFill>
                <a:srgbClr val="E6590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Стрелка вправо 11"/>
              <p:cNvSpPr/>
              <p:nvPr/>
            </p:nvSpPr>
            <p:spPr bwMode="auto">
              <a:xfrm rot="8112889">
                <a:off x="8016950" y="4266504"/>
                <a:ext cx="446568" cy="1148317"/>
              </a:xfrm>
              <a:prstGeom prst="rightArrow">
                <a:avLst>
                  <a:gd name="adj1" fmla="val 100000"/>
                  <a:gd name="adj2" fmla="val 95238"/>
                </a:avLst>
              </a:prstGeom>
              <a:solidFill>
                <a:srgbClr val="46B4E9"/>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Стрелка вправо 13"/>
              <p:cNvSpPr/>
              <p:nvPr/>
            </p:nvSpPr>
            <p:spPr bwMode="auto">
              <a:xfrm rot="13547137">
                <a:off x="5465139" y="4069609"/>
                <a:ext cx="446568" cy="1148317"/>
              </a:xfrm>
              <a:prstGeom prst="rightArrow">
                <a:avLst>
                  <a:gd name="adj1" fmla="val 100000"/>
                  <a:gd name="adj2" fmla="val 95238"/>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Стрелка вправо 14"/>
              <p:cNvSpPr/>
              <p:nvPr/>
            </p:nvSpPr>
            <p:spPr bwMode="auto">
              <a:xfrm rot="19018432">
                <a:off x="5689087" y="1383704"/>
                <a:ext cx="446568" cy="1148317"/>
              </a:xfrm>
              <a:prstGeom prst="rightArrow">
                <a:avLst>
                  <a:gd name="adj1" fmla="val 100000"/>
                  <a:gd name="adj2" fmla="val 95238"/>
                </a:avLst>
              </a:prstGeom>
              <a:solidFill>
                <a:srgbClr val="FFFF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7" name="Группа 6"/>
            <p:cNvGrpSpPr/>
            <p:nvPr/>
          </p:nvGrpSpPr>
          <p:grpSpPr>
            <a:xfrm>
              <a:off x="6419722" y="2751345"/>
              <a:ext cx="1332000" cy="1332000"/>
              <a:chOff x="6387823" y="2751345"/>
              <a:chExt cx="1332000" cy="1332000"/>
            </a:xfrm>
          </p:grpSpPr>
          <p:sp>
            <p:nvSpPr>
              <p:cNvPr id="8" name="Овал 7"/>
              <p:cNvSpPr>
                <a:spLocks noChangeAspect="1"/>
              </p:cNvSpPr>
              <p:nvPr/>
            </p:nvSpPr>
            <p:spPr bwMode="auto">
              <a:xfrm>
                <a:off x="6387823" y="2751345"/>
                <a:ext cx="1332000" cy="1332000"/>
              </a:xfrm>
              <a:prstGeom prst="ellipse">
                <a:avLst/>
              </a:prstGeom>
              <a:solidFill>
                <a:srgbClr val="9A8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00" dirty="0">
                  <a:solidFill>
                    <a:schemeClr val="bg2">
                      <a:lumMod val="10000"/>
                    </a:schemeClr>
                  </a:solidFill>
                  <a:latin typeface="DINPro-Bold" panose="02000503030000020004" pitchFamily="50" charset="0"/>
                </a:endParaRPr>
              </a:p>
            </p:txBody>
          </p:sp>
          <p:sp>
            <p:nvSpPr>
              <p:cNvPr id="9" name="TextBox 8"/>
              <p:cNvSpPr txBox="1"/>
              <p:nvPr/>
            </p:nvSpPr>
            <p:spPr bwMode="auto">
              <a:xfrm>
                <a:off x="6414065" y="3263457"/>
                <a:ext cx="1279517" cy="307777"/>
              </a:xfrm>
              <a:prstGeom prst="rect">
                <a:avLst/>
              </a:prstGeom>
              <a:noFill/>
            </p:spPr>
            <p:txBody>
              <a:bodyPr wrap="none" rtlCol="0">
                <a:spAutoFit/>
              </a:bodyPr>
              <a:lstStyle/>
              <a:p>
                <a:r>
                  <a:rPr lang="ru-RU" sz="1400" dirty="0" smtClean="0">
                    <a:latin typeface="DINPro-Bold" panose="02000503030000020004" pitchFamily="50" charset="0"/>
                  </a:rPr>
                  <a:t>УЛУЧШЕНИЕ</a:t>
                </a:r>
                <a:endParaRPr lang="ru-RU" sz="1400" dirty="0">
                  <a:latin typeface="DINPro-Bold" panose="02000503030000020004" pitchFamily="50" charset="0"/>
                </a:endParaRPr>
              </a:p>
            </p:txBody>
          </p:sp>
        </p:grpSp>
      </p:grpSp>
      <p:sp>
        <p:nvSpPr>
          <p:cNvPr id="4" name="Выноска со стрелкой вниз 3"/>
          <p:cNvSpPr/>
          <p:nvPr/>
        </p:nvSpPr>
        <p:spPr bwMode="auto">
          <a:xfrm>
            <a:off x="6756935" y="1594039"/>
            <a:ext cx="3821230" cy="1463040"/>
          </a:xfrm>
          <a:prstGeom prst="downArrowCallout">
            <a:avLst/>
          </a:prstGeom>
          <a:solidFill>
            <a:srgbClr val="48A044"/>
          </a:solidFill>
          <a:ln w="12700">
            <a:solidFill>
              <a:srgbClr val="48A0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1"/>
                </a:solidFill>
              </a:rPr>
              <a:t>ПРОВЕРКА</a:t>
            </a:r>
          </a:p>
          <a:p>
            <a:pPr algn="ctr"/>
            <a:r>
              <a:rPr lang="ru-RU" dirty="0" smtClean="0">
                <a:solidFill>
                  <a:schemeClr val="bg1"/>
                </a:solidFill>
              </a:rPr>
              <a:t>(</a:t>
            </a:r>
            <a:r>
              <a:rPr lang="en-US" dirty="0" smtClean="0">
                <a:solidFill>
                  <a:schemeClr val="bg1"/>
                </a:solidFill>
              </a:rPr>
              <a:t>CHECK)</a:t>
            </a:r>
            <a:endParaRPr lang="ru-RU" dirty="0">
              <a:solidFill>
                <a:schemeClr val="bg1"/>
              </a:solidFill>
            </a:endParaRPr>
          </a:p>
        </p:txBody>
      </p:sp>
      <p:sp>
        <p:nvSpPr>
          <p:cNvPr id="16" name="Прямоугольник 15"/>
          <p:cNvSpPr/>
          <p:nvPr/>
        </p:nvSpPr>
        <p:spPr bwMode="auto">
          <a:xfrm>
            <a:off x="6756935" y="3291844"/>
            <a:ext cx="1800000" cy="702645"/>
          </a:xfrm>
          <a:prstGeom prst="rect">
            <a:avLst/>
          </a:prstGeom>
          <a:solidFill>
            <a:srgbClr val="FFFFFF"/>
          </a:solidFill>
          <a:ln w="19050">
            <a:solidFill>
              <a:srgbClr val="48A0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2">
                    <a:lumMod val="25000"/>
                  </a:schemeClr>
                </a:solidFill>
              </a:rPr>
              <a:t>МОНИТОРИНГ</a:t>
            </a:r>
            <a:endParaRPr lang="ru-RU" dirty="0">
              <a:solidFill>
                <a:schemeClr val="bg2">
                  <a:lumMod val="25000"/>
                </a:schemeClr>
              </a:solidFill>
            </a:endParaRPr>
          </a:p>
        </p:txBody>
      </p:sp>
      <p:sp>
        <p:nvSpPr>
          <p:cNvPr id="18" name="Прямоугольник 17"/>
          <p:cNvSpPr/>
          <p:nvPr/>
        </p:nvSpPr>
        <p:spPr bwMode="auto">
          <a:xfrm>
            <a:off x="8778165" y="3291844"/>
            <a:ext cx="1800000" cy="702645"/>
          </a:xfrm>
          <a:prstGeom prst="rect">
            <a:avLst/>
          </a:prstGeom>
          <a:solidFill>
            <a:srgbClr val="FFFFFF"/>
          </a:solidFill>
          <a:ln w="19050">
            <a:solidFill>
              <a:srgbClr val="48A0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2">
                    <a:lumMod val="25000"/>
                  </a:schemeClr>
                </a:solidFill>
              </a:rPr>
              <a:t>ИЗМЕРЕНИЕ</a:t>
            </a:r>
            <a:endParaRPr lang="ru-RU" dirty="0">
              <a:solidFill>
                <a:schemeClr val="bg2">
                  <a:lumMod val="25000"/>
                </a:schemeClr>
              </a:solidFill>
            </a:endParaRPr>
          </a:p>
        </p:txBody>
      </p:sp>
      <p:sp>
        <p:nvSpPr>
          <p:cNvPr id="19" name="Прямоугольник 18"/>
          <p:cNvSpPr/>
          <p:nvPr/>
        </p:nvSpPr>
        <p:spPr bwMode="auto">
          <a:xfrm>
            <a:off x="6756935" y="4230270"/>
            <a:ext cx="1800000" cy="702645"/>
          </a:xfrm>
          <a:prstGeom prst="rect">
            <a:avLst/>
          </a:prstGeom>
          <a:solidFill>
            <a:srgbClr val="FFFFFF"/>
          </a:solidFill>
          <a:ln w="19050">
            <a:solidFill>
              <a:srgbClr val="48A0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2">
                    <a:lumMod val="25000"/>
                  </a:schemeClr>
                </a:solidFill>
              </a:rPr>
              <a:t>АНАЛИЗ</a:t>
            </a:r>
            <a:endParaRPr lang="ru-RU" dirty="0">
              <a:solidFill>
                <a:schemeClr val="bg2">
                  <a:lumMod val="25000"/>
                </a:schemeClr>
              </a:solidFill>
            </a:endParaRPr>
          </a:p>
        </p:txBody>
      </p:sp>
      <p:sp>
        <p:nvSpPr>
          <p:cNvPr id="20" name="Прямоугольник 19"/>
          <p:cNvSpPr/>
          <p:nvPr/>
        </p:nvSpPr>
        <p:spPr bwMode="auto">
          <a:xfrm>
            <a:off x="8778165" y="4230270"/>
            <a:ext cx="1800000" cy="702645"/>
          </a:xfrm>
          <a:prstGeom prst="rect">
            <a:avLst/>
          </a:prstGeom>
          <a:solidFill>
            <a:srgbClr val="FFFFFF"/>
          </a:solidFill>
          <a:ln w="19050">
            <a:solidFill>
              <a:srgbClr val="48A0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2">
                    <a:lumMod val="25000"/>
                  </a:schemeClr>
                </a:solidFill>
              </a:rPr>
              <a:t>ОЦЕНКА</a:t>
            </a:r>
            <a:endParaRPr lang="ru-RU" dirty="0">
              <a:solidFill>
                <a:schemeClr val="bg2">
                  <a:lumMod val="25000"/>
                </a:schemeClr>
              </a:solidFill>
            </a:endParaRPr>
          </a:p>
        </p:txBody>
      </p:sp>
    </p:spTree>
    <p:extLst>
      <p:ext uri="{BB962C8B-B14F-4D97-AF65-F5344CB8AC3E}">
        <p14:creationId xmlns:p14="http://schemas.microsoft.com/office/powerpoint/2010/main" val="31527465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391187" y="1156871"/>
            <a:ext cx="8538804" cy="65288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r>
              <a:rPr lang="ru-RU" sz="1600" dirty="0" smtClean="0">
                <a:solidFill>
                  <a:schemeClr val="tx2"/>
                </a:solidFill>
                <a:latin typeface="GPN_DIN Condensed Medium" panose="020B0606020202020204" pitchFamily="34" charset="-52"/>
                <a:ea typeface="GPN_DIN Condensed Medium" panose="020B0606020202020204" pitchFamily="34" charset="-52"/>
              </a:rPr>
              <a:t>Привести примеры мониторинга, измерения</a:t>
            </a:r>
            <a:r>
              <a:rPr lang="ru-RU" sz="1600" dirty="0">
                <a:solidFill>
                  <a:schemeClr val="tx2"/>
                </a:solidFill>
                <a:latin typeface="GPN_DIN Condensed Medium" panose="020B0606020202020204" pitchFamily="34" charset="-52"/>
                <a:ea typeface="GPN_DIN Condensed Medium" panose="020B0606020202020204" pitchFamily="34" charset="-52"/>
              </a:rPr>
              <a:t>, анализа </a:t>
            </a:r>
            <a:r>
              <a:rPr lang="ru-RU" sz="1600" dirty="0" smtClean="0">
                <a:solidFill>
                  <a:schemeClr val="tx2"/>
                </a:solidFill>
                <a:latin typeface="GPN_DIN Condensed Medium" panose="020B0606020202020204" pitchFamily="34" charset="-52"/>
                <a:ea typeface="GPN_DIN Condensed Medium" panose="020B0606020202020204" pitchFamily="34" charset="-52"/>
              </a:rPr>
              <a:t>и оценки в деятельности ГПН-С </a:t>
            </a: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sp>
        <p:nvSpPr>
          <p:cNvPr id="11" name="Прямоугольник 29">
            <a:extLst>
              <a:ext uri="{FF2B5EF4-FFF2-40B4-BE49-F238E27FC236}">
                <a16:creationId xmlns:a16="http://schemas.microsoft.com/office/drawing/2014/main" id="{C3486913-A292-3BBC-8B74-66DCBC8DCF87}"/>
              </a:ext>
            </a:extLst>
          </p:cNvPr>
          <p:cNvSpPr/>
          <p:nvPr/>
        </p:nvSpPr>
        <p:spPr>
          <a:xfrm>
            <a:off x="391187" y="2156995"/>
            <a:ext cx="2021274" cy="4080175"/>
          </a:xfrm>
          <a:prstGeom prst="rect">
            <a:avLst/>
          </a:prstGeom>
          <a:solidFill>
            <a:srgbClr val="F2F2F2"/>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6" name="Прямоугольник 29">
            <a:extLst>
              <a:ext uri="{FF2B5EF4-FFF2-40B4-BE49-F238E27FC236}">
                <a16:creationId xmlns:a16="http://schemas.microsoft.com/office/drawing/2014/main" id="{C3486913-A292-3BBC-8B74-66DCBC8DCF87}"/>
              </a:ext>
            </a:extLst>
          </p:cNvPr>
          <p:cNvSpPr/>
          <p:nvPr/>
        </p:nvSpPr>
        <p:spPr>
          <a:xfrm>
            <a:off x="2563697" y="2156995"/>
            <a:ext cx="2021274" cy="4080175"/>
          </a:xfrm>
          <a:prstGeom prst="rect">
            <a:avLst/>
          </a:prstGeom>
          <a:solidFill>
            <a:srgbClr val="F2F2F2"/>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7" name="Прямоугольник 29">
            <a:extLst>
              <a:ext uri="{FF2B5EF4-FFF2-40B4-BE49-F238E27FC236}">
                <a16:creationId xmlns:a16="http://schemas.microsoft.com/office/drawing/2014/main" id="{C3486913-A292-3BBC-8B74-66DCBC8DCF87}"/>
              </a:ext>
            </a:extLst>
          </p:cNvPr>
          <p:cNvSpPr/>
          <p:nvPr/>
        </p:nvSpPr>
        <p:spPr>
          <a:xfrm>
            <a:off x="4736207" y="2156995"/>
            <a:ext cx="2021274" cy="4080175"/>
          </a:xfrm>
          <a:prstGeom prst="rect">
            <a:avLst/>
          </a:prstGeom>
          <a:solidFill>
            <a:srgbClr val="F2F2F2"/>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8" name="Прямоугольник 29">
            <a:extLst>
              <a:ext uri="{FF2B5EF4-FFF2-40B4-BE49-F238E27FC236}">
                <a16:creationId xmlns:a16="http://schemas.microsoft.com/office/drawing/2014/main" id="{C3486913-A292-3BBC-8B74-66DCBC8DCF87}"/>
              </a:ext>
            </a:extLst>
          </p:cNvPr>
          <p:cNvSpPr/>
          <p:nvPr/>
        </p:nvSpPr>
        <p:spPr>
          <a:xfrm>
            <a:off x="6908717" y="2156995"/>
            <a:ext cx="2021274" cy="4080175"/>
          </a:xfrm>
          <a:prstGeom prst="rect">
            <a:avLst/>
          </a:prstGeom>
          <a:solidFill>
            <a:srgbClr val="F2F2F2"/>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9" name="Прямоугольник 29">
            <a:extLst>
              <a:ext uri="{FF2B5EF4-FFF2-40B4-BE49-F238E27FC236}">
                <a16:creationId xmlns:a16="http://schemas.microsoft.com/office/drawing/2014/main" id="{C3486913-A292-3BBC-8B74-66DCBC8DCF87}"/>
              </a:ext>
            </a:extLst>
          </p:cNvPr>
          <p:cNvSpPr/>
          <p:nvPr/>
        </p:nvSpPr>
        <p:spPr bwMode="auto">
          <a:xfrm>
            <a:off x="391186" y="2156996"/>
            <a:ext cx="2021275" cy="840204"/>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400" dirty="0" smtClean="0">
                <a:solidFill>
                  <a:schemeClr val="tx2"/>
                </a:solidFill>
                <a:latin typeface="+mj-lt"/>
                <a:ea typeface="GPN_DIN Condensed Medium" panose="020B0606020202020204" pitchFamily="34" charset="-52"/>
              </a:rPr>
              <a:t>МОНИТОРИНГ</a:t>
            </a:r>
          </a:p>
          <a:p>
            <a:pPr algn="ctr"/>
            <a:r>
              <a:rPr lang="ru-RU" sz="1000" dirty="0">
                <a:solidFill>
                  <a:schemeClr val="tx2"/>
                </a:solidFill>
                <a:latin typeface="GPN_DIN Condensed Regular" panose="020B0506020202020204" pitchFamily="34" charset="-52"/>
                <a:ea typeface="GPN_DIN Condensed Regular" panose="020B0506020202020204" pitchFamily="34" charset="-52"/>
              </a:rPr>
              <a:t>(определение </a:t>
            </a:r>
            <a:r>
              <a:rPr lang="ru-RU" sz="1000" dirty="0" smtClean="0">
                <a:solidFill>
                  <a:schemeClr val="tx2"/>
                </a:solidFill>
                <a:latin typeface="GPN_DIN Condensed Regular" panose="020B0506020202020204" pitchFamily="34" charset="-52"/>
                <a:ea typeface="GPN_DIN Condensed Regular" panose="020B0506020202020204" pitchFamily="34" charset="-52"/>
              </a:rPr>
              <a:t>статуса, </a:t>
            </a:r>
            <a:r>
              <a:rPr lang="ru-RU" sz="1000" dirty="0">
                <a:solidFill>
                  <a:schemeClr val="tx2"/>
                </a:solidFill>
                <a:latin typeface="GPN_DIN Condensed Regular" panose="020B0506020202020204" pitchFamily="34" charset="-52"/>
                <a:ea typeface="GPN_DIN Condensed Regular" panose="020B0506020202020204" pitchFamily="34" charset="-52"/>
              </a:rPr>
              <a:t>т.е. качественных </a:t>
            </a:r>
            <a:r>
              <a:rPr lang="ru-RU" sz="1000" dirty="0" smtClean="0">
                <a:solidFill>
                  <a:schemeClr val="tx2"/>
                </a:solidFill>
                <a:latin typeface="GPN_DIN Condensed Regular" panose="020B0506020202020204" pitchFamily="34" charset="-52"/>
                <a:ea typeface="GPN_DIN Condensed Regular" panose="020B0506020202020204" pitchFamily="34" charset="-52"/>
              </a:rPr>
              <a:t>характеристик)</a:t>
            </a:r>
            <a:endParaRPr lang="ru-RU" sz="1000" dirty="0">
              <a:solidFill>
                <a:schemeClr val="tx2"/>
              </a:solidFill>
              <a:latin typeface="GPN_DIN Condensed Regular" panose="020B0506020202020204" pitchFamily="34" charset="-52"/>
              <a:ea typeface="GPN_DIN Condensed Regular" panose="020B0506020202020204" pitchFamily="34" charset="-52"/>
            </a:endParaRPr>
          </a:p>
        </p:txBody>
      </p:sp>
      <p:sp>
        <p:nvSpPr>
          <p:cNvPr id="13" name="Прямоугольник 29">
            <a:extLst>
              <a:ext uri="{FF2B5EF4-FFF2-40B4-BE49-F238E27FC236}">
                <a16:creationId xmlns:a16="http://schemas.microsoft.com/office/drawing/2014/main" id="{C3486913-A292-3BBC-8B74-66DCBC8DCF87}"/>
              </a:ext>
            </a:extLst>
          </p:cNvPr>
          <p:cNvSpPr/>
          <p:nvPr/>
        </p:nvSpPr>
        <p:spPr bwMode="auto">
          <a:xfrm>
            <a:off x="2563697" y="2156996"/>
            <a:ext cx="2021275" cy="840204"/>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spcBef>
                <a:spcPts val="600"/>
              </a:spcBef>
              <a:spcAft>
                <a:spcPts val="600"/>
              </a:spcAft>
            </a:pPr>
            <a:r>
              <a:rPr lang="ru-RU" sz="1400" dirty="0" smtClean="0">
                <a:solidFill>
                  <a:schemeClr val="tx2"/>
                </a:solidFill>
                <a:latin typeface="+mj-lt"/>
                <a:ea typeface="GPN_DIN Condensed Medium" panose="020B0606020202020204" pitchFamily="34" charset="-52"/>
              </a:rPr>
              <a:t>ИЗМЕРЕНИЕ</a:t>
            </a:r>
          </a:p>
          <a:p>
            <a:pPr algn="ctr"/>
            <a:r>
              <a:rPr lang="ru-RU" sz="1000" dirty="0">
                <a:solidFill>
                  <a:schemeClr val="tx2"/>
                </a:solidFill>
                <a:latin typeface="GPN_DIN Condensed Regular" panose="020B0506020202020204" pitchFamily="34" charset="-52"/>
                <a:ea typeface="GPN_DIN Condensed Regular" panose="020B0506020202020204" pitchFamily="34" charset="-52"/>
              </a:rPr>
              <a:t>(определение </a:t>
            </a:r>
            <a:r>
              <a:rPr lang="ru-RU" sz="1000" dirty="0" smtClean="0">
                <a:solidFill>
                  <a:schemeClr val="tx2"/>
                </a:solidFill>
                <a:latin typeface="GPN_DIN Condensed Regular" panose="020B0506020202020204" pitchFamily="34" charset="-52"/>
                <a:ea typeface="GPN_DIN Condensed Regular" panose="020B0506020202020204" pitchFamily="34" charset="-52"/>
              </a:rPr>
              <a:t>значения, т.е</a:t>
            </a:r>
            <a:r>
              <a:rPr lang="ru-RU" sz="1000" dirty="0">
                <a:solidFill>
                  <a:schemeClr val="tx2"/>
                </a:solidFill>
                <a:latin typeface="GPN_DIN Condensed Regular" panose="020B0506020202020204" pitchFamily="34" charset="-52"/>
                <a:ea typeface="GPN_DIN Condensed Regular" panose="020B0506020202020204" pitchFamily="34" charset="-52"/>
              </a:rPr>
              <a:t>. количественных показателей)</a:t>
            </a:r>
          </a:p>
        </p:txBody>
      </p:sp>
      <p:sp>
        <p:nvSpPr>
          <p:cNvPr id="14" name="Прямоугольник 29">
            <a:extLst>
              <a:ext uri="{FF2B5EF4-FFF2-40B4-BE49-F238E27FC236}">
                <a16:creationId xmlns:a16="http://schemas.microsoft.com/office/drawing/2014/main" id="{C3486913-A292-3BBC-8B74-66DCBC8DCF87}"/>
              </a:ext>
            </a:extLst>
          </p:cNvPr>
          <p:cNvSpPr/>
          <p:nvPr/>
        </p:nvSpPr>
        <p:spPr bwMode="auto">
          <a:xfrm>
            <a:off x="4736206" y="2156996"/>
            <a:ext cx="2021275" cy="840204"/>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spcBef>
                <a:spcPts val="600"/>
              </a:spcBef>
              <a:spcAft>
                <a:spcPts val="600"/>
              </a:spcAft>
            </a:pPr>
            <a:r>
              <a:rPr lang="ru-RU" sz="1400" dirty="0" smtClean="0">
                <a:solidFill>
                  <a:schemeClr val="tx2"/>
                </a:solidFill>
                <a:latin typeface="+mj-lt"/>
                <a:ea typeface="GPN_DIN Condensed Medium" panose="020B0606020202020204" pitchFamily="34" charset="-52"/>
              </a:rPr>
              <a:t>АНАЛИЗ</a:t>
            </a:r>
          </a:p>
          <a:p>
            <a:pPr algn="ctr"/>
            <a:r>
              <a:rPr lang="ru-RU" sz="900" dirty="0">
                <a:solidFill>
                  <a:schemeClr val="tx2"/>
                </a:solidFill>
                <a:latin typeface="GPN_DIN Condensed Regular" panose="020B0506020202020204" pitchFamily="34" charset="-52"/>
                <a:ea typeface="GPN_DIN Condensed Regular" panose="020B0506020202020204" pitchFamily="34" charset="-52"/>
              </a:rPr>
              <a:t>(изучения данных для выявления взаимосвязей, закономерностей и тенденций)</a:t>
            </a:r>
          </a:p>
        </p:txBody>
      </p:sp>
      <p:sp>
        <p:nvSpPr>
          <p:cNvPr id="15" name="Прямоугольник 29">
            <a:extLst>
              <a:ext uri="{FF2B5EF4-FFF2-40B4-BE49-F238E27FC236}">
                <a16:creationId xmlns:a16="http://schemas.microsoft.com/office/drawing/2014/main" id="{C3486913-A292-3BBC-8B74-66DCBC8DCF87}"/>
              </a:ext>
            </a:extLst>
          </p:cNvPr>
          <p:cNvSpPr/>
          <p:nvPr/>
        </p:nvSpPr>
        <p:spPr bwMode="auto">
          <a:xfrm>
            <a:off x="6908717" y="2156996"/>
            <a:ext cx="2021275" cy="840204"/>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spcBef>
                <a:spcPts val="600"/>
              </a:spcBef>
              <a:spcAft>
                <a:spcPts val="600"/>
              </a:spcAft>
            </a:pPr>
            <a:r>
              <a:rPr lang="ru-RU" sz="1400" dirty="0" smtClean="0">
                <a:solidFill>
                  <a:schemeClr val="tx2"/>
                </a:solidFill>
                <a:latin typeface="+mj-lt"/>
                <a:ea typeface="GPN_DIN Condensed Medium" panose="020B0606020202020204" pitchFamily="34" charset="-52"/>
              </a:rPr>
              <a:t>ОЦЕНКА</a:t>
            </a:r>
          </a:p>
          <a:p>
            <a:pPr algn="ctr"/>
            <a:r>
              <a:rPr lang="ru-RU" sz="900" dirty="0" smtClean="0">
                <a:solidFill>
                  <a:schemeClr val="tx2"/>
                </a:solidFill>
                <a:latin typeface="GPN_DIN Condensed Regular" panose="020B0506020202020204" pitchFamily="34" charset="-52"/>
                <a:ea typeface="GPN_DIN Condensed Regular" panose="020B0506020202020204" pitchFamily="34" charset="-52"/>
              </a:rPr>
              <a:t>(оценка </a:t>
            </a:r>
            <a:r>
              <a:rPr lang="ru-RU" sz="900" dirty="0">
                <a:solidFill>
                  <a:schemeClr val="tx2"/>
                </a:solidFill>
                <a:latin typeface="GPN_DIN Condensed Regular" panose="020B0506020202020204" pitchFamily="34" charset="-52"/>
                <a:ea typeface="GPN_DIN Condensed Regular" panose="020B0506020202020204" pitchFamily="34" charset="-52"/>
              </a:rPr>
              <a:t>достигнутых результатов )</a:t>
            </a:r>
          </a:p>
        </p:txBody>
      </p:sp>
      <p:sp>
        <p:nvSpPr>
          <p:cNvPr id="64" name="Кнопка интерактив">
            <a:hlinkClick r:id="rId5"/>
          </p:cNvPr>
          <p:cNvSpPr/>
          <p:nvPr/>
        </p:nvSpPr>
        <p:spPr>
          <a:xfrm>
            <a:off x="9642000" y="6098000"/>
            <a:ext cx="2300000" cy="560000"/>
          </a:xfrm>
          <a:prstGeom prst="roundRect">
            <a:avLst/>
          </a:prstGeom>
          <a:solidFill>
            <a:srgbClr val="E659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  ИНТЕРАКТИВ</a:t>
            </a:r>
          </a:p>
        </p:txBody>
      </p:sp>
    </p:spTree>
    <p:extLst>
      <p:ext uri="{BB962C8B-B14F-4D97-AF65-F5344CB8AC3E}">
        <p14:creationId xmlns:p14="http://schemas.microsoft.com/office/powerpoint/2010/main" val="226215402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12. ВНУТРЕННИЕ  АУДИТЫ</a:t>
            </a:r>
            <a:endParaRPr lang="ru-RU" sz="2000" dirty="0">
              <a:latin typeface="DINPro-Bold" panose="02000503030000020004" pitchFamily="50" charset="0"/>
            </a:endParaRPr>
          </a:p>
        </p:txBody>
      </p:sp>
      <p:grpSp>
        <p:nvGrpSpPr>
          <p:cNvPr id="52" name="Группа 51"/>
          <p:cNvGrpSpPr/>
          <p:nvPr/>
        </p:nvGrpSpPr>
        <p:grpSpPr>
          <a:xfrm>
            <a:off x="469740" y="1377896"/>
            <a:ext cx="3146917" cy="5143219"/>
            <a:chOff x="423307" y="1382151"/>
            <a:chExt cx="3146917" cy="5143219"/>
          </a:xfrm>
        </p:grpSpPr>
        <p:sp>
          <p:nvSpPr>
            <p:cNvPr id="53" name="Прямоугольник 27">
              <a:extLst>
                <a:ext uri="{FF2B5EF4-FFF2-40B4-BE49-F238E27FC236}">
                  <a16:creationId xmlns:a16="http://schemas.microsoft.com/office/drawing/2014/main" id="{0F67F8FC-846B-7DC9-7278-B25D2ABC8AED}"/>
                </a:ext>
              </a:extLst>
            </p:cNvPr>
            <p:cNvSpPr/>
            <p:nvPr/>
          </p:nvSpPr>
          <p:spPr>
            <a:xfrm>
              <a:off x="423307" y="1382151"/>
              <a:ext cx="3146393"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54" name="Прямоугольник 29">
              <a:extLst>
                <a:ext uri="{FF2B5EF4-FFF2-40B4-BE49-F238E27FC236}">
                  <a16:creationId xmlns:a16="http://schemas.microsoft.com/office/drawing/2014/main" id="{C3486913-A292-3BBC-8B74-66DCBC8DCF87}"/>
                </a:ext>
              </a:extLst>
            </p:cNvPr>
            <p:cNvSpPr/>
            <p:nvPr/>
          </p:nvSpPr>
          <p:spPr>
            <a:xfrm>
              <a:off x="423307" y="2086547"/>
              <a:ext cx="3146917" cy="4438823"/>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Аудит </a:t>
              </a:r>
              <a:r>
                <a:rPr lang="ru-RU" sz="1200" dirty="0">
                  <a:solidFill>
                    <a:schemeClr val="tx2"/>
                  </a:solidFill>
                  <a:latin typeface="DINPro-Light" panose="02000504040000020003" pitchFamily="50" charset="0"/>
                  <a:ea typeface="GPN_DIN Regular" panose="020B0504020202020204" pitchFamily="34" charset="-52"/>
                </a:rPr>
                <a:t>– это систематический, независимый и документированный процесс </a:t>
              </a:r>
              <a:r>
                <a:rPr lang="ru-RU" sz="1200" dirty="0" smtClean="0">
                  <a:solidFill>
                    <a:schemeClr val="tx2"/>
                  </a:solidFill>
                  <a:latin typeface="DINPro-Light" panose="02000504040000020003" pitchFamily="50" charset="0"/>
                  <a:ea typeface="GPN_DIN Regular" panose="020B0504020202020204" pitchFamily="34" charset="-52"/>
                </a:rPr>
                <a:t>получения объективных свидетельств </a:t>
              </a:r>
              <a:r>
                <a:rPr lang="ru-RU" sz="1200" dirty="0">
                  <a:solidFill>
                    <a:schemeClr val="tx2"/>
                  </a:solidFill>
                  <a:latin typeface="DINPro-Light" panose="02000504040000020003" pitchFamily="50" charset="0"/>
                  <a:ea typeface="GPN_DIN Regular" panose="020B0504020202020204" pitchFamily="34" charset="-52"/>
                </a:rPr>
                <a:t>аудита и их объективной </a:t>
              </a:r>
              <a:r>
                <a:rPr lang="ru-RU" sz="1200" dirty="0" smtClean="0">
                  <a:solidFill>
                    <a:schemeClr val="tx2"/>
                  </a:solidFill>
                  <a:latin typeface="DINPro-Light" panose="02000504040000020003" pitchFamily="50" charset="0"/>
                  <a:ea typeface="GPN_DIN Regular" panose="020B0504020202020204" pitchFamily="34" charset="-52"/>
                </a:rPr>
                <a:t>оценки для установления степени соответствия критериям аудита</a:t>
              </a:r>
            </a:p>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Критерий аудита</a:t>
              </a:r>
              <a:r>
                <a:rPr lang="ru-RU" sz="1200" dirty="0" smtClean="0">
                  <a:solidFill>
                    <a:schemeClr val="tx2"/>
                  </a:solidFill>
                  <a:latin typeface="DINPro-Light" panose="02000504040000020003" pitchFamily="50" charset="0"/>
                  <a:ea typeface="GPN_DIN Regular" panose="020B0504020202020204" pitchFamily="34" charset="-52"/>
                </a:rPr>
                <a:t> – совокупность политик, процедур или требований, используемых для сопоставления с ними объективных свидетельств</a:t>
              </a:r>
              <a:endParaRPr lang="ru-RU" sz="1200" dirty="0">
                <a:solidFill>
                  <a:schemeClr val="tx2"/>
                </a:solidFill>
                <a:latin typeface="DINPro-Light" panose="02000504040000020003" pitchFamily="50" charset="0"/>
                <a:ea typeface="GPN_DIN Regular" panose="020B0504020202020204" pitchFamily="34" charset="-52"/>
              </a:endParaRPr>
            </a:p>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Несоответствие </a:t>
              </a:r>
              <a:r>
                <a:rPr lang="ru-RU" sz="1200" b="1" dirty="0" smtClean="0">
                  <a:solidFill>
                    <a:schemeClr val="tx2"/>
                  </a:solidFill>
                  <a:latin typeface="DINPro-Light" panose="02000504040000020003" pitchFamily="50" charset="0"/>
                  <a:ea typeface="GPN_DIN Regular" panose="020B0504020202020204" pitchFamily="34" charset="-52"/>
                </a:rPr>
                <a:t>– </a:t>
              </a:r>
              <a:r>
                <a:rPr lang="ru-RU" sz="1200" dirty="0" smtClean="0">
                  <a:solidFill>
                    <a:schemeClr val="tx2"/>
                  </a:solidFill>
                  <a:latin typeface="DINPro-Light" panose="02000504040000020003" pitchFamily="50" charset="0"/>
                  <a:ea typeface="GPN_DIN Regular" panose="020B0504020202020204" pitchFamily="34" charset="-52"/>
                </a:rPr>
                <a:t>невыполнение требования</a:t>
              </a:r>
            </a:p>
            <a:p>
              <a:pPr>
                <a:spcBef>
                  <a:spcPts val="600"/>
                </a:spcBef>
                <a:spcAft>
                  <a:spcPts val="600"/>
                </a:spcAft>
              </a:pPr>
              <a:r>
                <a:rPr lang="ru-RU" sz="1200" dirty="0">
                  <a:solidFill>
                    <a:schemeClr val="tx2"/>
                  </a:solidFill>
                  <a:latin typeface="DINPro-Bold" panose="02000503030000020004" pitchFamily="50" charset="0"/>
                  <a:ea typeface="GPN_DIN Regular" panose="020B0504020202020204" pitchFamily="34" charset="-52"/>
                </a:rPr>
                <a:t>Коррекция</a:t>
              </a:r>
              <a:r>
                <a:rPr lang="ru-RU" sz="1200" dirty="0" smtClean="0">
                  <a:solidFill>
                    <a:schemeClr val="tx2"/>
                  </a:solidFill>
                  <a:latin typeface="DINPro-Light" panose="02000504040000020003" pitchFamily="50" charset="0"/>
                  <a:ea typeface="GPN_DIN Regular" panose="020B0504020202020204" pitchFamily="34" charset="-52"/>
                </a:rPr>
                <a:t> </a:t>
              </a:r>
              <a:r>
                <a:rPr lang="ru-RU" sz="1200" dirty="0">
                  <a:solidFill>
                    <a:schemeClr val="tx2"/>
                  </a:solidFill>
                  <a:latin typeface="DINPro-Light" panose="02000504040000020003" pitchFamily="50" charset="0"/>
                  <a:ea typeface="GPN_DIN Regular" panose="020B0504020202020204" pitchFamily="34" charset="-52"/>
                </a:rPr>
                <a:t>- действие, предпринятое для устранения выявленного </a:t>
              </a:r>
              <a:r>
                <a:rPr lang="ru-RU" sz="1200" dirty="0" smtClean="0">
                  <a:solidFill>
                    <a:schemeClr val="tx2"/>
                  </a:solidFill>
                  <a:latin typeface="DINPro-Light" panose="02000504040000020003" pitchFamily="50" charset="0"/>
                  <a:ea typeface="GPN_DIN Regular" panose="020B0504020202020204" pitchFamily="34" charset="-52"/>
                </a:rPr>
                <a:t>несоответствия</a:t>
              </a:r>
            </a:p>
            <a:p>
              <a:pPr>
                <a:spcBef>
                  <a:spcPts val="600"/>
                </a:spcBef>
                <a:spcAft>
                  <a:spcPts val="600"/>
                </a:spcAft>
              </a:pPr>
              <a:r>
                <a:rPr lang="ru-RU" sz="1200" dirty="0">
                  <a:solidFill>
                    <a:schemeClr val="tx2"/>
                  </a:solidFill>
                  <a:latin typeface="DINPro-Bold" panose="02000503030000020004" pitchFamily="50" charset="0"/>
                  <a:ea typeface="GPN_DIN Regular" panose="020B0504020202020204" pitchFamily="34" charset="-52"/>
                </a:rPr>
                <a:t>Корректирующее действие </a:t>
              </a:r>
              <a:r>
                <a:rPr lang="ru-RU" sz="1200" dirty="0">
                  <a:solidFill>
                    <a:schemeClr val="tx2"/>
                  </a:solidFill>
                  <a:latin typeface="DINPro-Light" panose="02000504040000020003" pitchFamily="50" charset="0"/>
                  <a:ea typeface="GPN_DIN Regular" panose="020B0504020202020204" pitchFamily="34" charset="-52"/>
                </a:rPr>
                <a:t>- действие, предпринятое для устранения причины обнаруженного несоответствия </a:t>
              </a:r>
            </a:p>
            <a:p>
              <a:pPr>
                <a:spcBef>
                  <a:spcPts val="600"/>
                </a:spcBef>
                <a:spcAft>
                  <a:spcPts val="600"/>
                </a:spcAft>
              </a:pPr>
              <a:endParaRPr lang="ru-RU" sz="1200" dirty="0">
                <a:solidFill>
                  <a:schemeClr val="tx2"/>
                </a:solidFill>
                <a:latin typeface="DINPro-Light" panose="02000504040000020003" pitchFamily="50" charset="0"/>
                <a:ea typeface="GPN_DIN Regular" panose="020B0504020202020204" pitchFamily="34" charset="-52"/>
              </a:endParaRPr>
            </a:p>
          </p:txBody>
        </p:sp>
        <p:pic>
          <p:nvPicPr>
            <p:cNvPr id="55" name="Рисунок 54"/>
            <p:cNvPicPr>
              <a:picLocks noChangeAspect="1"/>
            </p:cNvPicPr>
            <p:nvPr/>
          </p:nvPicPr>
          <p:blipFill rotWithShape="1">
            <a:blip r:embed="rId3"/>
            <a:srcRect l="9020" r="9257"/>
            <a:stretch/>
          </p:blipFill>
          <p:spPr>
            <a:xfrm>
              <a:off x="492323" y="1433907"/>
              <a:ext cx="441293" cy="540000"/>
            </a:xfrm>
            <a:prstGeom prst="rect">
              <a:avLst/>
            </a:prstGeom>
          </p:spPr>
        </p:pic>
      </p:grpSp>
      <p:grpSp>
        <p:nvGrpSpPr>
          <p:cNvPr id="29" name="Группа 28"/>
          <p:cNvGrpSpPr>
            <a:grpSpLocks noChangeAspect="1"/>
          </p:cNvGrpSpPr>
          <p:nvPr/>
        </p:nvGrpSpPr>
        <p:grpSpPr>
          <a:xfrm>
            <a:off x="4271899" y="971999"/>
            <a:ext cx="7344000" cy="4896000"/>
            <a:chOff x="3030944" y="709033"/>
            <a:chExt cx="8128000" cy="5418667"/>
          </a:xfrm>
        </p:grpSpPr>
        <p:graphicFrame>
          <p:nvGraphicFramePr>
            <p:cNvPr id="33" name="Диаграмма 32"/>
            <p:cNvGraphicFramePr/>
            <p:nvPr>
              <p:extLst>
                <p:ext uri="{D42A27DB-BD31-4B8C-83A1-F6EECF244321}">
                  <p14:modId xmlns:p14="http://schemas.microsoft.com/office/powerpoint/2010/main" val="821328151"/>
                </p:ext>
              </p:extLst>
            </p:nvPr>
          </p:nvGraphicFramePr>
          <p:xfrm>
            <a:off x="3030944" y="709033"/>
            <a:ext cx="8128000" cy="5418667"/>
          </p:xfrm>
          <a:graphic>
            <a:graphicData uri="http://schemas.openxmlformats.org/drawingml/2006/chart">
              <c:chart xmlns:c="http://schemas.openxmlformats.org/drawingml/2006/chart" xmlns:r="http://schemas.openxmlformats.org/officeDocument/2006/relationships" r:id="rId4"/>
            </a:graphicData>
          </a:graphic>
        </p:graphicFrame>
        <p:sp>
          <p:nvSpPr>
            <p:cNvPr id="35" name="Стрелка вправо 34"/>
            <p:cNvSpPr/>
            <p:nvPr/>
          </p:nvSpPr>
          <p:spPr bwMode="auto">
            <a:xfrm rot="17250718">
              <a:off x="5177512" y="2195585"/>
              <a:ext cx="446568" cy="1148317"/>
            </a:xfrm>
            <a:prstGeom prst="rightArrow">
              <a:avLst>
                <a:gd name="adj1" fmla="val 100000"/>
                <a:gd name="adj2" fmla="val 95238"/>
              </a:avLst>
            </a:prstGeom>
            <a:solidFill>
              <a:srgbClr val="E6590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Стрелка вправо 35"/>
            <p:cNvSpPr/>
            <p:nvPr/>
          </p:nvSpPr>
          <p:spPr bwMode="auto">
            <a:xfrm rot="6444541">
              <a:off x="8639947" y="3509187"/>
              <a:ext cx="446568" cy="1148317"/>
            </a:xfrm>
            <a:prstGeom prst="rightArrow">
              <a:avLst>
                <a:gd name="adj1" fmla="val 100000"/>
                <a:gd name="adj2" fmla="val 95238"/>
              </a:avLst>
            </a:prstGeom>
            <a:solidFill>
              <a:srgbClr val="46B4E9"/>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Стрелка вправо 36"/>
            <p:cNvSpPr/>
            <p:nvPr/>
          </p:nvSpPr>
          <p:spPr bwMode="auto">
            <a:xfrm rot="9862982">
              <a:off x="7250089" y="4718676"/>
              <a:ext cx="446568" cy="1148317"/>
            </a:xfrm>
            <a:prstGeom prst="rightArrow">
              <a:avLst>
                <a:gd name="adj1" fmla="val 100000"/>
                <a:gd name="adj2" fmla="val 95238"/>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Стрелка вправо 37"/>
            <p:cNvSpPr/>
            <p:nvPr/>
          </p:nvSpPr>
          <p:spPr bwMode="auto">
            <a:xfrm rot="13598501">
              <a:off x="5498169" y="4020746"/>
              <a:ext cx="446568" cy="1148317"/>
            </a:xfrm>
            <a:prstGeom prst="rightArrow">
              <a:avLst>
                <a:gd name="adj1" fmla="val 100000"/>
                <a:gd name="adj2" fmla="val 95238"/>
              </a:avLst>
            </a:prstGeom>
            <a:solidFill>
              <a:srgbClr val="FFFF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Стрелка вправо 20"/>
            <p:cNvSpPr/>
            <p:nvPr/>
          </p:nvSpPr>
          <p:spPr bwMode="auto">
            <a:xfrm rot="20664533">
              <a:off x="6556518" y="991850"/>
              <a:ext cx="446568" cy="1148317"/>
            </a:xfrm>
            <a:prstGeom prst="rightArrow">
              <a:avLst>
                <a:gd name="adj1" fmla="val 100000"/>
                <a:gd name="adj2" fmla="val 95238"/>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Стрелка вправо 21"/>
            <p:cNvSpPr/>
            <p:nvPr/>
          </p:nvSpPr>
          <p:spPr bwMode="auto">
            <a:xfrm rot="2821208">
              <a:off x="8294025" y="1658699"/>
              <a:ext cx="446568" cy="1148317"/>
            </a:xfrm>
            <a:prstGeom prst="rightArrow">
              <a:avLst>
                <a:gd name="adj1" fmla="val 100000"/>
                <a:gd name="adj2" fmla="val 95238"/>
              </a:avLst>
            </a:prstGeom>
            <a:solidFill>
              <a:srgbClr val="8248B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2" name="Группа 1"/>
          <p:cNvGrpSpPr/>
          <p:nvPr/>
        </p:nvGrpSpPr>
        <p:grpSpPr>
          <a:xfrm>
            <a:off x="7043899" y="2519999"/>
            <a:ext cx="1800000" cy="1800000"/>
            <a:chOff x="7427078" y="2781332"/>
            <a:chExt cx="1800000" cy="1800000"/>
          </a:xfrm>
        </p:grpSpPr>
        <p:sp>
          <p:nvSpPr>
            <p:cNvPr id="31" name="Овал 30"/>
            <p:cNvSpPr>
              <a:spLocks noChangeAspect="1"/>
            </p:cNvSpPr>
            <p:nvPr/>
          </p:nvSpPr>
          <p:spPr bwMode="auto">
            <a:xfrm>
              <a:off x="7427078" y="2781332"/>
              <a:ext cx="1800000" cy="1800000"/>
            </a:xfrm>
            <a:prstGeom prst="ellipse">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00" dirty="0">
                <a:solidFill>
                  <a:schemeClr val="bg2">
                    <a:lumMod val="10000"/>
                  </a:schemeClr>
                </a:solidFill>
                <a:latin typeface="DINPro-Bold" panose="02000503030000020004" pitchFamily="50" charset="0"/>
              </a:endParaRPr>
            </a:p>
          </p:txBody>
        </p:sp>
        <p:sp>
          <p:nvSpPr>
            <p:cNvPr id="32" name="TextBox 31"/>
            <p:cNvSpPr txBox="1"/>
            <p:nvPr/>
          </p:nvSpPr>
          <p:spPr bwMode="auto">
            <a:xfrm>
              <a:off x="7579042" y="3419722"/>
              <a:ext cx="1496073" cy="523220"/>
            </a:xfrm>
            <a:prstGeom prst="rect">
              <a:avLst/>
            </a:prstGeom>
            <a:noFill/>
          </p:spPr>
          <p:txBody>
            <a:bodyPr wrap="square" rtlCol="0">
              <a:spAutoFit/>
            </a:bodyPr>
            <a:lstStyle/>
            <a:p>
              <a:pPr algn="ctr"/>
              <a:r>
                <a:rPr lang="ru-RU" sz="1400" dirty="0" smtClean="0">
                  <a:solidFill>
                    <a:schemeClr val="bg1"/>
                  </a:solidFill>
                  <a:latin typeface="DINPro-Bold" panose="02000503030000020004" pitchFamily="50" charset="0"/>
                </a:rPr>
                <a:t>ЖИЗНЕННЫЙ ЦИКЛ АУДИТА</a:t>
              </a:r>
              <a:endParaRPr lang="ru-RU" sz="1400" dirty="0">
                <a:solidFill>
                  <a:schemeClr val="bg1"/>
                </a:solidFill>
                <a:latin typeface="DINPro-Bold" panose="02000503030000020004" pitchFamily="50" charset="0"/>
              </a:endParaRPr>
            </a:p>
          </p:txBody>
        </p:sp>
      </p:grpSp>
      <p:sp>
        <p:nvSpPr>
          <p:cNvPr id="3" name="Выноска 2 2"/>
          <p:cNvSpPr/>
          <p:nvPr/>
        </p:nvSpPr>
        <p:spPr bwMode="auto">
          <a:xfrm>
            <a:off x="10133486" y="1114860"/>
            <a:ext cx="1783696" cy="967433"/>
          </a:xfrm>
          <a:prstGeom prst="borderCallout2">
            <a:avLst>
              <a:gd name="adj1" fmla="val 18750"/>
              <a:gd name="adj2" fmla="val -8333"/>
              <a:gd name="adj3" fmla="val 18750"/>
              <a:gd name="adj4" fmla="val -16667"/>
              <a:gd name="adj5" fmla="val 54632"/>
              <a:gd name="adj6" fmla="val -73882"/>
            </a:avLst>
          </a:prstGeom>
          <a:noFill/>
          <a:ln w="19050">
            <a:solidFill>
              <a:srgbClr val="8248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ru-RU" sz="1000" dirty="0">
                <a:solidFill>
                  <a:schemeClr val="bg2">
                    <a:lumMod val="25000"/>
                  </a:schemeClr>
                </a:solidFill>
              </a:rPr>
              <a:t>формируется на год</a:t>
            </a:r>
          </a:p>
          <a:p>
            <a:pPr marL="171450" indent="-171450">
              <a:buFont typeface="Arial" panose="020B0604020202020204" pitchFamily="34" charset="0"/>
              <a:buChar char="•"/>
            </a:pPr>
            <a:r>
              <a:rPr lang="ru-RU" sz="1000" dirty="0">
                <a:solidFill>
                  <a:schemeClr val="bg2">
                    <a:lumMod val="25000"/>
                  </a:schemeClr>
                </a:solidFill>
              </a:rPr>
              <a:t>актуализируется не реже 1 раза в полугодие</a:t>
            </a:r>
          </a:p>
          <a:p>
            <a:pPr marL="171450" indent="-171450">
              <a:buFont typeface="Arial" panose="020B0604020202020204" pitchFamily="34" charset="0"/>
              <a:buChar char="•"/>
            </a:pPr>
            <a:r>
              <a:rPr lang="ru-RU" sz="1000" dirty="0">
                <a:solidFill>
                  <a:schemeClr val="bg2">
                    <a:lumMod val="25000"/>
                  </a:schemeClr>
                </a:solidFill>
              </a:rPr>
              <a:t>охватывает все процессы </a:t>
            </a:r>
            <a:r>
              <a:rPr lang="ru-RU" sz="1000" dirty="0" smtClean="0">
                <a:solidFill>
                  <a:schemeClr val="bg2">
                    <a:lumMod val="25000"/>
                  </a:schemeClr>
                </a:solidFill>
              </a:rPr>
              <a:t>ИСМ</a:t>
            </a:r>
            <a:endParaRPr lang="ru-RU" sz="1000" dirty="0">
              <a:solidFill>
                <a:schemeClr val="bg2">
                  <a:lumMod val="25000"/>
                </a:schemeClr>
              </a:solidFill>
            </a:endParaRPr>
          </a:p>
        </p:txBody>
      </p:sp>
      <p:sp>
        <p:nvSpPr>
          <p:cNvPr id="25" name="Выноска 2 24"/>
          <p:cNvSpPr/>
          <p:nvPr/>
        </p:nvSpPr>
        <p:spPr bwMode="auto">
          <a:xfrm>
            <a:off x="10285474" y="2705683"/>
            <a:ext cx="1783696" cy="967433"/>
          </a:xfrm>
          <a:prstGeom prst="borderCallout2">
            <a:avLst>
              <a:gd name="adj1" fmla="val 18750"/>
              <a:gd name="adj2" fmla="val -5272"/>
              <a:gd name="adj3" fmla="val 18750"/>
              <a:gd name="adj4" fmla="val -16667"/>
              <a:gd name="adj5" fmla="val 29534"/>
              <a:gd name="adj6" fmla="val -26933"/>
            </a:avLst>
          </a:prstGeom>
          <a:noFill/>
          <a:ln w="19050">
            <a:solidFill>
              <a:srgbClr val="46B4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ru-RU" sz="1000" dirty="0">
                <a:solidFill>
                  <a:schemeClr val="bg2">
                    <a:lumMod val="25000"/>
                  </a:schemeClr>
                </a:solidFill>
              </a:rPr>
              <a:t>дата и время проверки конкретного подразделения / процесса</a:t>
            </a:r>
          </a:p>
          <a:p>
            <a:pPr marL="171450" indent="-171450">
              <a:buFont typeface="Arial" panose="020B0604020202020204" pitchFamily="34" charset="0"/>
              <a:buChar char="•"/>
            </a:pPr>
            <a:r>
              <a:rPr lang="ru-RU" sz="1000" dirty="0">
                <a:solidFill>
                  <a:schemeClr val="bg2">
                    <a:lumMod val="25000"/>
                  </a:schemeClr>
                </a:solidFill>
              </a:rPr>
              <a:t>результаты предыдущей проверки</a:t>
            </a:r>
          </a:p>
        </p:txBody>
      </p:sp>
      <p:sp>
        <p:nvSpPr>
          <p:cNvPr id="26" name="Выноска 2 25"/>
          <p:cNvSpPr/>
          <p:nvPr/>
        </p:nvSpPr>
        <p:spPr bwMode="auto">
          <a:xfrm>
            <a:off x="10096998" y="4559725"/>
            <a:ext cx="1783696" cy="967433"/>
          </a:xfrm>
          <a:prstGeom prst="borderCallout2">
            <a:avLst>
              <a:gd name="adj1" fmla="val 18750"/>
              <a:gd name="adj2" fmla="val -8333"/>
              <a:gd name="adj3" fmla="val 18750"/>
              <a:gd name="adj4" fmla="val -16667"/>
              <a:gd name="adj5" fmla="val 54632"/>
              <a:gd name="adj6" fmla="val -73882"/>
            </a:avLst>
          </a:prstGeom>
          <a:noFill/>
          <a:ln w="19050">
            <a:solidFill>
              <a:srgbClr val="48A0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ru-RU" sz="1000" dirty="0">
                <a:solidFill>
                  <a:schemeClr val="bg2">
                    <a:lumMod val="25000"/>
                  </a:schemeClr>
                </a:solidFill>
              </a:rPr>
              <a:t>сбор информации (осмотр, опрос или анализ документации)</a:t>
            </a:r>
          </a:p>
        </p:txBody>
      </p:sp>
      <p:sp>
        <p:nvSpPr>
          <p:cNvPr id="27" name="Выноска 2 26"/>
          <p:cNvSpPr/>
          <p:nvPr/>
        </p:nvSpPr>
        <p:spPr bwMode="auto">
          <a:xfrm>
            <a:off x="4832739" y="5384282"/>
            <a:ext cx="1783696" cy="967433"/>
          </a:xfrm>
          <a:prstGeom prst="borderCallout2">
            <a:avLst>
              <a:gd name="adj1" fmla="val 31447"/>
              <a:gd name="adj2" fmla="val 101847"/>
              <a:gd name="adj3" fmla="val 30858"/>
              <a:gd name="adj4" fmla="val 113420"/>
              <a:gd name="adj5" fmla="val -24368"/>
              <a:gd name="adj6" fmla="val 129645"/>
            </a:avLst>
          </a:prstGeom>
          <a:noFill/>
          <a:ln w="190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ru-RU" sz="1000" dirty="0">
                <a:solidFill>
                  <a:schemeClr val="bg2">
                    <a:lumMod val="25000"/>
                  </a:schemeClr>
                </a:solidFill>
              </a:rPr>
              <a:t>сильные / слабые стороны</a:t>
            </a:r>
          </a:p>
          <a:p>
            <a:pPr marL="171450" indent="-171450">
              <a:buFont typeface="Arial" panose="020B0604020202020204" pitchFamily="34" charset="0"/>
              <a:buChar char="•"/>
            </a:pPr>
            <a:r>
              <a:rPr lang="ru-RU" sz="1000" dirty="0">
                <a:solidFill>
                  <a:schemeClr val="bg2">
                    <a:lumMod val="25000"/>
                  </a:schemeClr>
                </a:solidFill>
              </a:rPr>
              <a:t>несоответствия</a:t>
            </a:r>
          </a:p>
          <a:p>
            <a:pPr marL="171450" indent="-171450">
              <a:buFont typeface="Arial" panose="020B0604020202020204" pitchFamily="34" charset="0"/>
              <a:buChar char="•"/>
            </a:pPr>
            <a:r>
              <a:rPr lang="ru-RU" sz="1000" dirty="0">
                <a:solidFill>
                  <a:schemeClr val="bg2">
                    <a:lumMod val="25000"/>
                  </a:schemeClr>
                </a:solidFill>
              </a:rPr>
              <a:t>оценка результативности КРД</a:t>
            </a:r>
          </a:p>
        </p:txBody>
      </p:sp>
      <p:sp>
        <p:nvSpPr>
          <p:cNvPr id="28" name="Выноска 2 27"/>
          <p:cNvSpPr/>
          <p:nvPr/>
        </p:nvSpPr>
        <p:spPr bwMode="auto">
          <a:xfrm>
            <a:off x="3780430" y="2888779"/>
            <a:ext cx="1783696" cy="967433"/>
          </a:xfrm>
          <a:prstGeom prst="borderCallout2">
            <a:avLst>
              <a:gd name="adj1" fmla="val 27214"/>
              <a:gd name="adj2" fmla="val 98021"/>
              <a:gd name="adj3" fmla="val 27214"/>
              <a:gd name="adj4" fmla="val 111112"/>
              <a:gd name="adj5" fmla="val 58864"/>
              <a:gd name="adj6" fmla="val 131941"/>
            </a:avLst>
          </a:prstGeom>
          <a:noFill/>
          <a:ln w="19050">
            <a:solidFill>
              <a:srgbClr val="E659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ru-RU" sz="1000" dirty="0">
                <a:solidFill>
                  <a:schemeClr val="bg2">
                    <a:lumMod val="25000"/>
                  </a:schemeClr>
                </a:solidFill>
              </a:rPr>
              <a:t>анализ причин</a:t>
            </a:r>
          </a:p>
          <a:p>
            <a:pPr marL="171450" indent="-171450">
              <a:buFont typeface="Arial" panose="020B0604020202020204" pitchFamily="34" charset="0"/>
              <a:buChar char="•"/>
            </a:pPr>
            <a:r>
              <a:rPr lang="ru-RU" sz="1000" dirty="0">
                <a:solidFill>
                  <a:schemeClr val="bg2">
                    <a:lumMod val="25000"/>
                  </a:schemeClr>
                </a:solidFill>
              </a:rPr>
              <a:t>меры коррекции</a:t>
            </a:r>
          </a:p>
          <a:p>
            <a:pPr marL="171450" indent="-171450">
              <a:buFont typeface="Arial" panose="020B0604020202020204" pitchFamily="34" charset="0"/>
              <a:buChar char="•"/>
            </a:pPr>
            <a:r>
              <a:rPr lang="ru-RU" sz="1000" dirty="0">
                <a:solidFill>
                  <a:schemeClr val="bg2">
                    <a:lumMod val="25000"/>
                  </a:schemeClr>
                </a:solidFill>
              </a:rPr>
              <a:t>корректирующие действия</a:t>
            </a:r>
          </a:p>
          <a:p>
            <a:pPr marL="171450" indent="-171450">
              <a:buFont typeface="Arial" panose="020B0604020202020204" pitchFamily="34" charset="0"/>
              <a:buChar char="•"/>
            </a:pPr>
            <a:r>
              <a:rPr lang="ru-RU" sz="1000" dirty="0">
                <a:solidFill>
                  <a:schemeClr val="bg2">
                    <a:lumMod val="25000"/>
                  </a:schemeClr>
                </a:solidFill>
              </a:rPr>
              <a:t>ответственные</a:t>
            </a:r>
          </a:p>
          <a:p>
            <a:pPr marL="171450" indent="-171450">
              <a:buFont typeface="Arial" panose="020B0604020202020204" pitchFamily="34" charset="0"/>
              <a:buChar char="•"/>
            </a:pPr>
            <a:r>
              <a:rPr lang="ru-RU" sz="1000" dirty="0">
                <a:solidFill>
                  <a:schemeClr val="bg2">
                    <a:lumMod val="25000"/>
                  </a:schemeClr>
                </a:solidFill>
              </a:rPr>
              <a:t>сроки</a:t>
            </a:r>
          </a:p>
        </p:txBody>
      </p:sp>
    </p:spTree>
    <p:extLst>
      <p:ext uri="{BB962C8B-B14F-4D97-AF65-F5344CB8AC3E}">
        <p14:creationId xmlns:p14="http://schemas.microsoft.com/office/powerpoint/2010/main" val="41384329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391187" y="1156871"/>
            <a:ext cx="8538804" cy="65288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r>
              <a:rPr lang="ru-RU" sz="1600" dirty="0" smtClean="0">
                <a:solidFill>
                  <a:schemeClr val="tx2"/>
                </a:solidFill>
                <a:latin typeface="GPN_DIN Condensed Medium" panose="020B0606020202020204" pitchFamily="34" charset="-52"/>
                <a:ea typeface="GPN_DIN Condensed Medium" panose="020B0606020202020204" pitchFamily="34" charset="-52"/>
              </a:rPr>
              <a:t>Разработать меры коррекции и корректирующие действия для несоответствий</a:t>
            </a: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sp>
        <p:nvSpPr>
          <p:cNvPr id="11" name="Прямоугольник 29">
            <a:extLst>
              <a:ext uri="{FF2B5EF4-FFF2-40B4-BE49-F238E27FC236}">
                <a16:creationId xmlns:a16="http://schemas.microsoft.com/office/drawing/2014/main" id="{C3486913-A292-3BBC-8B74-66DCBC8DCF87}"/>
              </a:ext>
            </a:extLst>
          </p:cNvPr>
          <p:cNvSpPr/>
          <p:nvPr/>
        </p:nvSpPr>
        <p:spPr>
          <a:xfrm>
            <a:off x="391187" y="2156995"/>
            <a:ext cx="2021274" cy="4080175"/>
          </a:xfrm>
          <a:prstGeom prst="rect">
            <a:avLst/>
          </a:prstGeom>
          <a:solidFill>
            <a:srgbClr val="F2F2F2"/>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6" name="Прямоугольник 29">
            <a:extLst>
              <a:ext uri="{FF2B5EF4-FFF2-40B4-BE49-F238E27FC236}">
                <a16:creationId xmlns:a16="http://schemas.microsoft.com/office/drawing/2014/main" id="{C3486913-A292-3BBC-8B74-66DCBC8DCF87}"/>
              </a:ext>
            </a:extLst>
          </p:cNvPr>
          <p:cNvSpPr/>
          <p:nvPr/>
        </p:nvSpPr>
        <p:spPr>
          <a:xfrm>
            <a:off x="2563697" y="2156995"/>
            <a:ext cx="2021274" cy="4080175"/>
          </a:xfrm>
          <a:prstGeom prst="rect">
            <a:avLst/>
          </a:prstGeom>
          <a:solidFill>
            <a:srgbClr val="F2F2F2"/>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7" name="Прямоугольник 29">
            <a:extLst>
              <a:ext uri="{FF2B5EF4-FFF2-40B4-BE49-F238E27FC236}">
                <a16:creationId xmlns:a16="http://schemas.microsoft.com/office/drawing/2014/main" id="{C3486913-A292-3BBC-8B74-66DCBC8DCF87}"/>
              </a:ext>
            </a:extLst>
          </p:cNvPr>
          <p:cNvSpPr/>
          <p:nvPr/>
        </p:nvSpPr>
        <p:spPr>
          <a:xfrm>
            <a:off x="4736207" y="2156995"/>
            <a:ext cx="2021274" cy="4080175"/>
          </a:xfrm>
          <a:prstGeom prst="rect">
            <a:avLst/>
          </a:prstGeom>
          <a:solidFill>
            <a:srgbClr val="F2F2F2"/>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8" name="Прямоугольник 29">
            <a:extLst>
              <a:ext uri="{FF2B5EF4-FFF2-40B4-BE49-F238E27FC236}">
                <a16:creationId xmlns:a16="http://schemas.microsoft.com/office/drawing/2014/main" id="{C3486913-A292-3BBC-8B74-66DCBC8DCF87}"/>
              </a:ext>
            </a:extLst>
          </p:cNvPr>
          <p:cNvSpPr/>
          <p:nvPr/>
        </p:nvSpPr>
        <p:spPr>
          <a:xfrm>
            <a:off x="6908717" y="2156995"/>
            <a:ext cx="2021274" cy="4080175"/>
          </a:xfrm>
          <a:prstGeom prst="rect">
            <a:avLst/>
          </a:prstGeom>
          <a:solidFill>
            <a:srgbClr val="F2F2F2"/>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endParaRPr lang="ru-RU" sz="1600" dirty="0">
              <a:solidFill>
                <a:schemeClr val="tx2"/>
              </a:solidFill>
              <a:latin typeface="DINPro-Light" panose="02000504040000020003" pitchFamily="50" charset="0"/>
              <a:ea typeface="GPN_DIN Condensed Medium" panose="020B0606020202020204" pitchFamily="34" charset="-52"/>
            </a:endParaRPr>
          </a:p>
        </p:txBody>
      </p:sp>
      <p:sp>
        <p:nvSpPr>
          <p:cNvPr id="9" name="Прямоугольник 29">
            <a:extLst>
              <a:ext uri="{FF2B5EF4-FFF2-40B4-BE49-F238E27FC236}">
                <a16:creationId xmlns:a16="http://schemas.microsoft.com/office/drawing/2014/main" id="{C3486913-A292-3BBC-8B74-66DCBC8DCF87}"/>
              </a:ext>
            </a:extLst>
          </p:cNvPr>
          <p:cNvSpPr/>
          <p:nvPr/>
        </p:nvSpPr>
        <p:spPr bwMode="auto">
          <a:xfrm>
            <a:off x="391186" y="2156996"/>
            <a:ext cx="4193785" cy="840204"/>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050" dirty="0">
                <a:solidFill>
                  <a:schemeClr val="tx2"/>
                </a:solidFill>
                <a:ea typeface="GPN_DIN Condensed Medium" panose="020B0606020202020204" pitchFamily="34" charset="-52"/>
              </a:rPr>
              <a:t>В должностных инструкциях сотрудников в качестве количественных показателей масштаба деятельности указаны должностные </a:t>
            </a:r>
            <a:r>
              <a:rPr lang="ru-RU" sz="1050" dirty="0" smtClean="0">
                <a:solidFill>
                  <a:schemeClr val="tx2"/>
                </a:solidFill>
                <a:ea typeface="GPN_DIN Condensed Medium" panose="020B0606020202020204" pitchFamily="34" charset="-52"/>
              </a:rPr>
              <a:t>обязанности</a:t>
            </a:r>
            <a:endParaRPr lang="ru-RU" sz="1050" dirty="0">
              <a:solidFill>
                <a:schemeClr val="tx2"/>
              </a:solidFill>
              <a:ea typeface="GPN_DIN Condensed Regular" panose="020B0506020202020204" pitchFamily="34" charset="-52"/>
            </a:endParaRPr>
          </a:p>
        </p:txBody>
      </p:sp>
      <p:sp>
        <p:nvSpPr>
          <p:cNvPr id="14" name="Прямоугольник 29">
            <a:extLst>
              <a:ext uri="{FF2B5EF4-FFF2-40B4-BE49-F238E27FC236}">
                <a16:creationId xmlns:a16="http://schemas.microsoft.com/office/drawing/2014/main" id="{C3486913-A292-3BBC-8B74-66DCBC8DCF87}"/>
              </a:ext>
            </a:extLst>
          </p:cNvPr>
          <p:cNvSpPr/>
          <p:nvPr/>
        </p:nvSpPr>
        <p:spPr bwMode="auto">
          <a:xfrm>
            <a:off x="4736206" y="2156996"/>
            <a:ext cx="4193785" cy="840204"/>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lgn="ctr">
              <a:spcBef>
                <a:spcPts val="600"/>
              </a:spcBef>
              <a:spcAft>
                <a:spcPts val="600"/>
              </a:spcAft>
            </a:pPr>
            <a:r>
              <a:rPr lang="ru-RU" sz="1050" dirty="0">
                <a:solidFill>
                  <a:schemeClr val="tx2"/>
                </a:solidFill>
                <a:ea typeface="GPN_DIN Condensed Medium" panose="020B0606020202020204" pitchFamily="34" charset="-52"/>
              </a:rPr>
              <a:t>Не актуализированы графики ППР подъемных сооружений на 2025 год с учетом вывода ПС из эксплуатации (график ППР ПС, управляемых с пола, утв. 28.12.2024; график ППР ПС на 2025 год, утв. 28.12.2024)</a:t>
            </a:r>
          </a:p>
        </p:txBody>
      </p:sp>
      <p:sp>
        <p:nvSpPr>
          <p:cNvPr id="16" name="Прямоугольник 29">
            <a:extLst>
              <a:ext uri="{FF2B5EF4-FFF2-40B4-BE49-F238E27FC236}">
                <a16:creationId xmlns:a16="http://schemas.microsoft.com/office/drawing/2014/main" id="{C3486913-A292-3BBC-8B74-66DCBC8DCF87}"/>
              </a:ext>
            </a:extLst>
          </p:cNvPr>
          <p:cNvSpPr/>
          <p:nvPr/>
        </p:nvSpPr>
        <p:spPr bwMode="auto">
          <a:xfrm>
            <a:off x="391188" y="3060763"/>
            <a:ext cx="2021275" cy="331022"/>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050" b="1" dirty="0" smtClean="0">
                <a:solidFill>
                  <a:schemeClr val="tx2"/>
                </a:solidFill>
                <a:ea typeface="GPN_DIN Condensed Regular" panose="020B0506020202020204" pitchFamily="34" charset="-52"/>
              </a:rPr>
              <a:t>Коррекция</a:t>
            </a:r>
            <a:endParaRPr lang="ru-RU" sz="1050" b="1" dirty="0">
              <a:solidFill>
                <a:schemeClr val="tx2"/>
              </a:solidFill>
              <a:ea typeface="GPN_DIN Condensed Regular" panose="020B0506020202020204" pitchFamily="34" charset="-52"/>
            </a:endParaRPr>
          </a:p>
        </p:txBody>
      </p:sp>
      <p:sp>
        <p:nvSpPr>
          <p:cNvPr id="17" name="Прямоугольник 29">
            <a:extLst>
              <a:ext uri="{FF2B5EF4-FFF2-40B4-BE49-F238E27FC236}">
                <a16:creationId xmlns:a16="http://schemas.microsoft.com/office/drawing/2014/main" id="{C3486913-A292-3BBC-8B74-66DCBC8DCF87}"/>
              </a:ext>
            </a:extLst>
          </p:cNvPr>
          <p:cNvSpPr/>
          <p:nvPr/>
        </p:nvSpPr>
        <p:spPr bwMode="auto">
          <a:xfrm>
            <a:off x="2563697" y="3060763"/>
            <a:ext cx="2021275" cy="331022"/>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050" b="1" dirty="0" smtClean="0">
                <a:solidFill>
                  <a:schemeClr val="tx2"/>
                </a:solidFill>
                <a:ea typeface="GPN_DIN Condensed Regular" panose="020B0506020202020204" pitchFamily="34" charset="-52"/>
              </a:rPr>
              <a:t>КРД</a:t>
            </a:r>
            <a:endParaRPr lang="ru-RU" sz="1050" b="1" dirty="0">
              <a:solidFill>
                <a:schemeClr val="tx2"/>
              </a:solidFill>
              <a:ea typeface="GPN_DIN Condensed Regular" panose="020B0506020202020204" pitchFamily="34" charset="-52"/>
            </a:endParaRPr>
          </a:p>
        </p:txBody>
      </p:sp>
      <p:sp>
        <p:nvSpPr>
          <p:cNvPr id="18" name="Прямоугольник 29">
            <a:extLst>
              <a:ext uri="{FF2B5EF4-FFF2-40B4-BE49-F238E27FC236}">
                <a16:creationId xmlns:a16="http://schemas.microsoft.com/office/drawing/2014/main" id="{C3486913-A292-3BBC-8B74-66DCBC8DCF87}"/>
              </a:ext>
            </a:extLst>
          </p:cNvPr>
          <p:cNvSpPr/>
          <p:nvPr/>
        </p:nvSpPr>
        <p:spPr bwMode="auto">
          <a:xfrm>
            <a:off x="4736208" y="3060763"/>
            <a:ext cx="2021275" cy="331022"/>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050" b="1" dirty="0" smtClean="0">
                <a:solidFill>
                  <a:schemeClr val="tx2"/>
                </a:solidFill>
                <a:ea typeface="GPN_DIN Condensed Regular" panose="020B0506020202020204" pitchFamily="34" charset="-52"/>
              </a:rPr>
              <a:t>Коррекция</a:t>
            </a:r>
            <a:endParaRPr lang="ru-RU" sz="1050" b="1" dirty="0">
              <a:solidFill>
                <a:schemeClr val="tx2"/>
              </a:solidFill>
              <a:ea typeface="GPN_DIN Condensed Regular" panose="020B0506020202020204" pitchFamily="34" charset="-52"/>
            </a:endParaRPr>
          </a:p>
        </p:txBody>
      </p:sp>
      <p:sp>
        <p:nvSpPr>
          <p:cNvPr id="19" name="Прямоугольник 29">
            <a:extLst>
              <a:ext uri="{FF2B5EF4-FFF2-40B4-BE49-F238E27FC236}">
                <a16:creationId xmlns:a16="http://schemas.microsoft.com/office/drawing/2014/main" id="{C3486913-A292-3BBC-8B74-66DCBC8DCF87}"/>
              </a:ext>
            </a:extLst>
          </p:cNvPr>
          <p:cNvSpPr/>
          <p:nvPr/>
        </p:nvSpPr>
        <p:spPr bwMode="auto">
          <a:xfrm>
            <a:off x="6908717" y="3060763"/>
            <a:ext cx="2021275" cy="331022"/>
          </a:xfrm>
          <a:prstGeom prst="rect">
            <a:avLst/>
          </a:prstGeom>
          <a:solidFill>
            <a:srgbClr val="70C06C"/>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lgn="ctr">
              <a:spcBef>
                <a:spcPts val="600"/>
              </a:spcBef>
              <a:spcAft>
                <a:spcPts val="600"/>
              </a:spcAft>
            </a:pPr>
            <a:r>
              <a:rPr lang="ru-RU" sz="1050" b="1" dirty="0" smtClean="0">
                <a:solidFill>
                  <a:schemeClr val="tx2"/>
                </a:solidFill>
                <a:ea typeface="GPN_DIN Condensed Regular" panose="020B0506020202020204" pitchFamily="34" charset="-52"/>
              </a:rPr>
              <a:t>КРД</a:t>
            </a:r>
            <a:endParaRPr lang="ru-RU" sz="1050" b="1" dirty="0">
              <a:solidFill>
                <a:schemeClr val="tx2"/>
              </a:solidFill>
              <a:ea typeface="GPN_DIN Condensed Regular" panose="020B0506020202020204" pitchFamily="34" charset="-52"/>
            </a:endParaRPr>
          </a:p>
        </p:txBody>
      </p:sp>
      <p:sp>
        <p:nvSpPr>
          <p:cNvPr id="64" name="Кнопка интерактив">
            <a:hlinkClick r:id="rId5"/>
          </p:cNvPr>
          <p:cNvSpPr/>
          <p:nvPr/>
        </p:nvSpPr>
        <p:spPr>
          <a:xfrm>
            <a:off x="9642000" y="6098000"/>
            <a:ext cx="2300000" cy="560000"/>
          </a:xfrm>
          <a:prstGeom prst="roundRect">
            <a:avLst/>
          </a:prstGeom>
          <a:solidFill>
            <a:srgbClr val="E659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  ИНТЕРАКТИВ</a:t>
            </a:r>
          </a:p>
        </p:txBody>
      </p:sp>
    </p:spTree>
    <p:extLst>
      <p:ext uri="{BB962C8B-B14F-4D97-AF65-F5344CB8AC3E}">
        <p14:creationId xmlns:p14="http://schemas.microsoft.com/office/powerpoint/2010/main" val="60170791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13. ПОСТОЯННОЕ УЛУЧШЕНИЕ</a:t>
            </a:r>
            <a:endParaRPr lang="ru-RU" sz="2000" dirty="0">
              <a:latin typeface="DINPro-Bold" panose="02000503030000020004" pitchFamily="50" charset="0"/>
            </a:endParaRPr>
          </a:p>
        </p:txBody>
      </p:sp>
      <p:sp>
        <p:nvSpPr>
          <p:cNvPr id="28" name="Прямоугольник 27"/>
          <p:cNvSpPr>
            <a:spLocks/>
          </p:cNvSpPr>
          <p:nvPr/>
        </p:nvSpPr>
        <p:spPr bwMode="auto">
          <a:xfrm>
            <a:off x="609600" y="1293640"/>
            <a:ext cx="3636000" cy="2592000"/>
          </a:xfrm>
          <a:prstGeom prst="rect">
            <a:avLst/>
          </a:prstGeom>
          <a:solidFill>
            <a:srgbClr val="0094DF"/>
          </a:solidFill>
          <a:ln w="12700">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nchorCtr="0"/>
          <a:lstStyle/>
          <a:p>
            <a:pPr algn="ctr">
              <a:spcBef>
                <a:spcPts val="600"/>
              </a:spcBef>
              <a:defRPr/>
            </a:pPr>
            <a:r>
              <a:rPr lang="ru-RU" sz="2400" dirty="0">
                <a:solidFill>
                  <a:schemeClr val="bg1"/>
                </a:solidFill>
                <a:latin typeface="DINPro-Bold"/>
              </a:rPr>
              <a:t>ПОДАЧА ИДЕЙ</a:t>
            </a:r>
            <a:endParaRPr dirty="0"/>
          </a:p>
        </p:txBody>
      </p:sp>
      <p:sp>
        <p:nvSpPr>
          <p:cNvPr id="30" name="Прямоугольник 29"/>
          <p:cNvSpPr>
            <a:spLocks/>
          </p:cNvSpPr>
          <p:nvPr/>
        </p:nvSpPr>
        <p:spPr bwMode="auto">
          <a:xfrm>
            <a:off x="609600" y="3898230"/>
            <a:ext cx="3636000" cy="2592000"/>
          </a:xfrm>
          <a:prstGeom prst="rect">
            <a:avLst/>
          </a:prstGeom>
          <a:noFill/>
          <a:ln w="19050">
            <a:solidFill>
              <a:srgbClr val="0094DF"/>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b" anchorCtr="0"/>
          <a:lstStyle/>
          <a:p>
            <a:pPr algn="ctr">
              <a:defRPr/>
            </a:pPr>
            <a:r>
              <a:rPr lang="ru-RU" sz="2400" dirty="0">
                <a:solidFill>
                  <a:srgbClr val="0070BA"/>
                </a:solidFill>
                <a:latin typeface="DINPro-Bold"/>
              </a:rPr>
              <a:t>ПОДАЧА</a:t>
            </a:r>
            <a:r>
              <a:rPr lang="ru-RU" sz="1200" dirty="0">
                <a:solidFill>
                  <a:srgbClr val="0070BA"/>
                </a:solidFill>
                <a:latin typeface="DINPro-Bold"/>
              </a:rPr>
              <a:t> </a:t>
            </a:r>
            <a:r>
              <a:rPr lang="ru-RU" sz="2400" dirty="0" smtClean="0">
                <a:solidFill>
                  <a:srgbClr val="0070BA"/>
                </a:solidFill>
                <a:latin typeface="DINPro-Bold"/>
              </a:rPr>
              <a:t>ПРОБЛЕМ</a:t>
            </a:r>
            <a:endParaRPr lang="ru-RU" sz="1200" dirty="0">
              <a:solidFill>
                <a:schemeClr val="tx1"/>
              </a:solidFill>
            </a:endParaRPr>
          </a:p>
        </p:txBody>
      </p:sp>
      <p:sp>
        <p:nvSpPr>
          <p:cNvPr id="34" name="Прямоугольник 33"/>
          <p:cNvSpPr>
            <a:spLocks/>
          </p:cNvSpPr>
          <p:nvPr/>
        </p:nvSpPr>
        <p:spPr bwMode="auto">
          <a:xfrm>
            <a:off x="4255168" y="3898230"/>
            <a:ext cx="3636000" cy="2592000"/>
          </a:xfrm>
          <a:prstGeom prst="rect">
            <a:avLst/>
          </a:prstGeom>
          <a:solidFill>
            <a:srgbClr val="0094DF"/>
          </a:solidFill>
          <a:ln w="12700">
            <a:noFill/>
          </a:ln>
        </p:spPr>
        <p:style>
          <a:lnRef idx="2">
            <a:schemeClr val="accent1">
              <a:shade val="50000"/>
            </a:schemeClr>
          </a:lnRef>
          <a:fillRef idx="1">
            <a:schemeClr val="accent1"/>
          </a:fillRef>
          <a:effectRef idx="0">
            <a:schemeClr val="accent1"/>
          </a:effectRef>
          <a:fontRef idx="minor">
            <a:schemeClr val="lt1"/>
          </a:fontRef>
        </p:style>
        <p:txBody>
          <a:bodyPr tIns="180000" bIns="72000" rtlCol="0" anchor="b" anchorCtr="0"/>
          <a:lstStyle/>
          <a:p>
            <a:pPr algn="ctr">
              <a:spcBef>
                <a:spcPts val="600"/>
              </a:spcBef>
            </a:pPr>
            <a:r>
              <a:rPr lang="ru-RU" sz="2400" dirty="0" smtClean="0">
                <a:solidFill>
                  <a:schemeClr val="bg1"/>
                </a:solidFill>
                <a:latin typeface="DINPro-Bold"/>
              </a:rPr>
              <a:t>РЕШЕНИЕ ЗАДАЧ ОТ БИЗНЕСА</a:t>
            </a:r>
            <a:endParaRPr sz="2400" dirty="0">
              <a:solidFill>
                <a:schemeClr val="bg1"/>
              </a:solidFill>
              <a:latin typeface="DINPro-Bold"/>
            </a:endParaRPr>
          </a:p>
        </p:txBody>
      </p:sp>
      <p:sp>
        <p:nvSpPr>
          <p:cNvPr id="39" name="Прямоугольник 38"/>
          <p:cNvSpPr>
            <a:spLocks/>
          </p:cNvSpPr>
          <p:nvPr/>
        </p:nvSpPr>
        <p:spPr bwMode="auto">
          <a:xfrm>
            <a:off x="4255168" y="1293640"/>
            <a:ext cx="3636000" cy="2592000"/>
          </a:xfrm>
          <a:prstGeom prst="rect">
            <a:avLst/>
          </a:prstGeom>
          <a:noFill/>
          <a:ln w="19050">
            <a:solidFill>
              <a:srgbClr val="0094DF"/>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nchorCtr="0"/>
          <a:lstStyle/>
          <a:p>
            <a:pPr algn="ctr">
              <a:spcBef>
                <a:spcPts val="600"/>
              </a:spcBef>
              <a:defRPr/>
            </a:pPr>
            <a:r>
              <a:rPr lang="ru-RU" sz="2400" dirty="0">
                <a:solidFill>
                  <a:srgbClr val="0070BA"/>
                </a:solidFill>
                <a:latin typeface="DINPro-Bold"/>
              </a:rPr>
              <a:t>ОБМЕН УСПЕШНЫМИ ПРАКТИКАМИ</a:t>
            </a:r>
          </a:p>
        </p:txBody>
      </p:sp>
      <p:sp>
        <p:nvSpPr>
          <p:cNvPr id="40" name="Прямоугольник 39"/>
          <p:cNvSpPr>
            <a:spLocks/>
          </p:cNvSpPr>
          <p:nvPr/>
        </p:nvSpPr>
        <p:spPr bwMode="auto">
          <a:xfrm>
            <a:off x="7900736" y="1293640"/>
            <a:ext cx="3636000" cy="2592000"/>
          </a:xfrm>
          <a:prstGeom prst="rect">
            <a:avLst/>
          </a:prstGeom>
          <a:solidFill>
            <a:srgbClr val="0094DF"/>
          </a:solidFill>
          <a:ln w="12700">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nchorCtr="0"/>
          <a:lstStyle/>
          <a:p>
            <a:pPr algn="ctr">
              <a:spcBef>
                <a:spcPts val="600"/>
              </a:spcBef>
            </a:pPr>
            <a:r>
              <a:rPr lang="ru-RU" sz="2400" dirty="0" smtClean="0">
                <a:solidFill>
                  <a:schemeClr val="bg1"/>
                </a:solidFill>
                <a:latin typeface="DINPro-Bold"/>
              </a:rPr>
              <a:t>РЕАЛИЗАЦИЯ ПРОЕКТОВ</a:t>
            </a:r>
            <a:endParaRPr sz="2400" dirty="0">
              <a:solidFill>
                <a:schemeClr val="bg1"/>
              </a:solidFill>
              <a:latin typeface="DINPro-Bold"/>
            </a:endParaRPr>
          </a:p>
        </p:txBody>
      </p:sp>
      <p:sp>
        <p:nvSpPr>
          <p:cNvPr id="41" name="Прямоугольник 40"/>
          <p:cNvSpPr>
            <a:spLocks/>
          </p:cNvSpPr>
          <p:nvPr/>
        </p:nvSpPr>
        <p:spPr bwMode="auto">
          <a:xfrm>
            <a:off x="7900736" y="3898230"/>
            <a:ext cx="3636000" cy="2592000"/>
          </a:xfrm>
          <a:prstGeom prst="rect">
            <a:avLst/>
          </a:prstGeom>
          <a:noFill/>
          <a:ln w="19050">
            <a:solidFill>
              <a:srgbClr val="0094DF"/>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b" anchorCtr="0"/>
          <a:lstStyle/>
          <a:p>
            <a:pPr algn="ctr"/>
            <a:r>
              <a:rPr lang="ru-RU" sz="2400" dirty="0">
                <a:solidFill>
                  <a:srgbClr val="0070BA"/>
                </a:solidFill>
                <a:latin typeface="DINPro-Bold"/>
              </a:rPr>
              <a:t>РАЗВИТИЕ </a:t>
            </a:r>
            <a:r>
              <a:rPr lang="ru-RU" sz="2400" dirty="0" smtClean="0">
                <a:solidFill>
                  <a:srgbClr val="0070BA"/>
                </a:solidFill>
                <a:latin typeface="DINPro-Bold"/>
              </a:rPr>
              <a:t>СОТРУДНИКОВ</a:t>
            </a:r>
            <a:endParaRPr lang="ru-RU" sz="2400" dirty="0">
              <a:solidFill>
                <a:srgbClr val="0070BA"/>
              </a:solidFill>
              <a:latin typeface="DINPro-Bold"/>
            </a:endParaRPr>
          </a:p>
        </p:txBody>
      </p:sp>
      <p:pic>
        <p:nvPicPr>
          <p:cNvPr id="42" name="Picture 2" descr="Picture background"/>
          <p:cNvPicPr>
            <a:picLocks noChangeAspect="1" noChangeArrowheads="1"/>
          </p:cNvPicPr>
          <p:nvPr/>
        </p:nvPicPr>
        <p:blipFill>
          <a:blip r:embed="rId3"/>
          <a:srcRect l="5994" t="6105" r="5575" b="6337"/>
          <a:stretch/>
        </p:blipFill>
        <p:spPr bwMode="auto">
          <a:xfrm>
            <a:off x="1526013" y="2101606"/>
            <a:ext cx="1636141" cy="1620000"/>
          </a:xfrm>
          <a:prstGeom prst="rect">
            <a:avLst/>
          </a:prstGeom>
          <a:noFill/>
        </p:spPr>
      </p:pic>
      <p:pic>
        <p:nvPicPr>
          <p:cNvPr id="43" name="Рисунок 42"/>
          <p:cNvPicPr>
            <a:picLocks noChangeAspect="1"/>
          </p:cNvPicPr>
          <p:nvPr/>
        </p:nvPicPr>
        <p:blipFill>
          <a:blip r:embed="rId4"/>
          <a:srcRect l="6515" t="27287" r="27051" b="39690"/>
          <a:stretch/>
        </p:blipFill>
        <p:spPr bwMode="auto">
          <a:xfrm>
            <a:off x="1309443" y="4021180"/>
            <a:ext cx="2304511" cy="1620000"/>
          </a:xfrm>
          <a:prstGeom prst="rect">
            <a:avLst/>
          </a:prstGeom>
        </p:spPr>
      </p:pic>
      <p:pic>
        <p:nvPicPr>
          <p:cNvPr id="44" name="Picture 4" descr="Picture background"/>
          <p:cNvPicPr>
            <a:picLocks noChangeAspect="1" noChangeArrowheads="1"/>
          </p:cNvPicPr>
          <p:nvPr/>
        </p:nvPicPr>
        <p:blipFill>
          <a:blip r:embed="rId5"/>
          <a:srcRect l="7055" t="8163" r="8628" b="17524"/>
          <a:stretch/>
        </p:blipFill>
        <p:spPr bwMode="auto">
          <a:xfrm>
            <a:off x="5165844" y="2251338"/>
            <a:ext cx="1838088" cy="1620000"/>
          </a:xfrm>
          <a:prstGeom prst="rect">
            <a:avLst/>
          </a:prstGeom>
          <a:noFill/>
        </p:spPr>
      </p:pic>
      <p:pic>
        <p:nvPicPr>
          <p:cNvPr id="48" name="Picture 4" descr="Picture background"/>
          <p:cNvPicPr>
            <a:picLocks noChangeAspect="1" noChangeArrowheads="1"/>
          </p:cNvPicPr>
          <p:nvPr/>
        </p:nvPicPr>
        <p:blipFill>
          <a:blip r:embed="rId6"/>
          <a:stretch/>
        </p:blipFill>
        <p:spPr bwMode="auto">
          <a:xfrm>
            <a:off x="5018912" y="4021180"/>
            <a:ext cx="2137202" cy="1620000"/>
          </a:xfrm>
          <a:prstGeom prst="rect">
            <a:avLst/>
          </a:prstGeom>
          <a:noFill/>
        </p:spPr>
      </p:pic>
      <p:pic>
        <p:nvPicPr>
          <p:cNvPr id="49" name="Picture 6" descr="Picture background"/>
          <p:cNvPicPr>
            <a:picLocks noChangeAspect="1" noChangeArrowheads="1"/>
          </p:cNvPicPr>
          <p:nvPr/>
        </p:nvPicPr>
        <p:blipFill>
          <a:blip r:embed="rId7"/>
          <a:srcRect l="5797" t="39110" r="2694" b="21390"/>
          <a:stretch/>
        </p:blipFill>
        <p:spPr bwMode="auto">
          <a:xfrm>
            <a:off x="8001000" y="2534743"/>
            <a:ext cx="3414104" cy="1079463"/>
          </a:xfrm>
          <a:prstGeom prst="rect">
            <a:avLst/>
          </a:prstGeom>
          <a:noFill/>
        </p:spPr>
      </p:pic>
      <p:pic>
        <p:nvPicPr>
          <p:cNvPr id="50" name="Picture 2" descr="https://www.comnews.ru/sites/default/files2019/articles/2023-12/4_employer-growing-business-professionals-career-training_74855-9857%5BImage-by-pch_vector-on-Freepik%5D_1200x800.jpg"/>
          <p:cNvPicPr>
            <a:picLocks noChangeAspect="1" noChangeArrowheads="1"/>
          </p:cNvPicPr>
          <p:nvPr/>
        </p:nvPicPr>
        <p:blipFill>
          <a:blip r:embed="rId8"/>
          <a:stretch/>
        </p:blipFill>
        <p:spPr bwMode="auto">
          <a:xfrm>
            <a:off x="8626642" y="4021180"/>
            <a:ext cx="2270352" cy="1620000"/>
          </a:xfrm>
          <a:prstGeom prst="rect">
            <a:avLst/>
          </a:prstGeom>
          <a:noFill/>
        </p:spPr>
      </p:pic>
    </p:spTree>
    <p:extLst>
      <p:ext uri="{BB962C8B-B14F-4D97-AF65-F5344CB8AC3E}">
        <p14:creationId xmlns:p14="http://schemas.microsoft.com/office/powerpoint/2010/main" val="32374748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14. ДОПОЛНИТЕЛЬНЫЕ ТЕРМИНЫ</a:t>
            </a:r>
            <a:endParaRPr lang="ru-RU" sz="2000" dirty="0">
              <a:latin typeface="DINPro-Bold" panose="02000503030000020004" pitchFamily="50" charset="0"/>
            </a:endParaRPr>
          </a:p>
        </p:txBody>
      </p:sp>
      <p:sp>
        <p:nvSpPr>
          <p:cNvPr id="44" name="Прямоугольник 27">
            <a:extLst>
              <a:ext uri="{FF2B5EF4-FFF2-40B4-BE49-F238E27FC236}">
                <a16:creationId xmlns:a16="http://schemas.microsoft.com/office/drawing/2014/main" id="{0F67F8FC-846B-7DC9-7278-B25D2ABC8AED}"/>
              </a:ext>
            </a:extLst>
          </p:cNvPr>
          <p:cNvSpPr/>
          <p:nvPr/>
        </p:nvSpPr>
        <p:spPr>
          <a:xfrm>
            <a:off x="423307" y="1341299"/>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45" name="Прямоугольник 29">
            <a:extLst>
              <a:ext uri="{FF2B5EF4-FFF2-40B4-BE49-F238E27FC236}">
                <a16:creationId xmlns:a16="http://schemas.microsoft.com/office/drawing/2014/main" id="{C3486913-A292-3BBC-8B74-66DCBC8DCF87}"/>
              </a:ext>
            </a:extLst>
          </p:cNvPr>
          <p:cNvSpPr/>
          <p:nvPr/>
        </p:nvSpPr>
        <p:spPr>
          <a:xfrm>
            <a:off x="423307" y="2045697"/>
            <a:ext cx="3744000" cy="405430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a:solidFill>
                  <a:schemeClr val="tx2"/>
                </a:solidFill>
                <a:latin typeface="DINPro-Bold" panose="02000503030000020004" pitchFamily="50" charset="0"/>
                <a:ea typeface="GPN_DIN Regular" panose="020B0504020202020204" pitchFamily="34" charset="-52"/>
              </a:rPr>
              <a:t>особо ответственные </a:t>
            </a:r>
            <a:r>
              <a:rPr lang="ru-RU" sz="1200" dirty="0" smtClean="0">
                <a:solidFill>
                  <a:schemeClr val="tx2"/>
                </a:solidFill>
                <a:latin typeface="DINPro-Bold" panose="02000503030000020004" pitchFamily="50" charset="0"/>
                <a:ea typeface="GPN_DIN Regular" panose="020B0504020202020204" pitchFamily="34" charset="-52"/>
              </a:rPr>
              <a:t>процессы </a:t>
            </a:r>
            <a:r>
              <a:rPr lang="ru-RU" sz="1200" dirty="0">
                <a:solidFill>
                  <a:schemeClr val="tx2"/>
                </a:solidFill>
                <a:latin typeface="DINPro-Light" panose="02000504040000020003" pitchFamily="50" charset="0"/>
                <a:ea typeface="GPN_DIN Regular" panose="020B0504020202020204" pitchFamily="34" charset="-52"/>
              </a:rPr>
              <a:t>- с</a:t>
            </a:r>
            <a:r>
              <a:rPr lang="ru-RU" sz="1200" dirty="0" smtClean="0">
                <a:solidFill>
                  <a:schemeClr val="tx2"/>
                </a:solidFill>
                <a:latin typeface="DINPro-Light" panose="02000504040000020003" pitchFamily="50" charset="0"/>
                <a:ea typeface="GPN_DIN Regular" panose="020B0504020202020204" pitchFamily="34" charset="-52"/>
              </a:rPr>
              <a:t>пециальные </a:t>
            </a:r>
            <a:r>
              <a:rPr lang="ru-RU" sz="1200" dirty="0">
                <a:solidFill>
                  <a:schemeClr val="tx2"/>
                </a:solidFill>
                <a:latin typeface="DINPro-Light" panose="02000504040000020003" pitchFamily="50" charset="0"/>
                <a:ea typeface="GPN_DIN Regular" panose="020B0504020202020204" pitchFamily="34" charset="-52"/>
              </a:rPr>
              <a:t>процессы, а также те процессы, которые критическим образом влияют на качество </a:t>
            </a:r>
            <a:r>
              <a:rPr lang="ru-RU" sz="1200" dirty="0" smtClean="0">
                <a:solidFill>
                  <a:schemeClr val="tx2"/>
                </a:solidFill>
                <a:latin typeface="DINPro-Light" panose="02000504040000020003" pitchFamily="50" charset="0"/>
                <a:ea typeface="GPN_DIN Regular" panose="020B0504020202020204" pitchFamily="34" charset="-52"/>
              </a:rPr>
              <a:t>продукции</a:t>
            </a:r>
            <a:endParaRPr lang="ru-RU" sz="1200" dirty="0">
              <a:solidFill>
                <a:schemeClr val="tx2"/>
              </a:solidFill>
              <a:latin typeface="DINPro-Light" panose="02000504040000020003" pitchFamily="50" charset="0"/>
              <a:ea typeface="GPN_DIN Regular" panose="020B0504020202020204" pitchFamily="34" charset="-52"/>
            </a:endParaRPr>
          </a:p>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специальные </a:t>
            </a:r>
            <a:r>
              <a:rPr lang="ru-RU" sz="1200" dirty="0">
                <a:solidFill>
                  <a:schemeClr val="tx2"/>
                </a:solidFill>
                <a:latin typeface="DINPro-Bold" panose="02000503030000020004" pitchFamily="50" charset="0"/>
                <a:ea typeface="GPN_DIN Regular" panose="020B0504020202020204" pitchFamily="34" charset="-52"/>
              </a:rPr>
              <a:t>характеристики </a:t>
            </a:r>
            <a:r>
              <a:rPr lang="ru-RU" sz="1200" dirty="0" smtClean="0">
                <a:solidFill>
                  <a:schemeClr val="tx2"/>
                </a:solidFill>
                <a:latin typeface="DINPro-Bold" panose="02000503030000020004" pitchFamily="50" charset="0"/>
                <a:ea typeface="GPN_DIN Regular" panose="020B0504020202020204" pitchFamily="34" charset="-52"/>
              </a:rPr>
              <a:t>процесса </a:t>
            </a:r>
            <a:r>
              <a:rPr lang="ru-RU" sz="1200" dirty="0">
                <a:solidFill>
                  <a:schemeClr val="tx2"/>
                </a:solidFill>
                <a:latin typeface="DINPro-Light" panose="02000504040000020003" pitchFamily="50" charset="0"/>
                <a:ea typeface="GPN_DIN Regular" panose="020B0504020202020204" pitchFamily="34" charset="-52"/>
              </a:rPr>
              <a:t>- </a:t>
            </a:r>
            <a:r>
              <a:rPr lang="ru-RU" sz="1200" dirty="0" smtClean="0">
                <a:solidFill>
                  <a:schemeClr val="tx2"/>
                </a:solidFill>
                <a:latin typeface="DINPro-Light" panose="02000504040000020003" pitchFamily="50" charset="0"/>
                <a:ea typeface="GPN_DIN Regular" panose="020B0504020202020204" pitchFamily="34" charset="-52"/>
              </a:rPr>
              <a:t>параметры </a:t>
            </a:r>
            <a:r>
              <a:rPr lang="ru-RU" sz="1200" dirty="0">
                <a:solidFill>
                  <a:schemeClr val="tx2"/>
                </a:solidFill>
                <a:latin typeface="DINPro-Light" panose="02000504040000020003" pitchFamily="50" charset="0"/>
                <a:ea typeface="GPN_DIN Regular" panose="020B0504020202020204" pitchFamily="34" charset="-52"/>
              </a:rPr>
              <a:t>производственного процесса, отклонения которых от установленных целевых значений могут оказать значительное негативное влияние на специальную характеристику продукции или последующую обработку </a:t>
            </a:r>
            <a:r>
              <a:rPr lang="ru-RU" sz="1200" dirty="0" smtClean="0">
                <a:solidFill>
                  <a:schemeClr val="tx2"/>
                </a:solidFill>
                <a:latin typeface="DINPro-Light" panose="02000504040000020003" pitchFamily="50" charset="0"/>
                <a:ea typeface="GPN_DIN Regular" panose="020B0504020202020204" pitchFamily="34" charset="-52"/>
              </a:rPr>
              <a:t>продукции</a:t>
            </a:r>
            <a:endParaRPr lang="ru-RU" sz="1200" dirty="0">
              <a:solidFill>
                <a:schemeClr val="tx2"/>
              </a:solidFill>
              <a:latin typeface="DINPro-Light" panose="02000504040000020003" pitchFamily="50" charset="0"/>
              <a:ea typeface="GPN_DIN Regular" panose="020B0504020202020204" pitchFamily="34" charset="-52"/>
            </a:endParaRPr>
          </a:p>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специальные </a:t>
            </a:r>
            <a:r>
              <a:rPr lang="ru-RU" sz="1200" dirty="0">
                <a:solidFill>
                  <a:schemeClr val="tx2"/>
                </a:solidFill>
                <a:latin typeface="DINPro-Bold" panose="02000503030000020004" pitchFamily="50" charset="0"/>
                <a:ea typeface="GPN_DIN Regular" panose="020B0504020202020204" pitchFamily="34" charset="-52"/>
              </a:rPr>
              <a:t>характеристики </a:t>
            </a:r>
            <a:r>
              <a:rPr lang="ru-RU" sz="1200" dirty="0" smtClean="0">
                <a:solidFill>
                  <a:schemeClr val="tx2"/>
                </a:solidFill>
                <a:latin typeface="DINPro-Bold" panose="02000503030000020004" pitchFamily="50" charset="0"/>
                <a:ea typeface="GPN_DIN Regular" panose="020B0504020202020204" pitchFamily="34" charset="-52"/>
              </a:rPr>
              <a:t>продукции </a:t>
            </a:r>
            <a:r>
              <a:rPr lang="ru-RU" sz="1200" dirty="0">
                <a:solidFill>
                  <a:schemeClr val="tx2"/>
                </a:solidFill>
                <a:latin typeface="DINPro-Light" panose="02000504040000020003" pitchFamily="50" charset="0"/>
                <a:ea typeface="GPN_DIN Regular" panose="020B0504020202020204" pitchFamily="34" charset="-52"/>
              </a:rPr>
              <a:t>- </a:t>
            </a:r>
            <a:r>
              <a:rPr lang="ru-RU" sz="1200" dirty="0" smtClean="0">
                <a:solidFill>
                  <a:schemeClr val="tx2"/>
                </a:solidFill>
                <a:latin typeface="DINPro-Light" panose="02000504040000020003" pitchFamily="50" charset="0"/>
                <a:ea typeface="GPN_DIN Regular" panose="020B0504020202020204" pitchFamily="34" charset="-52"/>
              </a:rPr>
              <a:t>характеристики </a:t>
            </a:r>
            <a:r>
              <a:rPr lang="ru-RU" sz="1200" dirty="0">
                <a:solidFill>
                  <a:schemeClr val="tx2"/>
                </a:solidFill>
                <a:latin typeface="DINPro-Light" panose="02000504040000020003" pitchFamily="50" charset="0"/>
                <a:ea typeface="GPN_DIN Regular" panose="020B0504020202020204" pitchFamily="34" charset="-52"/>
              </a:rPr>
              <a:t>продукции, которые могут повлиять на её безопасность или соответствие регламентам, функциональную пригодность, рабочие характеристики или последующую </a:t>
            </a:r>
            <a:r>
              <a:rPr lang="ru-RU" sz="1200">
                <a:solidFill>
                  <a:schemeClr val="tx2"/>
                </a:solidFill>
                <a:latin typeface="DINPro-Light" panose="02000504040000020003" pitchFamily="50" charset="0"/>
                <a:ea typeface="GPN_DIN Regular" panose="020B0504020202020204" pitchFamily="34" charset="-52"/>
              </a:rPr>
              <a:t>обработку </a:t>
            </a:r>
            <a:r>
              <a:rPr lang="ru-RU" sz="1200" smtClean="0">
                <a:solidFill>
                  <a:schemeClr val="tx2"/>
                </a:solidFill>
                <a:latin typeface="DINPro-Light" panose="02000504040000020003" pitchFamily="50" charset="0"/>
                <a:ea typeface="GPN_DIN Regular" panose="020B0504020202020204" pitchFamily="34" charset="-52"/>
              </a:rPr>
              <a:t>продукции</a:t>
            </a:r>
            <a:endParaRPr lang="ru-RU" sz="1200" dirty="0">
              <a:solidFill>
                <a:schemeClr val="tx2"/>
              </a:solidFill>
              <a:latin typeface="DINPro-Light" panose="02000504040000020003" pitchFamily="50" charset="0"/>
              <a:ea typeface="GPN_DIN Regular" panose="020B0504020202020204" pitchFamily="34" charset="-52"/>
            </a:endParaRPr>
          </a:p>
        </p:txBody>
      </p:sp>
      <p:pic>
        <p:nvPicPr>
          <p:cNvPr id="5" name="Рисунок 4"/>
          <p:cNvPicPr>
            <a:picLocks noChangeAspect="1"/>
          </p:cNvPicPr>
          <p:nvPr/>
        </p:nvPicPr>
        <p:blipFill rotWithShape="1">
          <a:blip r:embed="rId3"/>
          <a:srcRect l="9020" r="9257"/>
          <a:stretch/>
        </p:blipFill>
        <p:spPr>
          <a:xfrm>
            <a:off x="492323" y="1393055"/>
            <a:ext cx="441293" cy="540000"/>
          </a:xfrm>
          <a:prstGeom prst="rect">
            <a:avLst/>
          </a:prstGeom>
        </p:spPr>
      </p:pic>
      <p:sp>
        <p:nvSpPr>
          <p:cNvPr id="12" name="Прямоугольник 27">
            <a:extLst>
              <a:ext uri="{FF2B5EF4-FFF2-40B4-BE49-F238E27FC236}">
                <a16:creationId xmlns:a16="http://schemas.microsoft.com/office/drawing/2014/main" id="{0F67F8FC-846B-7DC9-7278-B25D2ABC8AED}"/>
              </a:ext>
            </a:extLst>
          </p:cNvPr>
          <p:cNvSpPr/>
          <p:nvPr/>
        </p:nvSpPr>
        <p:spPr>
          <a:xfrm>
            <a:off x="4475747" y="1341299"/>
            <a:ext cx="7387390" cy="704398"/>
          </a:xfrm>
          <a:prstGeom prst="rect">
            <a:avLst/>
          </a:prstGeom>
          <a:solidFill>
            <a:srgbClr val="23D1C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806450">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КАК ЭТО В ГПН-СНАБЖЕНИИ</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13" name="Прямоугольник 29">
            <a:extLst>
              <a:ext uri="{FF2B5EF4-FFF2-40B4-BE49-F238E27FC236}">
                <a16:creationId xmlns:a16="http://schemas.microsoft.com/office/drawing/2014/main" id="{C3486913-A292-3BBC-8B74-66DCBC8DCF87}"/>
              </a:ext>
            </a:extLst>
          </p:cNvPr>
          <p:cNvSpPr/>
          <p:nvPr/>
        </p:nvSpPr>
        <p:spPr>
          <a:xfrm>
            <a:off x="4475747" y="2045697"/>
            <a:ext cx="7387390" cy="4176022"/>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endParaRPr lang="ru-RU" sz="1200" dirty="0" smtClean="0">
              <a:solidFill>
                <a:schemeClr val="tx2"/>
              </a:solidFill>
              <a:latin typeface="DINPro-Light" panose="02000504040000020003" pitchFamily="50" charset="0"/>
              <a:ea typeface="GPN_DIN Regular" panose="020B0504020202020204" pitchFamily="34" charset="-52"/>
            </a:endParaRPr>
          </a:p>
        </p:txBody>
      </p:sp>
      <p:pic>
        <p:nvPicPr>
          <p:cNvPr id="14" name="Рисунок 13"/>
          <p:cNvPicPr>
            <a:picLocks noChangeAspect="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11267" t="11547" r="9617" b="11173"/>
          <a:stretch/>
        </p:blipFill>
        <p:spPr>
          <a:xfrm>
            <a:off x="4690384" y="1393055"/>
            <a:ext cx="552832" cy="540000"/>
          </a:xfrm>
          <a:prstGeom prst="rect">
            <a:avLst/>
          </a:prstGeom>
        </p:spPr>
      </p:pic>
      <p:sp>
        <p:nvSpPr>
          <p:cNvPr id="3" name="Полилиния 2"/>
          <p:cNvSpPr/>
          <p:nvPr/>
        </p:nvSpPr>
        <p:spPr>
          <a:xfrm>
            <a:off x="4514939" y="2369447"/>
            <a:ext cx="1800000" cy="3600000"/>
          </a:xfrm>
          <a:custGeom>
            <a:avLst/>
            <a:gdLst>
              <a:gd name="connsiteX0" fmla="*/ 0 w 2017054"/>
              <a:gd name="connsiteY0" fmla="*/ 201705 h 4898304"/>
              <a:gd name="connsiteX1" fmla="*/ 201705 w 2017054"/>
              <a:gd name="connsiteY1" fmla="*/ 0 h 4898304"/>
              <a:gd name="connsiteX2" fmla="*/ 1815349 w 2017054"/>
              <a:gd name="connsiteY2" fmla="*/ 0 h 4898304"/>
              <a:gd name="connsiteX3" fmla="*/ 2017054 w 2017054"/>
              <a:gd name="connsiteY3" fmla="*/ 201705 h 4898304"/>
              <a:gd name="connsiteX4" fmla="*/ 2017054 w 2017054"/>
              <a:gd name="connsiteY4" fmla="*/ 4696599 h 4898304"/>
              <a:gd name="connsiteX5" fmla="*/ 1815349 w 2017054"/>
              <a:gd name="connsiteY5" fmla="*/ 4898304 h 4898304"/>
              <a:gd name="connsiteX6" fmla="*/ 201705 w 2017054"/>
              <a:gd name="connsiteY6" fmla="*/ 4898304 h 4898304"/>
              <a:gd name="connsiteX7" fmla="*/ 0 w 2017054"/>
              <a:gd name="connsiteY7" fmla="*/ 4696599 h 4898304"/>
              <a:gd name="connsiteX8" fmla="*/ 0 w 2017054"/>
              <a:gd name="connsiteY8" fmla="*/ 201705 h 489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7054" h="4898304">
                <a:moveTo>
                  <a:pt x="0" y="201705"/>
                </a:moveTo>
                <a:cubicBezTo>
                  <a:pt x="0" y="90306"/>
                  <a:pt x="90306" y="0"/>
                  <a:pt x="201705" y="0"/>
                </a:cubicBezTo>
                <a:lnTo>
                  <a:pt x="1815349" y="0"/>
                </a:lnTo>
                <a:cubicBezTo>
                  <a:pt x="1926748" y="0"/>
                  <a:pt x="2017054" y="90306"/>
                  <a:pt x="2017054" y="201705"/>
                </a:cubicBezTo>
                <a:lnTo>
                  <a:pt x="2017054" y="4696599"/>
                </a:lnTo>
                <a:cubicBezTo>
                  <a:pt x="2017054" y="4807998"/>
                  <a:pt x="1926748" y="4898304"/>
                  <a:pt x="1815349" y="4898304"/>
                </a:cubicBezTo>
                <a:lnTo>
                  <a:pt x="201705" y="4898304"/>
                </a:lnTo>
                <a:cubicBezTo>
                  <a:pt x="90306" y="4898304"/>
                  <a:pt x="0" y="4807998"/>
                  <a:pt x="0" y="4696599"/>
                </a:cubicBezTo>
                <a:lnTo>
                  <a:pt x="0" y="201705"/>
                </a:lnTo>
                <a:close/>
              </a:path>
            </a:pathLst>
          </a:custGeom>
          <a:solidFill>
            <a:srgbClr val="D2C7E5"/>
          </a:solidFill>
          <a:ln>
            <a:noFill/>
          </a:ln>
          <a:effectLst/>
        </p:spPr>
        <p:style>
          <a:lnRef idx="0">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88760" tIns="252000" rIns="88760" bIns="3517573" numCol="1" spcCol="1270" anchor="t" anchorCtr="0">
            <a:noAutofit/>
          </a:bodyPr>
          <a:lstStyle/>
          <a:p>
            <a:pPr lvl="0" algn="ctr" defTabSz="533400">
              <a:lnSpc>
                <a:spcPct val="90000"/>
              </a:lnSpc>
              <a:spcBef>
                <a:spcPct val="0"/>
              </a:spcBef>
              <a:spcAft>
                <a:spcPct val="35000"/>
              </a:spcAft>
            </a:pPr>
            <a:r>
              <a:rPr lang="ru-RU" sz="1200" b="1" kern="1200" dirty="0">
                <a:solidFill>
                  <a:sysClr val="windowText" lastClr="000000">
                    <a:hueOff val="0"/>
                    <a:satOff val="0"/>
                    <a:lumOff val="0"/>
                    <a:alphaOff val="0"/>
                  </a:sysClr>
                </a:solidFill>
                <a:latin typeface="Arial Narrow" panose="020B0606020202030204" pitchFamily="34" charset="0"/>
                <a:ea typeface="+mn-ea"/>
                <a:cs typeface="+mn-cs"/>
              </a:rPr>
              <a:t>Особо ответственные </a:t>
            </a:r>
            <a:r>
              <a:rPr lang="ru-RU" sz="1200" b="1" kern="1200" dirty="0" smtClean="0">
                <a:solidFill>
                  <a:sysClr val="windowText" lastClr="000000">
                    <a:hueOff val="0"/>
                    <a:satOff val="0"/>
                    <a:lumOff val="0"/>
                    <a:alphaOff val="0"/>
                  </a:sysClr>
                </a:solidFill>
                <a:latin typeface="Arial Narrow" panose="020B0606020202030204" pitchFamily="34" charset="0"/>
                <a:ea typeface="+mn-ea"/>
                <a:cs typeface="+mn-cs"/>
              </a:rPr>
              <a:t>процессы</a:t>
            </a:r>
            <a:endParaRPr lang="ru-RU" sz="1200" b="1" kern="1200" dirty="0">
              <a:solidFill>
                <a:sysClr val="windowText" lastClr="000000">
                  <a:hueOff val="0"/>
                  <a:satOff val="0"/>
                  <a:lumOff val="0"/>
                  <a:alphaOff val="0"/>
                </a:sysClr>
              </a:solidFill>
              <a:latin typeface="Arial Narrow" panose="020B0606020202030204" pitchFamily="34" charset="0"/>
              <a:ea typeface="+mn-ea"/>
              <a:cs typeface="+mn-cs"/>
            </a:endParaRPr>
          </a:p>
        </p:txBody>
      </p:sp>
      <p:sp>
        <p:nvSpPr>
          <p:cNvPr id="4" name="Полилиния 3"/>
          <p:cNvSpPr/>
          <p:nvPr/>
        </p:nvSpPr>
        <p:spPr>
          <a:xfrm>
            <a:off x="4608118" y="3142133"/>
            <a:ext cx="1613643" cy="565200"/>
          </a:xfrm>
          <a:custGeom>
            <a:avLst/>
            <a:gdLst>
              <a:gd name="connsiteX0" fmla="*/ 0 w 1613643"/>
              <a:gd name="connsiteY0" fmla="*/ 56667 h 566665"/>
              <a:gd name="connsiteX1" fmla="*/ 56667 w 1613643"/>
              <a:gd name="connsiteY1" fmla="*/ 0 h 566665"/>
              <a:gd name="connsiteX2" fmla="*/ 1556977 w 1613643"/>
              <a:gd name="connsiteY2" fmla="*/ 0 h 566665"/>
              <a:gd name="connsiteX3" fmla="*/ 1613644 w 1613643"/>
              <a:gd name="connsiteY3" fmla="*/ 56667 h 566665"/>
              <a:gd name="connsiteX4" fmla="*/ 1613643 w 1613643"/>
              <a:gd name="connsiteY4" fmla="*/ 509999 h 566665"/>
              <a:gd name="connsiteX5" fmla="*/ 1556976 w 1613643"/>
              <a:gd name="connsiteY5" fmla="*/ 566666 h 566665"/>
              <a:gd name="connsiteX6" fmla="*/ 56667 w 1613643"/>
              <a:gd name="connsiteY6" fmla="*/ 566665 h 566665"/>
              <a:gd name="connsiteX7" fmla="*/ 0 w 1613643"/>
              <a:gd name="connsiteY7" fmla="*/ 509998 h 566665"/>
              <a:gd name="connsiteX8" fmla="*/ 0 w 1613643"/>
              <a:gd name="connsiteY8" fmla="*/ 56667 h 566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3643" h="566665">
                <a:moveTo>
                  <a:pt x="0" y="56667"/>
                </a:moveTo>
                <a:cubicBezTo>
                  <a:pt x="0" y="25371"/>
                  <a:pt x="25371" y="0"/>
                  <a:pt x="56667" y="0"/>
                </a:cubicBezTo>
                <a:lnTo>
                  <a:pt x="1556977" y="0"/>
                </a:lnTo>
                <a:cubicBezTo>
                  <a:pt x="1588273" y="0"/>
                  <a:pt x="1613644" y="25371"/>
                  <a:pt x="1613644" y="56667"/>
                </a:cubicBezTo>
                <a:cubicBezTo>
                  <a:pt x="1613644" y="207778"/>
                  <a:pt x="1613643" y="358888"/>
                  <a:pt x="1613643" y="509999"/>
                </a:cubicBezTo>
                <a:cubicBezTo>
                  <a:pt x="1613643" y="541295"/>
                  <a:pt x="1588272" y="566666"/>
                  <a:pt x="1556976" y="566666"/>
                </a:cubicBezTo>
                <a:lnTo>
                  <a:pt x="56667" y="566665"/>
                </a:lnTo>
                <a:cubicBezTo>
                  <a:pt x="25371" y="566665"/>
                  <a:pt x="0" y="541294"/>
                  <a:pt x="0" y="509998"/>
                </a:cubicBezTo>
                <a:lnTo>
                  <a:pt x="0" y="56667"/>
                </a:lnTo>
                <a:close/>
              </a:path>
            </a:pathLst>
          </a:custGeom>
          <a:solidFill>
            <a:srgbClr val="23D1CF"/>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9457" tIns="33742" rIns="39457" bIns="33742" numCol="1" spcCol="1270" anchor="ctr" anchorCtr="0">
            <a:noAutofit/>
          </a:bodyPr>
          <a:lstStyle/>
          <a:p>
            <a:pPr lvl="0" algn="ctr" defTabSz="400050">
              <a:lnSpc>
                <a:spcPct val="90000"/>
              </a:lnSpc>
              <a:spcBef>
                <a:spcPct val="0"/>
              </a:spcBef>
              <a:spcAft>
                <a:spcPct val="35000"/>
              </a:spcAft>
            </a:pPr>
            <a:r>
              <a:rPr lang="ru-RU" sz="900" kern="1200" dirty="0" smtClean="0">
                <a:solidFill>
                  <a:schemeClr val="bg2">
                    <a:lumMod val="25000"/>
                  </a:schemeClr>
                </a:solidFill>
                <a:latin typeface="Arial Narrow" panose="020B0606020202030204" pitchFamily="34" charset="0"/>
                <a:ea typeface="+mn-ea"/>
                <a:cs typeface="+mn-cs"/>
              </a:rPr>
              <a:t>ПРР с </a:t>
            </a:r>
            <a:r>
              <a:rPr lang="ru-RU" sz="900" kern="1200" dirty="0">
                <a:solidFill>
                  <a:schemeClr val="bg2">
                    <a:lumMod val="25000"/>
                  </a:schemeClr>
                </a:solidFill>
                <a:latin typeface="Arial Narrow" panose="020B0606020202030204" pitchFamily="34" charset="0"/>
                <a:ea typeface="+mn-ea"/>
                <a:cs typeface="+mn-cs"/>
              </a:rPr>
              <a:t>использованием плавкрана</a:t>
            </a:r>
          </a:p>
        </p:txBody>
      </p:sp>
      <p:sp>
        <p:nvSpPr>
          <p:cNvPr id="6" name="Полилиния 5"/>
          <p:cNvSpPr/>
          <p:nvPr/>
        </p:nvSpPr>
        <p:spPr>
          <a:xfrm>
            <a:off x="4608118" y="3807823"/>
            <a:ext cx="1613643" cy="565200"/>
          </a:xfrm>
          <a:custGeom>
            <a:avLst/>
            <a:gdLst>
              <a:gd name="connsiteX0" fmla="*/ 0 w 1613643"/>
              <a:gd name="connsiteY0" fmla="*/ 56667 h 566665"/>
              <a:gd name="connsiteX1" fmla="*/ 56667 w 1613643"/>
              <a:gd name="connsiteY1" fmla="*/ 0 h 566665"/>
              <a:gd name="connsiteX2" fmla="*/ 1556977 w 1613643"/>
              <a:gd name="connsiteY2" fmla="*/ 0 h 566665"/>
              <a:gd name="connsiteX3" fmla="*/ 1613644 w 1613643"/>
              <a:gd name="connsiteY3" fmla="*/ 56667 h 566665"/>
              <a:gd name="connsiteX4" fmla="*/ 1613643 w 1613643"/>
              <a:gd name="connsiteY4" fmla="*/ 509999 h 566665"/>
              <a:gd name="connsiteX5" fmla="*/ 1556976 w 1613643"/>
              <a:gd name="connsiteY5" fmla="*/ 566666 h 566665"/>
              <a:gd name="connsiteX6" fmla="*/ 56667 w 1613643"/>
              <a:gd name="connsiteY6" fmla="*/ 566665 h 566665"/>
              <a:gd name="connsiteX7" fmla="*/ 0 w 1613643"/>
              <a:gd name="connsiteY7" fmla="*/ 509998 h 566665"/>
              <a:gd name="connsiteX8" fmla="*/ 0 w 1613643"/>
              <a:gd name="connsiteY8" fmla="*/ 56667 h 566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3643" h="566665">
                <a:moveTo>
                  <a:pt x="0" y="56667"/>
                </a:moveTo>
                <a:cubicBezTo>
                  <a:pt x="0" y="25371"/>
                  <a:pt x="25371" y="0"/>
                  <a:pt x="56667" y="0"/>
                </a:cubicBezTo>
                <a:lnTo>
                  <a:pt x="1556977" y="0"/>
                </a:lnTo>
                <a:cubicBezTo>
                  <a:pt x="1588273" y="0"/>
                  <a:pt x="1613644" y="25371"/>
                  <a:pt x="1613644" y="56667"/>
                </a:cubicBezTo>
                <a:cubicBezTo>
                  <a:pt x="1613644" y="207778"/>
                  <a:pt x="1613643" y="358888"/>
                  <a:pt x="1613643" y="509999"/>
                </a:cubicBezTo>
                <a:cubicBezTo>
                  <a:pt x="1613643" y="541295"/>
                  <a:pt x="1588272" y="566666"/>
                  <a:pt x="1556976" y="566666"/>
                </a:cubicBezTo>
                <a:lnTo>
                  <a:pt x="56667" y="566665"/>
                </a:lnTo>
                <a:cubicBezTo>
                  <a:pt x="25371" y="566665"/>
                  <a:pt x="0" y="541294"/>
                  <a:pt x="0" y="509998"/>
                </a:cubicBezTo>
                <a:lnTo>
                  <a:pt x="0" y="56667"/>
                </a:lnTo>
                <a:close/>
              </a:path>
            </a:pathLst>
          </a:custGeom>
          <a:solidFill>
            <a:srgbClr val="23D1CF"/>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9457" tIns="33742" rIns="39457" bIns="33742" numCol="1" spcCol="1270" anchor="ctr" anchorCtr="0">
            <a:noAutofit/>
          </a:bodyPr>
          <a:lstStyle/>
          <a:p>
            <a:pPr algn="ctr" defTabSz="400050">
              <a:lnSpc>
                <a:spcPct val="90000"/>
              </a:lnSpc>
              <a:spcBef>
                <a:spcPct val="0"/>
              </a:spcBef>
              <a:spcAft>
                <a:spcPct val="35000"/>
              </a:spcAft>
            </a:pPr>
            <a:r>
              <a:rPr lang="ru-RU" sz="900" kern="1200" dirty="0" smtClean="0">
                <a:solidFill>
                  <a:schemeClr val="bg2">
                    <a:lumMod val="25000"/>
                  </a:schemeClr>
                </a:solidFill>
                <a:latin typeface="Arial Narrow" panose="020B0606020202030204" pitchFamily="34" charset="0"/>
              </a:rPr>
              <a:t>ПРР с использованием погрузчика</a:t>
            </a:r>
            <a:endParaRPr lang="ru-RU" sz="900" kern="1200" dirty="0">
              <a:solidFill>
                <a:schemeClr val="bg2">
                  <a:lumMod val="25000"/>
                </a:schemeClr>
              </a:solidFill>
              <a:latin typeface="Arial Narrow" panose="020B0606020202030204" pitchFamily="34" charset="0"/>
            </a:endParaRPr>
          </a:p>
        </p:txBody>
      </p:sp>
      <p:sp>
        <p:nvSpPr>
          <p:cNvPr id="7" name="Полилиния 6"/>
          <p:cNvSpPr/>
          <p:nvPr/>
        </p:nvSpPr>
        <p:spPr>
          <a:xfrm>
            <a:off x="4608118" y="4473513"/>
            <a:ext cx="1613643" cy="565200"/>
          </a:xfrm>
          <a:custGeom>
            <a:avLst/>
            <a:gdLst>
              <a:gd name="connsiteX0" fmla="*/ 0 w 1613643"/>
              <a:gd name="connsiteY0" fmla="*/ 56667 h 566665"/>
              <a:gd name="connsiteX1" fmla="*/ 56667 w 1613643"/>
              <a:gd name="connsiteY1" fmla="*/ 0 h 566665"/>
              <a:gd name="connsiteX2" fmla="*/ 1556977 w 1613643"/>
              <a:gd name="connsiteY2" fmla="*/ 0 h 566665"/>
              <a:gd name="connsiteX3" fmla="*/ 1613644 w 1613643"/>
              <a:gd name="connsiteY3" fmla="*/ 56667 h 566665"/>
              <a:gd name="connsiteX4" fmla="*/ 1613643 w 1613643"/>
              <a:gd name="connsiteY4" fmla="*/ 509999 h 566665"/>
              <a:gd name="connsiteX5" fmla="*/ 1556976 w 1613643"/>
              <a:gd name="connsiteY5" fmla="*/ 566666 h 566665"/>
              <a:gd name="connsiteX6" fmla="*/ 56667 w 1613643"/>
              <a:gd name="connsiteY6" fmla="*/ 566665 h 566665"/>
              <a:gd name="connsiteX7" fmla="*/ 0 w 1613643"/>
              <a:gd name="connsiteY7" fmla="*/ 509998 h 566665"/>
              <a:gd name="connsiteX8" fmla="*/ 0 w 1613643"/>
              <a:gd name="connsiteY8" fmla="*/ 56667 h 566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3643" h="566665">
                <a:moveTo>
                  <a:pt x="0" y="56667"/>
                </a:moveTo>
                <a:cubicBezTo>
                  <a:pt x="0" y="25371"/>
                  <a:pt x="25371" y="0"/>
                  <a:pt x="56667" y="0"/>
                </a:cubicBezTo>
                <a:lnTo>
                  <a:pt x="1556977" y="0"/>
                </a:lnTo>
                <a:cubicBezTo>
                  <a:pt x="1588273" y="0"/>
                  <a:pt x="1613644" y="25371"/>
                  <a:pt x="1613644" y="56667"/>
                </a:cubicBezTo>
                <a:cubicBezTo>
                  <a:pt x="1613644" y="207778"/>
                  <a:pt x="1613643" y="358888"/>
                  <a:pt x="1613643" y="509999"/>
                </a:cubicBezTo>
                <a:cubicBezTo>
                  <a:pt x="1613643" y="541295"/>
                  <a:pt x="1588272" y="566666"/>
                  <a:pt x="1556976" y="566666"/>
                </a:cubicBezTo>
                <a:lnTo>
                  <a:pt x="56667" y="566665"/>
                </a:lnTo>
                <a:cubicBezTo>
                  <a:pt x="25371" y="566665"/>
                  <a:pt x="0" y="541294"/>
                  <a:pt x="0" y="509998"/>
                </a:cubicBezTo>
                <a:lnTo>
                  <a:pt x="0" y="56667"/>
                </a:lnTo>
                <a:close/>
              </a:path>
            </a:pathLst>
          </a:custGeom>
          <a:solidFill>
            <a:srgbClr val="23D1CF"/>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9457" tIns="33742" rIns="39457" bIns="33742" numCol="1" spcCol="1270" anchor="ctr" anchorCtr="0">
            <a:noAutofit/>
          </a:bodyPr>
          <a:lstStyle/>
          <a:p>
            <a:pPr algn="ctr" defTabSz="400050">
              <a:lnSpc>
                <a:spcPct val="90000"/>
              </a:lnSpc>
              <a:spcBef>
                <a:spcPct val="0"/>
              </a:spcBef>
              <a:spcAft>
                <a:spcPct val="35000"/>
              </a:spcAft>
            </a:pPr>
            <a:r>
              <a:rPr lang="ru-RU" sz="900" kern="1200" dirty="0" smtClean="0">
                <a:solidFill>
                  <a:schemeClr val="bg2">
                    <a:lumMod val="25000"/>
                  </a:schemeClr>
                </a:solidFill>
                <a:latin typeface="Arial Narrow" panose="020B0606020202030204" pitchFamily="34" charset="0"/>
              </a:rPr>
              <a:t>ПРР с </a:t>
            </a:r>
            <a:r>
              <a:rPr lang="ru-RU" sz="900" kern="1200" dirty="0">
                <a:solidFill>
                  <a:schemeClr val="bg2">
                    <a:lumMod val="25000"/>
                  </a:schemeClr>
                </a:solidFill>
                <a:latin typeface="Arial Narrow" panose="020B0606020202030204" pitchFamily="34" charset="0"/>
              </a:rPr>
              <a:t>использованием  автокрана</a:t>
            </a:r>
          </a:p>
        </p:txBody>
      </p:sp>
      <p:sp>
        <p:nvSpPr>
          <p:cNvPr id="9" name="Полилиния 8"/>
          <p:cNvSpPr/>
          <p:nvPr/>
        </p:nvSpPr>
        <p:spPr>
          <a:xfrm>
            <a:off x="4608118" y="5139204"/>
            <a:ext cx="1613643" cy="565200"/>
          </a:xfrm>
          <a:custGeom>
            <a:avLst/>
            <a:gdLst>
              <a:gd name="connsiteX0" fmla="*/ 0 w 1613643"/>
              <a:gd name="connsiteY0" fmla="*/ 56667 h 566665"/>
              <a:gd name="connsiteX1" fmla="*/ 56667 w 1613643"/>
              <a:gd name="connsiteY1" fmla="*/ 0 h 566665"/>
              <a:gd name="connsiteX2" fmla="*/ 1556977 w 1613643"/>
              <a:gd name="connsiteY2" fmla="*/ 0 h 566665"/>
              <a:gd name="connsiteX3" fmla="*/ 1613644 w 1613643"/>
              <a:gd name="connsiteY3" fmla="*/ 56667 h 566665"/>
              <a:gd name="connsiteX4" fmla="*/ 1613643 w 1613643"/>
              <a:gd name="connsiteY4" fmla="*/ 509999 h 566665"/>
              <a:gd name="connsiteX5" fmla="*/ 1556976 w 1613643"/>
              <a:gd name="connsiteY5" fmla="*/ 566666 h 566665"/>
              <a:gd name="connsiteX6" fmla="*/ 56667 w 1613643"/>
              <a:gd name="connsiteY6" fmla="*/ 566665 h 566665"/>
              <a:gd name="connsiteX7" fmla="*/ 0 w 1613643"/>
              <a:gd name="connsiteY7" fmla="*/ 509998 h 566665"/>
              <a:gd name="connsiteX8" fmla="*/ 0 w 1613643"/>
              <a:gd name="connsiteY8" fmla="*/ 56667 h 566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3643" h="566665">
                <a:moveTo>
                  <a:pt x="0" y="56667"/>
                </a:moveTo>
                <a:cubicBezTo>
                  <a:pt x="0" y="25371"/>
                  <a:pt x="25371" y="0"/>
                  <a:pt x="56667" y="0"/>
                </a:cubicBezTo>
                <a:lnTo>
                  <a:pt x="1556977" y="0"/>
                </a:lnTo>
                <a:cubicBezTo>
                  <a:pt x="1588273" y="0"/>
                  <a:pt x="1613644" y="25371"/>
                  <a:pt x="1613644" y="56667"/>
                </a:cubicBezTo>
                <a:cubicBezTo>
                  <a:pt x="1613644" y="207778"/>
                  <a:pt x="1613643" y="358888"/>
                  <a:pt x="1613643" y="509999"/>
                </a:cubicBezTo>
                <a:cubicBezTo>
                  <a:pt x="1613643" y="541295"/>
                  <a:pt x="1588272" y="566666"/>
                  <a:pt x="1556976" y="566666"/>
                </a:cubicBezTo>
                <a:lnTo>
                  <a:pt x="56667" y="566665"/>
                </a:lnTo>
                <a:cubicBezTo>
                  <a:pt x="25371" y="566665"/>
                  <a:pt x="0" y="541294"/>
                  <a:pt x="0" y="509998"/>
                </a:cubicBezTo>
                <a:lnTo>
                  <a:pt x="0" y="56667"/>
                </a:lnTo>
                <a:close/>
              </a:path>
            </a:pathLst>
          </a:custGeom>
          <a:solidFill>
            <a:srgbClr val="23D1CF"/>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9457" tIns="33742" rIns="39457" bIns="33742" numCol="1" spcCol="1270" anchor="ctr" anchorCtr="0">
            <a:noAutofit/>
          </a:bodyPr>
          <a:lstStyle/>
          <a:p>
            <a:pPr algn="ctr" defTabSz="400050">
              <a:lnSpc>
                <a:spcPct val="90000"/>
              </a:lnSpc>
              <a:spcBef>
                <a:spcPct val="0"/>
              </a:spcBef>
              <a:spcAft>
                <a:spcPct val="35000"/>
              </a:spcAft>
            </a:pPr>
            <a:r>
              <a:rPr lang="ru-RU" sz="900" kern="1200">
                <a:solidFill>
                  <a:schemeClr val="bg2">
                    <a:lumMod val="25000"/>
                  </a:schemeClr>
                </a:solidFill>
                <a:latin typeface="Arial Narrow" panose="020B0606020202030204" pitchFamily="34" charset="0"/>
              </a:rPr>
              <a:t>перевозка крупногабаритных и тяжеловесных грузов</a:t>
            </a:r>
          </a:p>
        </p:txBody>
      </p:sp>
      <p:sp>
        <p:nvSpPr>
          <p:cNvPr id="20" name="Полилиния 19"/>
          <p:cNvSpPr/>
          <p:nvPr/>
        </p:nvSpPr>
        <p:spPr>
          <a:xfrm>
            <a:off x="6356319" y="2369447"/>
            <a:ext cx="1800000" cy="3600000"/>
          </a:xfrm>
          <a:custGeom>
            <a:avLst/>
            <a:gdLst>
              <a:gd name="connsiteX0" fmla="*/ 0 w 2017054"/>
              <a:gd name="connsiteY0" fmla="*/ 201705 h 4898304"/>
              <a:gd name="connsiteX1" fmla="*/ 201705 w 2017054"/>
              <a:gd name="connsiteY1" fmla="*/ 0 h 4898304"/>
              <a:gd name="connsiteX2" fmla="*/ 1815349 w 2017054"/>
              <a:gd name="connsiteY2" fmla="*/ 0 h 4898304"/>
              <a:gd name="connsiteX3" fmla="*/ 2017054 w 2017054"/>
              <a:gd name="connsiteY3" fmla="*/ 201705 h 4898304"/>
              <a:gd name="connsiteX4" fmla="*/ 2017054 w 2017054"/>
              <a:gd name="connsiteY4" fmla="*/ 4696599 h 4898304"/>
              <a:gd name="connsiteX5" fmla="*/ 1815349 w 2017054"/>
              <a:gd name="connsiteY5" fmla="*/ 4898304 h 4898304"/>
              <a:gd name="connsiteX6" fmla="*/ 201705 w 2017054"/>
              <a:gd name="connsiteY6" fmla="*/ 4898304 h 4898304"/>
              <a:gd name="connsiteX7" fmla="*/ 0 w 2017054"/>
              <a:gd name="connsiteY7" fmla="*/ 4696599 h 4898304"/>
              <a:gd name="connsiteX8" fmla="*/ 0 w 2017054"/>
              <a:gd name="connsiteY8" fmla="*/ 201705 h 489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7054" h="4898304">
                <a:moveTo>
                  <a:pt x="0" y="201705"/>
                </a:moveTo>
                <a:cubicBezTo>
                  <a:pt x="0" y="90306"/>
                  <a:pt x="90306" y="0"/>
                  <a:pt x="201705" y="0"/>
                </a:cubicBezTo>
                <a:lnTo>
                  <a:pt x="1815349" y="0"/>
                </a:lnTo>
                <a:cubicBezTo>
                  <a:pt x="1926748" y="0"/>
                  <a:pt x="2017054" y="90306"/>
                  <a:pt x="2017054" y="201705"/>
                </a:cubicBezTo>
                <a:lnTo>
                  <a:pt x="2017054" y="4696599"/>
                </a:lnTo>
                <a:cubicBezTo>
                  <a:pt x="2017054" y="4807998"/>
                  <a:pt x="1926748" y="4898304"/>
                  <a:pt x="1815349" y="4898304"/>
                </a:cubicBezTo>
                <a:lnTo>
                  <a:pt x="201705" y="4898304"/>
                </a:lnTo>
                <a:cubicBezTo>
                  <a:pt x="90306" y="4898304"/>
                  <a:pt x="0" y="4807998"/>
                  <a:pt x="0" y="4696599"/>
                </a:cubicBezTo>
                <a:lnTo>
                  <a:pt x="0" y="201705"/>
                </a:lnTo>
                <a:close/>
              </a:path>
            </a:pathLst>
          </a:custGeom>
          <a:solidFill>
            <a:srgbClr val="D2C7E5"/>
          </a:solidFill>
          <a:ln>
            <a:noFill/>
          </a:ln>
          <a:effectLst/>
        </p:spPr>
        <p:style>
          <a:lnRef idx="0">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88760" tIns="108000" rIns="88760" bIns="3517573" numCol="1" spcCol="1270" anchor="t" anchorCtr="0">
            <a:noAutofit/>
          </a:bodyPr>
          <a:lstStyle/>
          <a:p>
            <a:pPr lvl="0" algn="ctr" defTabSz="533400">
              <a:lnSpc>
                <a:spcPct val="90000"/>
              </a:lnSpc>
              <a:spcBef>
                <a:spcPct val="0"/>
              </a:spcBef>
              <a:spcAft>
                <a:spcPct val="35000"/>
              </a:spcAft>
            </a:pPr>
            <a:r>
              <a:rPr lang="ru-RU" sz="1200" b="1" kern="1200" dirty="0">
                <a:solidFill>
                  <a:sysClr val="windowText" lastClr="000000">
                    <a:hueOff val="0"/>
                    <a:satOff val="0"/>
                    <a:lumOff val="0"/>
                    <a:alphaOff val="0"/>
                  </a:sysClr>
                </a:solidFill>
                <a:latin typeface="Arial Narrow" panose="020B0606020202030204" pitchFamily="34" charset="0"/>
                <a:ea typeface="+mn-ea"/>
                <a:cs typeface="+mn-cs"/>
              </a:rPr>
              <a:t>Специальные характеристики </a:t>
            </a:r>
            <a:r>
              <a:rPr lang="ru-RU" sz="1200" b="1" kern="1200" dirty="0" smtClean="0">
                <a:solidFill>
                  <a:sysClr val="windowText" lastClr="000000">
                    <a:hueOff val="0"/>
                    <a:satOff val="0"/>
                    <a:lumOff val="0"/>
                    <a:alphaOff val="0"/>
                  </a:sysClr>
                </a:solidFill>
                <a:latin typeface="Arial Narrow" panose="020B0606020202030204" pitchFamily="34" charset="0"/>
                <a:ea typeface="+mn-ea"/>
                <a:cs typeface="+mn-cs"/>
              </a:rPr>
              <a:t>процесса</a:t>
            </a:r>
            <a:endParaRPr lang="ru-RU" sz="1200" b="1" kern="1200" dirty="0">
              <a:solidFill>
                <a:sysClr val="windowText" lastClr="000000">
                  <a:hueOff val="0"/>
                  <a:satOff val="0"/>
                  <a:lumOff val="0"/>
                  <a:alphaOff val="0"/>
                </a:sysClr>
              </a:solidFill>
              <a:latin typeface="Arial Narrow" panose="020B0606020202030204" pitchFamily="34" charset="0"/>
              <a:ea typeface="+mn-ea"/>
              <a:cs typeface="+mn-cs"/>
            </a:endParaRPr>
          </a:p>
        </p:txBody>
      </p:sp>
      <p:sp>
        <p:nvSpPr>
          <p:cNvPr id="21" name="Полилиния 20"/>
          <p:cNvSpPr/>
          <p:nvPr/>
        </p:nvSpPr>
        <p:spPr>
          <a:xfrm>
            <a:off x="6449498" y="3142133"/>
            <a:ext cx="1613643" cy="565200"/>
          </a:xfrm>
          <a:custGeom>
            <a:avLst/>
            <a:gdLst>
              <a:gd name="connsiteX0" fmla="*/ 0 w 1613643"/>
              <a:gd name="connsiteY0" fmla="*/ 56667 h 566665"/>
              <a:gd name="connsiteX1" fmla="*/ 56667 w 1613643"/>
              <a:gd name="connsiteY1" fmla="*/ 0 h 566665"/>
              <a:gd name="connsiteX2" fmla="*/ 1556977 w 1613643"/>
              <a:gd name="connsiteY2" fmla="*/ 0 h 566665"/>
              <a:gd name="connsiteX3" fmla="*/ 1613644 w 1613643"/>
              <a:gd name="connsiteY3" fmla="*/ 56667 h 566665"/>
              <a:gd name="connsiteX4" fmla="*/ 1613643 w 1613643"/>
              <a:gd name="connsiteY4" fmla="*/ 509999 h 566665"/>
              <a:gd name="connsiteX5" fmla="*/ 1556976 w 1613643"/>
              <a:gd name="connsiteY5" fmla="*/ 566666 h 566665"/>
              <a:gd name="connsiteX6" fmla="*/ 56667 w 1613643"/>
              <a:gd name="connsiteY6" fmla="*/ 566665 h 566665"/>
              <a:gd name="connsiteX7" fmla="*/ 0 w 1613643"/>
              <a:gd name="connsiteY7" fmla="*/ 509998 h 566665"/>
              <a:gd name="connsiteX8" fmla="*/ 0 w 1613643"/>
              <a:gd name="connsiteY8" fmla="*/ 56667 h 566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3643" h="566665">
                <a:moveTo>
                  <a:pt x="0" y="56667"/>
                </a:moveTo>
                <a:cubicBezTo>
                  <a:pt x="0" y="25371"/>
                  <a:pt x="25371" y="0"/>
                  <a:pt x="56667" y="0"/>
                </a:cubicBezTo>
                <a:lnTo>
                  <a:pt x="1556977" y="0"/>
                </a:lnTo>
                <a:cubicBezTo>
                  <a:pt x="1588273" y="0"/>
                  <a:pt x="1613644" y="25371"/>
                  <a:pt x="1613644" y="56667"/>
                </a:cubicBezTo>
                <a:cubicBezTo>
                  <a:pt x="1613644" y="207778"/>
                  <a:pt x="1613643" y="358888"/>
                  <a:pt x="1613643" y="509999"/>
                </a:cubicBezTo>
                <a:cubicBezTo>
                  <a:pt x="1613643" y="541295"/>
                  <a:pt x="1588272" y="566666"/>
                  <a:pt x="1556976" y="566666"/>
                </a:cubicBezTo>
                <a:lnTo>
                  <a:pt x="56667" y="566665"/>
                </a:lnTo>
                <a:cubicBezTo>
                  <a:pt x="25371" y="566665"/>
                  <a:pt x="0" y="541294"/>
                  <a:pt x="0" y="509998"/>
                </a:cubicBezTo>
                <a:lnTo>
                  <a:pt x="0" y="56667"/>
                </a:lnTo>
                <a:close/>
              </a:path>
            </a:pathLst>
          </a:custGeom>
          <a:solidFill>
            <a:srgbClr val="23D1CF"/>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9457" tIns="33742" rIns="39457" bIns="33742" numCol="1" spcCol="1270" anchor="ctr" anchorCtr="0">
            <a:noAutofit/>
          </a:bodyPr>
          <a:lstStyle/>
          <a:p>
            <a:pPr algn="ctr" defTabSz="400050">
              <a:lnSpc>
                <a:spcPct val="90000"/>
              </a:lnSpc>
              <a:spcBef>
                <a:spcPct val="0"/>
              </a:spcBef>
              <a:spcAft>
                <a:spcPct val="35000"/>
              </a:spcAft>
            </a:pPr>
            <a:r>
              <a:rPr lang="en-US" sz="900" kern="1200" dirty="0" smtClean="0">
                <a:solidFill>
                  <a:schemeClr val="bg2">
                    <a:lumMod val="25000"/>
                  </a:schemeClr>
                </a:solidFill>
                <a:latin typeface="Arial Narrow" panose="020B0606020202030204" pitchFamily="34" charset="0"/>
              </a:rPr>
              <a:t>t</a:t>
            </a:r>
            <a:r>
              <a:rPr lang="ru-RU" sz="900" kern="1200" dirty="0" smtClean="0">
                <a:solidFill>
                  <a:schemeClr val="bg2">
                    <a:lumMod val="25000"/>
                  </a:schemeClr>
                </a:solidFill>
                <a:latin typeface="Arial Narrow" panose="020B0606020202030204" pitchFamily="34" charset="0"/>
              </a:rPr>
              <a:t> </a:t>
            </a:r>
            <a:r>
              <a:rPr lang="ru-RU" sz="900" kern="1200" dirty="0">
                <a:solidFill>
                  <a:schemeClr val="bg2">
                    <a:lumMod val="25000"/>
                  </a:schemeClr>
                </a:solidFill>
                <a:latin typeface="Arial Narrow" panose="020B0606020202030204" pitchFamily="34" charset="0"/>
              </a:rPr>
              <a:t>воздуха до -</a:t>
            </a:r>
            <a:r>
              <a:rPr lang="ru-RU" sz="900" kern="1200" dirty="0" smtClean="0">
                <a:solidFill>
                  <a:schemeClr val="bg2">
                    <a:lumMod val="25000"/>
                  </a:schemeClr>
                </a:solidFill>
                <a:latin typeface="Arial Narrow" panose="020B0606020202030204" pitchFamily="34" charset="0"/>
              </a:rPr>
              <a:t>50</a:t>
            </a:r>
            <a:r>
              <a:rPr lang="en-US" sz="900" kern="1200" baseline="30000" dirty="0" smtClean="0">
                <a:solidFill>
                  <a:schemeClr val="bg2">
                    <a:lumMod val="25000"/>
                  </a:schemeClr>
                </a:solidFill>
                <a:latin typeface="Arial Narrow" panose="020B0606020202030204" pitchFamily="34" charset="0"/>
              </a:rPr>
              <a:t>0</a:t>
            </a:r>
            <a:r>
              <a:rPr lang="ru-RU" sz="900" kern="1200" dirty="0" smtClean="0">
                <a:solidFill>
                  <a:schemeClr val="bg2">
                    <a:lumMod val="25000"/>
                  </a:schemeClr>
                </a:solidFill>
                <a:latin typeface="Arial Narrow" panose="020B0606020202030204" pitchFamily="34" charset="0"/>
              </a:rPr>
              <a:t>С</a:t>
            </a:r>
            <a:endParaRPr lang="ru-RU" sz="900" kern="1200" dirty="0">
              <a:solidFill>
                <a:schemeClr val="bg2">
                  <a:lumMod val="25000"/>
                </a:schemeClr>
              </a:solidFill>
              <a:latin typeface="Arial Narrow" panose="020B0606020202030204" pitchFamily="34" charset="0"/>
            </a:endParaRPr>
          </a:p>
          <a:p>
            <a:pPr algn="ctr" defTabSz="400050">
              <a:lnSpc>
                <a:spcPct val="90000"/>
              </a:lnSpc>
              <a:spcBef>
                <a:spcPct val="0"/>
              </a:spcBef>
              <a:spcAft>
                <a:spcPct val="35000"/>
              </a:spcAft>
            </a:pPr>
            <a:r>
              <a:rPr lang="ru-RU" sz="900" kern="1200" dirty="0" smtClean="0">
                <a:solidFill>
                  <a:schemeClr val="bg2">
                    <a:lumMod val="25000"/>
                  </a:schemeClr>
                </a:solidFill>
                <a:latin typeface="Arial Narrow" panose="020B0606020202030204" pitchFamily="34" charset="0"/>
              </a:rPr>
              <a:t>грузоподъемность</a:t>
            </a:r>
            <a:r>
              <a:rPr lang="en-US" sz="900" kern="1200" dirty="0" smtClean="0">
                <a:solidFill>
                  <a:schemeClr val="bg2">
                    <a:lumMod val="25000"/>
                  </a:schemeClr>
                </a:solidFill>
                <a:latin typeface="Arial Narrow" panose="020B0606020202030204" pitchFamily="34" charset="0"/>
              </a:rPr>
              <a:t> </a:t>
            </a:r>
            <a:r>
              <a:rPr lang="ru-RU" sz="900" kern="1200" dirty="0" smtClean="0">
                <a:solidFill>
                  <a:schemeClr val="bg2">
                    <a:lumMod val="25000"/>
                  </a:schemeClr>
                </a:solidFill>
                <a:latin typeface="Arial Narrow" panose="020B0606020202030204" pitchFamily="34" charset="0"/>
              </a:rPr>
              <a:t>до 25 </a:t>
            </a:r>
            <a:r>
              <a:rPr lang="ru-RU" sz="900" kern="1200" dirty="0" err="1" smtClean="0">
                <a:solidFill>
                  <a:schemeClr val="bg2">
                    <a:lumMod val="25000"/>
                  </a:schemeClr>
                </a:solidFill>
                <a:latin typeface="Arial Narrow" panose="020B0606020202030204" pitchFamily="34" charset="0"/>
              </a:rPr>
              <a:t>тн</a:t>
            </a:r>
            <a:endParaRPr lang="ru-RU" sz="900" kern="1200" dirty="0">
              <a:solidFill>
                <a:schemeClr val="bg2">
                  <a:lumMod val="25000"/>
                </a:schemeClr>
              </a:solidFill>
              <a:latin typeface="Arial Narrow" panose="020B0606020202030204" pitchFamily="34" charset="0"/>
            </a:endParaRPr>
          </a:p>
          <a:p>
            <a:pPr algn="ctr" defTabSz="400050">
              <a:lnSpc>
                <a:spcPct val="90000"/>
              </a:lnSpc>
              <a:spcBef>
                <a:spcPct val="0"/>
              </a:spcBef>
              <a:spcAft>
                <a:spcPct val="35000"/>
              </a:spcAft>
            </a:pPr>
            <a:r>
              <a:rPr lang="ru-RU" sz="900" kern="1200" dirty="0">
                <a:solidFill>
                  <a:schemeClr val="bg2">
                    <a:lumMod val="25000"/>
                  </a:schemeClr>
                </a:solidFill>
                <a:latin typeface="Arial Narrow" panose="020B0606020202030204" pitchFamily="34" charset="0"/>
              </a:rPr>
              <a:t>скорость ветра до 15 м/с</a:t>
            </a:r>
          </a:p>
        </p:txBody>
      </p:sp>
      <p:sp>
        <p:nvSpPr>
          <p:cNvPr id="25" name="Полилиния 24"/>
          <p:cNvSpPr/>
          <p:nvPr/>
        </p:nvSpPr>
        <p:spPr>
          <a:xfrm>
            <a:off x="6449498" y="5139204"/>
            <a:ext cx="1613643" cy="565200"/>
          </a:xfrm>
          <a:custGeom>
            <a:avLst/>
            <a:gdLst>
              <a:gd name="connsiteX0" fmla="*/ 0 w 1613643"/>
              <a:gd name="connsiteY0" fmla="*/ 56667 h 566665"/>
              <a:gd name="connsiteX1" fmla="*/ 56667 w 1613643"/>
              <a:gd name="connsiteY1" fmla="*/ 0 h 566665"/>
              <a:gd name="connsiteX2" fmla="*/ 1556977 w 1613643"/>
              <a:gd name="connsiteY2" fmla="*/ 0 h 566665"/>
              <a:gd name="connsiteX3" fmla="*/ 1613644 w 1613643"/>
              <a:gd name="connsiteY3" fmla="*/ 56667 h 566665"/>
              <a:gd name="connsiteX4" fmla="*/ 1613643 w 1613643"/>
              <a:gd name="connsiteY4" fmla="*/ 509999 h 566665"/>
              <a:gd name="connsiteX5" fmla="*/ 1556976 w 1613643"/>
              <a:gd name="connsiteY5" fmla="*/ 566666 h 566665"/>
              <a:gd name="connsiteX6" fmla="*/ 56667 w 1613643"/>
              <a:gd name="connsiteY6" fmla="*/ 566665 h 566665"/>
              <a:gd name="connsiteX7" fmla="*/ 0 w 1613643"/>
              <a:gd name="connsiteY7" fmla="*/ 509998 h 566665"/>
              <a:gd name="connsiteX8" fmla="*/ 0 w 1613643"/>
              <a:gd name="connsiteY8" fmla="*/ 56667 h 566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3643" h="566665">
                <a:moveTo>
                  <a:pt x="0" y="56667"/>
                </a:moveTo>
                <a:cubicBezTo>
                  <a:pt x="0" y="25371"/>
                  <a:pt x="25371" y="0"/>
                  <a:pt x="56667" y="0"/>
                </a:cubicBezTo>
                <a:lnTo>
                  <a:pt x="1556977" y="0"/>
                </a:lnTo>
                <a:cubicBezTo>
                  <a:pt x="1588273" y="0"/>
                  <a:pt x="1613644" y="25371"/>
                  <a:pt x="1613644" y="56667"/>
                </a:cubicBezTo>
                <a:cubicBezTo>
                  <a:pt x="1613644" y="207778"/>
                  <a:pt x="1613643" y="358888"/>
                  <a:pt x="1613643" y="509999"/>
                </a:cubicBezTo>
                <a:cubicBezTo>
                  <a:pt x="1613643" y="541295"/>
                  <a:pt x="1588272" y="566666"/>
                  <a:pt x="1556976" y="566666"/>
                </a:cubicBezTo>
                <a:lnTo>
                  <a:pt x="56667" y="566665"/>
                </a:lnTo>
                <a:cubicBezTo>
                  <a:pt x="25371" y="566665"/>
                  <a:pt x="0" y="541294"/>
                  <a:pt x="0" y="509998"/>
                </a:cubicBezTo>
                <a:lnTo>
                  <a:pt x="0" y="56667"/>
                </a:lnTo>
                <a:close/>
              </a:path>
            </a:pathLst>
          </a:custGeom>
          <a:solidFill>
            <a:srgbClr val="23D1CF"/>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9457" tIns="33742" rIns="39457" bIns="33742" numCol="1" spcCol="1270" anchor="ctr" anchorCtr="0">
            <a:noAutofit/>
          </a:bodyPr>
          <a:lstStyle/>
          <a:p>
            <a:pPr algn="ctr" defTabSz="400050">
              <a:lnSpc>
                <a:spcPct val="90000"/>
              </a:lnSpc>
              <a:spcBef>
                <a:spcPct val="0"/>
              </a:spcBef>
              <a:spcAft>
                <a:spcPct val="35000"/>
              </a:spcAft>
            </a:pPr>
            <a:r>
              <a:rPr lang="ru-RU" sz="900" kern="1200">
                <a:solidFill>
                  <a:schemeClr val="bg2">
                    <a:lumMod val="25000"/>
                  </a:schemeClr>
                </a:solidFill>
                <a:latin typeface="Arial Narrow" panose="020B0606020202030204" pitchFamily="34" charset="0"/>
              </a:rPr>
              <a:t>скорость транспортировки в соответствии с указанной в разрешении</a:t>
            </a:r>
          </a:p>
        </p:txBody>
      </p:sp>
      <p:sp>
        <p:nvSpPr>
          <p:cNvPr id="26" name="Полилиния 25"/>
          <p:cNvSpPr/>
          <p:nvPr/>
        </p:nvSpPr>
        <p:spPr>
          <a:xfrm>
            <a:off x="8197699" y="2369447"/>
            <a:ext cx="1800000" cy="3600000"/>
          </a:xfrm>
          <a:custGeom>
            <a:avLst/>
            <a:gdLst>
              <a:gd name="connsiteX0" fmla="*/ 0 w 2017054"/>
              <a:gd name="connsiteY0" fmla="*/ 201705 h 4898304"/>
              <a:gd name="connsiteX1" fmla="*/ 201705 w 2017054"/>
              <a:gd name="connsiteY1" fmla="*/ 0 h 4898304"/>
              <a:gd name="connsiteX2" fmla="*/ 1815349 w 2017054"/>
              <a:gd name="connsiteY2" fmla="*/ 0 h 4898304"/>
              <a:gd name="connsiteX3" fmla="*/ 2017054 w 2017054"/>
              <a:gd name="connsiteY3" fmla="*/ 201705 h 4898304"/>
              <a:gd name="connsiteX4" fmla="*/ 2017054 w 2017054"/>
              <a:gd name="connsiteY4" fmla="*/ 4696599 h 4898304"/>
              <a:gd name="connsiteX5" fmla="*/ 1815349 w 2017054"/>
              <a:gd name="connsiteY5" fmla="*/ 4898304 h 4898304"/>
              <a:gd name="connsiteX6" fmla="*/ 201705 w 2017054"/>
              <a:gd name="connsiteY6" fmla="*/ 4898304 h 4898304"/>
              <a:gd name="connsiteX7" fmla="*/ 0 w 2017054"/>
              <a:gd name="connsiteY7" fmla="*/ 4696599 h 4898304"/>
              <a:gd name="connsiteX8" fmla="*/ 0 w 2017054"/>
              <a:gd name="connsiteY8" fmla="*/ 201705 h 489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7054" h="4898304">
                <a:moveTo>
                  <a:pt x="0" y="201705"/>
                </a:moveTo>
                <a:cubicBezTo>
                  <a:pt x="0" y="90306"/>
                  <a:pt x="90306" y="0"/>
                  <a:pt x="201705" y="0"/>
                </a:cubicBezTo>
                <a:lnTo>
                  <a:pt x="1815349" y="0"/>
                </a:lnTo>
                <a:cubicBezTo>
                  <a:pt x="1926748" y="0"/>
                  <a:pt x="2017054" y="90306"/>
                  <a:pt x="2017054" y="201705"/>
                </a:cubicBezTo>
                <a:lnTo>
                  <a:pt x="2017054" y="4696599"/>
                </a:lnTo>
                <a:cubicBezTo>
                  <a:pt x="2017054" y="4807998"/>
                  <a:pt x="1926748" y="4898304"/>
                  <a:pt x="1815349" y="4898304"/>
                </a:cubicBezTo>
                <a:lnTo>
                  <a:pt x="201705" y="4898304"/>
                </a:lnTo>
                <a:cubicBezTo>
                  <a:pt x="90306" y="4898304"/>
                  <a:pt x="0" y="4807998"/>
                  <a:pt x="0" y="4696599"/>
                </a:cubicBezTo>
                <a:lnTo>
                  <a:pt x="0" y="201705"/>
                </a:lnTo>
                <a:close/>
              </a:path>
            </a:pathLst>
          </a:custGeom>
          <a:solidFill>
            <a:srgbClr val="D2C7E5"/>
          </a:solidFill>
          <a:ln>
            <a:noFill/>
          </a:ln>
          <a:effectLst/>
        </p:spPr>
        <p:style>
          <a:lnRef idx="0">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88760" tIns="108000" rIns="88760" bIns="3517573" numCol="1" spcCol="1270" anchor="t" anchorCtr="0">
            <a:noAutofit/>
          </a:bodyPr>
          <a:lstStyle/>
          <a:p>
            <a:pPr lvl="0" algn="ctr" defTabSz="533400">
              <a:lnSpc>
                <a:spcPct val="90000"/>
              </a:lnSpc>
              <a:spcBef>
                <a:spcPct val="0"/>
              </a:spcBef>
              <a:spcAft>
                <a:spcPct val="35000"/>
              </a:spcAft>
            </a:pPr>
            <a:r>
              <a:rPr lang="ru-RU" sz="1200" b="1" kern="1200" dirty="0">
                <a:solidFill>
                  <a:sysClr val="windowText" lastClr="000000">
                    <a:hueOff val="0"/>
                    <a:satOff val="0"/>
                    <a:lumOff val="0"/>
                    <a:alphaOff val="0"/>
                  </a:sysClr>
                </a:solidFill>
                <a:latin typeface="Arial Narrow" panose="020B0606020202030204" pitchFamily="34" charset="0"/>
                <a:ea typeface="+mn-ea"/>
                <a:cs typeface="+mn-cs"/>
              </a:rPr>
              <a:t>Специальные характеристики </a:t>
            </a:r>
            <a:r>
              <a:rPr lang="ru-RU" sz="1200" b="1" kern="1200" dirty="0" smtClean="0">
                <a:solidFill>
                  <a:sysClr val="windowText" lastClr="000000">
                    <a:hueOff val="0"/>
                    <a:satOff val="0"/>
                    <a:lumOff val="0"/>
                    <a:alphaOff val="0"/>
                  </a:sysClr>
                </a:solidFill>
                <a:latin typeface="Arial Narrow" panose="020B0606020202030204" pitchFamily="34" charset="0"/>
                <a:ea typeface="+mn-ea"/>
                <a:cs typeface="+mn-cs"/>
              </a:rPr>
              <a:t>продукции</a:t>
            </a:r>
            <a:endParaRPr lang="ru-RU" sz="1200" b="1" kern="1200" dirty="0">
              <a:solidFill>
                <a:sysClr val="windowText" lastClr="000000">
                  <a:hueOff val="0"/>
                  <a:satOff val="0"/>
                  <a:lumOff val="0"/>
                  <a:alphaOff val="0"/>
                </a:sysClr>
              </a:solidFill>
              <a:latin typeface="Arial Narrow" panose="020B0606020202030204" pitchFamily="34" charset="0"/>
              <a:ea typeface="+mn-ea"/>
              <a:cs typeface="+mn-cs"/>
            </a:endParaRPr>
          </a:p>
        </p:txBody>
      </p:sp>
      <p:sp>
        <p:nvSpPr>
          <p:cNvPr id="27" name="Полилиния 26"/>
          <p:cNvSpPr/>
          <p:nvPr/>
        </p:nvSpPr>
        <p:spPr>
          <a:xfrm>
            <a:off x="8290878" y="3142133"/>
            <a:ext cx="1613643" cy="565200"/>
          </a:xfrm>
          <a:custGeom>
            <a:avLst/>
            <a:gdLst>
              <a:gd name="connsiteX0" fmla="*/ 0 w 1613643"/>
              <a:gd name="connsiteY0" fmla="*/ 37886 h 378857"/>
              <a:gd name="connsiteX1" fmla="*/ 37886 w 1613643"/>
              <a:gd name="connsiteY1" fmla="*/ 0 h 378857"/>
              <a:gd name="connsiteX2" fmla="*/ 1575757 w 1613643"/>
              <a:gd name="connsiteY2" fmla="*/ 0 h 378857"/>
              <a:gd name="connsiteX3" fmla="*/ 1613643 w 1613643"/>
              <a:gd name="connsiteY3" fmla="*/ 37886 h 378857"/>
              <a:gd name="connsiteX4" fmla="*/ 1613643 w 1613643"/>
              <a:gd name="connsiteY4" fmla="*/ 340971 h 378857"/>
              <a:gd name="connsiteX5" fmla="*/ 1575757 w 1613643"/>
              <a:gd name="connsiteY5" fmla="*/ 378857 h 378857"/>
              <a:gd name="connsiteX6" fmla="*/ 37886 w 1613643"/>
              <a:gd name="connsiteY6" fmla="*/ 378857 h 378857"/>
              <a:gd name="connsiteX7" fmla="*/ 0 w 1613643"/>
              <a:gd name="connsiteY7" fmla="*/ 340971 h 378857"/>
              <a:gd name="connsiteX8" fmla="*/ 0 w 1613643"/>
              <a:gd name="connsiteY8" fmla="*/ 37886 h 378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3643" h="378857">
                <a:moveTo>
                  <a:pt x="0" y="37886"/>
                </a:moveTo>
                <a:cubicBezTo>
                  <a:pt x="0" y="16962"/>
                  <a:pt x="16962" y="0"/>
                  <a:pt x="37886" y="0"/>
                </a:cubicBezTo>
                <a:lnTo>
                  <a:pt x="1575757" y="0"/>
                </a:lnTo>
                <a:cubicBezTo>
                  <a:pt x="1596681" y="0"/>
                  <a:pt x="1613643" y="16962"/>
                  <a:pt x="1613643" y="37886"/>
                </a:cubicBezTo>
                <a:lnTo>
                  <a:pt x="1613643" y="340971"/>
                </a:lnTo>
                <a:cubicBezTo>
                  <a:pt x="1613643" y="361895"/>
                  <a:pt x="1596681" y="378857"/>
                  <a:pt x="1575757" y="378857"/>
                </a:cubicBezTo>
                <a:lnTo>
                  <a:pt x="37886" y="378857"/>
                </a:lnTo>
                <a:cubicBezTo>
                  <a:pt x="16962" y="378857"/>
                  <a:pt x="0" y="361895"/>
                  <a:pt x="0" y="340971"/>
                </a:cubicBezTo>
                <a:lnTo>
                  <a:pt x="0" y="37886"/>
                </a:lnTo>
                <a:close/>
              </a:path>
            </a:pathLst>
          </a:custGeom>
          <a:solidFill>
            <a:srgbClr val="23D1CF"/>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9457" tIns="33742" rIns="39457" bIns="33742" numCol="1" spcCol="1270" anchor="ctr" anchorCtr="0">
            <a:noAutofit/>
          </a:bodyPr>
          <a:lstStyle/>
          <a:p>
            <a:pPr algn="ctr" defTabSz="400050">
              <a:lnSpc>
                <a:spcPct val="90000"/>
              </a:lnSpc>
              <a:spcBef>
                <a:spcPct val="0"/>
              </a:spcBef>
              <a:spcAft>
                <a:spcPct val="35000"/>
              </a:spcAft>
            </a:pPr>
            <a:r>
              <a:rPr lang="en-US" sz="900" kern="1200" dirty="0">
                <a:solidFill>
                  <a:schemeClr val="bg2">
                    <a:lumMod val="25000"/>
                  </a:schemeClr>
                </a:solidFill>
                <a:latin typeface="Arial Narrow" panose="020B0606020202030204" pitchFamily="34" charset="0"/>
              </a:rPr>
              <a:t>t</a:t>
            </a:r>
            <a:r>
              <a:rPr lang="ru-RU" sz="900" kern="1200" dirty="0" smtClean="0">
                <a:solidFill>
                  <a:schemeClr val="bg2">
                    <a:lumMod val="25000"/>
                  </a:schemeClr>
                </a:solidFill>
                <a:latin typeface="Arial Narrow" panose="020B0606020202030204" pitchFamily="34" charset="0"/>
              </a:rPr>
              <a:t> </a:t>
            </a:r>
            <a:r>
              <a:rPr lang="ru-RU" sz="900" kern="1200" dirty="0">
                <a:solidFill>
                  <a:schemeClr val="bg2">
                    <a:lumMod val="25000"/>
                  </a:schemeClr>
                </a:solidFill>
                <a:latin typeface="Arial Narrow" panose="020B0606020202030204" pitchFamily="34" charset="0"/>
              </a:rPr>
              <a:t>хранения </a:t>
            </a:r>
            <a:r>
              <a:rPr lang="ru-RU" sz="900" kern="1200" dirty="0" smtClean="0">
                <a:solidFill>
                  <a:schemeClr val="bg2">
                    <a:lumMod val="25000"/>
                  </a:schemeClr>
                </a:solidFill>
                <a:latin typeface="Arial Narrow" panose="020B0606020202030204" pitchFamily="34" charset="0"/>
              </a:rPr>
              <a:t>не </a:t>
            </a:r>
            <a:r>
              <a:rPr lang="ru-RU" sz="900" kern="1200" dirty="0">
                <a:solidFill>
                  <a:schemeClr val="bg2">
                    <a:lumMod val="25000"/>
                  </a:schemeClr>
                </a:solidFill>
                <a:latin typeface="Arial Narrow" panose="020B0606020202030204" pitchFamily="34" charset="0"/>
              </a:rPr>
              <a:t>ниже 0</a:t>
            </a:r>
            <a:r>
              <a:rPr lang="ru-RU" sz="900" kern="1200" baseline="30000" dirty="0">
                <a:solidFill>
                  <a:schemeClr val="bg2">
                    <a:lumMod val="25000"/>
                  </a:schemeClr>
                </a:solidFill>
                <a:latin typeface="Arial Narrow" panose="020B0606020202030204" pitchFamily="34" charset="0"/>
              </a:rPr>
              <a:t>0</a:t>
            </a:r>
            <a:r>
              <a:rPr lang="ru-RU" sz="900" kern="1200" dirty="0">
                <a:solidFill>
                  <a:schemeClr val="bg2">
                    <a:lumMod val="25000"/>
                  </a:schemeClr>
                </a:solidFill>
                <a:latin typeface="Arial Narrow" panose="020B0606020202030204" pitchFamily="34" charset="0"/>
              </a:rPr>
              <a:t>С</a:t>
            </a:r>
          </a:p>
        </p:txBody>
      </p:sp>
      <p:sp>
        <p:nvSpPr>
          <p:cNvPr id="28" name="Полилиния 27"/>
          <p:cNvSpPr/>
          <p:nvPr/>
        </p:nvSpPr>
        <p:spPr>
          <a:xfrm>
            <a:off x="8290878" y="3807823"/>
            <a:ext cx="1613643" cy="565200"/>
          </a:xfrm>
          <a:custGeom>
            <a:avLst/>
            <a:gdLst>
              <a:gd name="connsiteX0" fmla="*/ 0 w 1613643"/>
              <a:gd name="connsiteY0" fmla="*/ 80032 h 800317"/>
              <a:gd name="connsiteX1" fmla="*/ 80032 w 1613643"/>
              <a:gd name="connsiteY1" fmla="*/ 0 h 800317"/>
              <a:gd name="connsiteX2" fmla="*/ 1533611 w 1613643"/>
              <a:gd name="connsiteY2" fmla="*/ 0 h 800317"/>
              <a:gd name="connsiteX3" fmla="*/ 1613643 w 1613643"/>
              <a:gd name="connsiteY3" fmla="*/ 80032 h 800317"/>
              <a:gd name="connsiteX4" fmla="*/ 1613643 w 1613643"/>
              <a:gd name="connsiteY4" fmla="*/ 720285 h 800317"/>
              <a:gd name="connsiteX5" fmla="*/ 1533611 w 1613643"/>
              <a:gd name="connsiteY5" fmla="*/ 800317 h 800317"/>
              <a:gd name="connsiteX6" fmla="*/ 80032 w 1613643"/>
              <a:gd name="connsiteY6" fmla="*/ 800317 h 800317"/>
              <a:gd name="connsiteX7" fmla="*/ 0 w 1613643"/>
              <a:gd name="connsiteY7" fmla="*/ 720285 h 800317"/>
              <a:gd name="connsiteX8" fmla="*/ 0 w 1613643"/>
              <a:gd name="connsiteY8" fmla="*/ 80032 h 800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3643" h="800317">
                <a:moveTo>
                  <a:pt x="0" y="80032"/>
                </a:moveTo>
                <a:cubicBezTo>
                  <a:pt x="0" y="35832"/>
                  <a:pt x="35832" y="0"/>
                  <a:pt x="80032" y="0"/>
                </a:cubicBezTo>
                <a:lnTo>
                  <a:pt x="1533611" y="0"/>
                </a:lnTo>
                <a:cubicBezTo>
                  <a:pt x="1577811" y="0"/>
                  <a:pt x="1613643" y="35832"/>
                  <a:pt x="1613643" y="80032"/>
                </a:cubicBezTo>
                <a:lnTo>
                  <a:pt x="1613643" y="720285"/>
                </a:lnTo>
                <a:cubicBezTo>
                  <a:pt x="1613643" y="764485"/>
                  <a:pt x="1577811" y="800317"/>
                  <a:pt x="1533611" y="800317"/>
                </a:cubicBezTo>
                <a:lnTo>
                  <a:pt x="80032" y="800317"/>
                </a:lnTo>
                <a:cubicBezTo>
                  <a:pt x="35832" y="800317"/>
                  <a:pt x="0" y="764485"/>
                  <a:pt x="0" y="720285"/>
                </a:cubicBezTo>
                <a:lnTo>
                  <a:pt x="0" y="80032"/>
                </a:lnTo>
                <a:close/>
              </a:path>
            </a:pathLst>
          </a:custGeom>
          <a:solidFill>
            <a:srgbClr val="23D1CF"/>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9457" tIns="33742" rIns="39457" bIns="33742" numCol="1" spcCol="1270" anchor="ctr" anchorCtr="0">
            <a:noAutofit/>
          </a:bodyPr>
          <a:lstStyle/>
          <a:p>
            <a:pPr algn="ctr" defTabSz="400050">
              <a:lnSpc>
                <a:spcPct val="90000"/>
              </a:lnSpc>
              <a:spcBef>
                <a:spcPct val="0"/>
              </a:spcBef>
              <a:spcAft>
                <a:spcPct val="35000"/>
              </a:spcAft>
            </a:pPr>
            <a:r>
              <a:rPr lang="ru-RU" sz="900" kern="1200" dirty="0">
                <a:solidFill>
                  <a:schemeClr val="bg2">
                    <a:lumMod val="25000"/>
                  </a:schemeClr>
                </a:solidFill>
                <a:latin typeface="Arial Narrow" panose="020B0606020202030204" pitchFamily="34" charset="0"/>
              </a:rPr>
              <a:t>в</a:t>
            </a:r>
            <a:r>
              <a:rPr lang="ru-RU" sz="900" kern="1200" dirty="0" smtClean="0">
                <a:solidFill>
                  <a:schemeClr val="bg2">
                    <a:lumMod val="25000"/>
                  </a:schemeClr>
                </a:solidFill>
                <a:latin typeface="Arial Narrow" panose="020B0606020202030204" pitchFamily="34" charset="0"/>
              </a:rPr>
              <a:t>лажность не менее 65%</a:t>
            </a:r>
            <a:endParaRPr lang="ru-RU" sz="900" kern="1200" dirty="0">
              <a:solidFill>
                <a:schemeClr val="bg2">
                  <a:lumMod val="25000"/>
                </a:schemeClr>
              </a:solidFill>
              <a:latin typeface="Arial Narrow" panose="020B0606020202030204" pitchFamily="34" charset="0"/>
            </a:endParaRPr>
          </a:p>
        </p:txBody>
      </p:sp>
      <p:sp>
        <p:nvSpPr>
          <p:cNvPr id="30" name="Полилиния 29"/>
          <p:cNvSpPr/>
          <p:nvPr/>
        </p:nvSpPr>
        <p:spPr>
          <a:xfrm>
            <a:off x="10039080" y="2369447"/>
            <a:ext cx="1800000" cy="3600000"/>
          </a:xfrm>
          <a:custGeom>
            <a:avLst/>
            <a:gdLst>
              <a:gd name="connsiteX0" fmla="*/ 0 w 2017054"/>
              <a:gd name="connsiteY0" fmla="*/ 201705 h 4898304"/>
              <a:gd name="connsiteX1" fmla="*/ 201705 w 2017054"/>
              <a:gd name="connsiteY1" fmla="*/ 0 h 4898304"/>
              <a:gd name="connsiteX2" fmla="*/ 1815349 w 2017054"/>
              <a:gd name="connsiteY2" fmla="*/ 0 h 4898304"/>
              <a:gd name="connsiteX3" fmla="*/ 2017054 w 2017054"/>
              <a:gd name="connsiteY3" fmla="*/ 201705 h 4898304"/>
              <a:gd name="connsiteX4" fmla="*/ 2017054 w 2017054"/>
              <a:gd name="connsiteY4" fmla="*/ 4696599 h 4898304"/>
              <a:gd name="connsiteX5" fmla="*/ 1815349 w 2017054"/>
              <a:gd name="connsiteY5" fmla="*/ 4898304 h 4898304"/>
              <a:gd name="connsiteX6" fmla="*/ 201705 w 2017054"/>
              <a:gd name="connsiteY6" fmla="*/ 4898304 h 4898304"/>
              <a:gd name="connsiteX7" fmla="*/ 0 w 2017054"/>
              <a:gd name="connsiteY7" fmla="*/ 4696599 h 4898304"/>
              <a:gd name="connsiteX8" fmla="*/ 0 w 2017054"/>
              <a:gd name="connsiteY8" fmla="*/ 201705 h 489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7054" h="4898304">
                <a:moveTo>
                  <a:pt x="0" y="201705"/>
                </a:moveTo>
                <a:cubicBezTo>
                  <a:pt x="0" y="90306"/>
                  <a:pt x="90306" y="0"/>
                  <a:pt x="201705" y="0"/>
                </a:cubicBezTo>
                <a:lnTo>
                  <a:pt x="1815349" y="0"/>
                </a:lnTo>
                <a:cubicBezTo>
                  <a:pt x="1926748" y="0"/>
                  <a:pt x="2017054" y="90306"/>
                  <a:pt x="2017054" y="201705"/>
                </a:cubicBezTo>
                <a:lnTo>
                  <a:pt x="2017054" y="4696599"/>
                </a:lnTo>
                <a:cubicBezTo>
                  <a:pt x="2017054" y="4807998"/>
                  <a:pt x="1926748" y="4898304"/>
                  <a:pt x="1815349" y="4898304"/>
                </a:cubicBezTo>
                <a:lnTo>
                  <a:pt x="201705" y="4898304"/>
                </a:lnTo>
                <a:cubicBezTo>
                  <a:pt x="90306" y="4898304"/>
                  <a:pt x="0" y="4807998"/>
                  <a:pt x="0" y="4696599"/>
                </a:cubicBezTo>
                <a:lnTo>
                  <a:pt x="0" y="201705"/>
                </a:lnTo>
                <a:close/>
              </a:path>
            </a:pathLst>
          </a:custGeom>
          <a:solidFill>
            <a:srgbClr val="D2C7E5"/>
          </a:solidFill>
          <a:ln>
            <a:noFill/>
          </a:ln>
          <a:effectLst/>
        </p:spPr>
        <p:style>
          <a:lnRef idx="0">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88760" tIns="108000" rIns="88760" bIns="3517573" numCol="1" spcCol="1270" anchor="t" anchorCtr="0">
            <a:noAutofit/>
          </a:bodyPr>
          <a:lstStyle/>
          <a:p>
            <a:pPr lvl="0" algn="ctr" defTabSz="533400">
              <a:lnSpc>
                <a:spcPct val="90000"/>
              </a:lnSpc>
              <a:spcBef>
                <a:spcPct val="0"/>
              </a:spcBef>
              <a:spcAft>
                <a:spcPct val="35000"/>
              </a:spcAft>
            </a:pPr>
            <a:r>
              <a:rPr lang="ru-RU" sz="1200" b="1" i="0" kern="1200" dirty="0">
                <a:solidFill>
                  <a:sysClr val="windowText" lastClr="000000">
                    <a:hueOff val="0"/>
                    <a:satOff val="0"/>
                    <a:lumOff val="0"/>
                    <a:alphaOff val="0"/>
                  </a:sysClr>
                </a:solidFill>
                <a:latin typeface="Arial Narrow" panose="020B0606020202030204" pitchFamily="34" charset="0"/>
                <a:ea typeface="+mn-ea"/>
                <a:cs typeface="+mn-cs"/>
              </a:rPr>
              <a:t>Специальные характеристики </a:t>
            </a:r>
            <a:r>
              <a:rPr lang="ru-RU" sz="1200" b="1" i="0" kern="1200" dirty="0" smtClean="0">
                <a:solidFill>
                  <a:sysClr val="windowText" lastClr="000000">
                    <a:hueOff val="0"/>
                    <a:satOff val="0"/>
                    <a:lumOff val="0"/>
                    <a:alphaOff val="0"/>
                  </a:sysClr>
                </a:solidFill>
                <a:latin typeface="Arial Narrow" panose="020B0606020202030204" pitchFamily="34" charset="0"/>
                <a:ea typeface="+mn-ea"/>
                <a:cs typeface="+mn-cs"/>
              </a:rPr>
              <a:t>услуги</a:t>
            </a:r>
            <a:endParaRPr lang="ru-RU" sz="1200" b="1" i="0" kern="1200" dirty="0">
              <a:solidFill>
                <a:sysClr val="windowText" lastClr="000000">
                  <a:hueOff val="0"/>
                  <a:satOff val="0"/>
                  <a:lumOff val="0"/>
                  <a:alphaOff val="0"/>
                </a:sysClr>
              </a:solidFill>
              <a:latin typeface="Arial Narrow" panose="020B0606020202030204" pitchFamily="34" charset="0"/>
              <a:ea typeface="+mn-ea"/>
              <a:cs typeface="+mn-cs"/>
            </a:endParaRPr>
          </a:p>
        </p:txBody>
      </p:sp>
      <p:sp>
        <p:nvSpPr>
          <p:cNvPr id="31" name="Скругленный прямоугольник 30"/>
          <p:cNvSpPr/>
          <p:nvPr/>
        </p:nvSpPr>
        <p:spPr>
          <a:xfrm>
            <a:off x="10132259" y="3142133"/>
            <a:ext cx="1613643" cy="565200"/>
          </a:xfrm>
          <a:prstGeom prst="roundRect">
            <a:avLst/>
          </a:prstGeom>
          <a:solidFill>
            <a:srgbClr val="23D1CF"/>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9457" tIns="33742" rIns="39457" bIns="33742" numCol="1" spcCol="1270" anchor="ctr" anchorCtr="0">
            <a:noAutofit/>
          </a:bodyPr>
          <a:lstStyle/>
          <a:p>
            <a:pPr algn="ctr" defTabSz="400050">
              <a:lnSpc>
                <a:spcPct val="90000"/>
              </a:lnSpc>
              <a:spcBef>
                <a:spcPct val="0"/>
              </a:spcBef>
              <a:spcAft>
                <a:spcPct val="35000"/>
              </a:spcAft>
            </a:pPr>
            <a:r>
              <a:rPr lang="ru-RU" sz="900" kern="1200" dirty="0" smtClean="0">
                <a:solidFill>
                  <a:schemeClr val="bg2">
                    <a:lumMod val="25000"/>
                  </a:schemeClr>
                </a:solidFill>
                <a:latin typeface="Arial Narrow" panose="020B0606020202030204" pitchFamily="34" charset="0"/>
              </a:rPr>
              <a:t>соблюдение </a:t>
            </a:r>
            <a:r>
              <a:rPr lang="ru-RU" sz="900" kern="1200" dirty="0">
                <a:solidFill>
                  <a:schemeClr val="bg2">
                    <a:lumMod val="25000"/>
                  </a:schemeClr>
                </a:solidFill>
                <a:latin typeface="Arial Narrow" panose="020B0606020202030204" pitchFamily="34" charset="0"/>
              </a:rPr>
              <a:t>срока поставки МТР категории «свободный запас</a:t>
            </a:r>
            <a:r>
              <a:rPr lang="ru-RU" sz="900" kern="1200" dirty="0" smtClean="0">
                <a:solidFill>
                  <a:schemeClr val="bg2">
                    <a:lumMod val="25000"/>
                  </a:schemeClr>
                </a:solidFill>
                <a:latin typeface="Arial Narrow" panose="020B0606020202030204" pitchFamily="34" charset="0"/>
              </a:rPr>
              <a:t>», 100%</a:t>
            </a:r>
            <a:endParaRPr lang="ru-RU" sz="900" kern="1200" dirty="0">
              <a:solidFill>
                <a:schemeClr val="bg2">
                  <a:lumMod val="25000"/>
                </a:schemeClr>
              </a:solidFill>
              <a:latin typeface="Arial Narrow" panose="020B0606020202030204" pitchFamily="34" charset="0"/>
            </a:endParaRPr>
          </a:p>
        </p:txBody>
      </p:sp>
      <p:sp>
        <p:nvSpPr>
          <p:cNvPr id="32" name="Скругленный прямоугольник 31"/>
          <p:cNvSpPr/>
          <p:nvPr/>
        </p:nvSpPr>
        <p:spPr>
          <a:xfrm>
            <a:off x="10132259" y="3807823"/>
            <a:ext cx="1613643" cy="565200"/>
          </a:xfrm>
          <a:prstGeom prst="roundRect">
            <a:avLst/>
          </a:prstGeom>
          <a:solidFill>
            <a:srgbClr val="23D1CF"/>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9457" tIns="33742" rIns="39457" bIns="33742" numCol="1" spcCol="1270" anchor="ctr" anchorCtr="0">
            <a:noAutofit/>
          </a:bodyPr>
          <a:lstStyle/>
          <a:p>
            <a:pPr algn="ctr" defTabSz="400050">
              <a:lnSpc>
                <a:spcPct val="90000"/>
              </a:lnSpc>
              <a:spcBef>
                <a:spcPct val="0"/>
              </a:spcBef>
              <a:spcAft>
                <a:spcPct val="35000"/>
              </a:spcAft>
            </a:pPr>
            <a:r>
              <a:rPr lang="ru-RU" sz="900" kern="1200" dirty="0" smtClean="0">
                <a:solidFill>
                  <a:schemeClr val="bg2">
                    <a:lumMod val="25000"/>
                  </a:schemeClr>
                </a:solidFill>
                <a:latin typeface="Arial Narrow" panose="020B0606020202030204" pitchFamily="34" charset="0"/>
              </a:rPr>
              <a:t>своевременное </a:t>
            </a:r>
            <a:r>
              <a:rPr lang="ru-RU" sz="900" kern="1200" dirty="0">
                <a:solidFill>
                  <a:schemeClr val="bg2">
                    <a:lumMod val="25000"/>
                  </a:schemeClr>
                </a:solidFill>
                <a:latin typeface="Arial Narrow" panose="020B0606020202030204" pitchFamily="34" charset="0"/>
              </a:rPr>
              <a:t>определение </a:t>
            </a:r>
            <a:r>
              <a:rPr lang="ru-RU" sz="900" kern="1200" dirty="0" smtClean="0">
                <a:solidFill>
                  <a:schemeClr val="bg2">
                    <a:lumMod val="25000"/>
                  </a:schemeClr>
                </a:solidFill>
                <a:latin typeface="Arial Narrow" panose="020B0606020202030204" pitchFamily="34" charset="0"/>
              </a:rPr>
              <a:t>НМЦ, 95%</a:t>
            </a:r>
            <a:endParaRPr lang="ru-RU" sz="900" kern="1200" dirty="0">
              <a:solidFill>
                <a:schemeClr val="bg2">
                  <a:lumMod val="25000"/>
                </a:schemeClr>
              </a:solidFill>
              <a:latin typeface="Arial Narrow" panose="020B0606020202030204" pitchFamily="34" charset="0"/>
            </a:endParaRPr>
          </a:p>
        </p:txBody>
      </p:sp>
      <p:sp>
        <p:nvSpPr>
          <p:cNvPr id="16" name="Прямоугольник 15"/>
          <p:cNvSpPr/>
          <p:nvPr/>
        </p:nvSpPr>
        <p:spPr>
          <a:xfrm>
            <a:off x="4428118" y="2113055"/>
            <a:ext cx="360000" cy="360040"/>
          </a:xfrm>
          <a:prstGeom prst="rect">
            <a:avLst/>
          </a:prstGeom>
          <a:solidFill>
            <a:srgbClr val="0070C0"/>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sp>
        <p:nvSpPr>
          <p:cNvPr id="17" name="Равнобедренный треугольник 16"/>
          <p:cNvSpPr/>
          <p:nvPr/>
        </p:nvSpPr>
        <p:spPr>
          <a:xfrm>
            <a:off x="6356319" y="2113055"/>
            <a:ext cx="360040" cy="360000"/>
          </a:xfrm>
          <a:prstGeom prst="triangle">
            <a:avLst/>
          </a:prstGeom>
          <a:solidFill>
            <a:srgbClr val="0070C0"/>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sp>
        <p:nvSpPr>
          <p:cNvPr id="18" name="Равнобедренный треугольник 17"/>
          <p:cNvSpPr/>
          <p:nvPr/>
        </p:nvSpPr>
        <p:spPr>
          <a:xfrm>
            <a:off x="8197699" y="2113055"/>
            <a:ext cx="360040" cy="360000"/>
          </a:xfrm>
          <a:prstGeom prst="triangle">
            <a:avLst/>
          </a:prstGeom>
          <a:solidFill>
            <a:srgbClr val="0070C0"/>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sp>
        <p:nvSpPr>
          <p:cNvPr id="19" name="Равнобедренный треугольник 18"/>
          <p:cNvSpPr/>
          <p:nvPr/>
        </p:nvSpPr>
        <p:spPr>
          <a:xfrm>
            <a:off x="10039080" y="2113055"/>
            <a:ext cx="360040" cy="360000"/>
          </a:xfrm>
          <a:prstGeom prst="triangle">
            <a:avLst/>
          </a:prstGeom>
          <a:solidFill>
            <a:srgbClr val="0070C0"/>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sp>
        <p:nvSpPr>
          <p:cNvPr id="41" name="Скругленный прямоугольник 40"/>
          <p:cNvSpPr/>
          <p:nvPr/>
        </p:nvSpPr>
        <p:spPr>
          <a:xfrm>
            <a:off x="10132259" y="4473513"/>
            <a:ext cx="1613643" cy="565200"/>
          </a:xfrm>
          <a:prstGeom prst="roundRect">
            <a:avLst/>
          </a:prstGeom>
          <a:solidFill>
            <a:srgbClr val="23D1CF"/>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9457" tIns="33742" rIns="39457" bIns="33742" numCol="1" spcCol="1270" anchor="ctr" anchorCtr="0">
            <a:noAutofit/>
          </a:bodyPr>
          <a:lstStyle/>
          <a:p>
            <a:pPr algn="ctr" defTabSz="400050">
              <a:lnSpc>
                <a:spcPct val="90000"/>
              </a:lnSpc>
              <a:spcBef>
                <a:spcPct val="0"/>
              </a:spcBef>
              <a:spcAft>
                <a:spcPct val="35000"/>
              </a:spcAft>
            </a:pPr>
            <a:r>
              <a:rPr lang="ru-RU" sz="900" kern="1200" dirty="0" smtClean="0">
                <a:solidFill>
                  <a:schemeClr val="bg2">
                    <a:lumMod val="25000"/>
                  </a:schemeClr>
                </a:solidFill>
                <a:latin typeface="Arial Narrow" panose="020B0606020202030204" pitchFamily="34" charset="0"/>
              </a:rPr>
              <a:t>использование </a:t>
            </a:r>
            <a:r>
              <a:rPr lang="ru-RU" sz="900" kern="1200" dirty="0">
                <a:solidFill>
                  <a:schemeClr val="bg2">
                    <a:lumMod val="25000"/>
                  </a:schemeClr>
                </a:solidFill>
                <a:latin typeface="Arial Narrow" panose="020B0606020202030204" pitchFamily="34" charset="0"/>
              </a:rPr>
              <a:t>складских площадей, </a:t>
            </a:r>
            <a:r>
              <a:rPr lang="ru-RU" sz="900" kern="1200" dirty="0" smtClean="0">
                <a:solidFill>
                  <a:schemeClr val="bg2">
                    <a:lumMod val="25000"/>
                  </a:schemeClr>
                </a:solidFill>
                <a:latin typeface="Arial Narrow" panose="020B0606020202030204" pitchFamily="34" charset="0"/>
              </a:rPr>
              <a:t>более 80%</a:t>
            </a:r>
            <a:endParaRPr lang="ru-RU" sz="900" kern="1200" dirty="0">
              <a:solidFill>
                <a:schemeClr val="bg2">
                  <a:lumMod val="25000"/>
                </a:schemeClr>
              </a:solidFill>
              <a:latin typeface="Arial Narrow" panose="020B0606020202030204" pitchFamily="34" charset="0"/>
            </a:endParaRPr>
          </a:p>
        </p:txBody>
      </p:sp>
    </p:spTree>
    <p:extLst>
      <p:ext uri="{BB962C8B-B14F-4D97-AF65-F5344CB8AC3E}">
        <p14:creationId xmlns:p14="http://schemas.microsoft.com/office/powerpoint/2010/main" val="32643270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7188">
              <a:spcBef>
                <a:spcPts val="600"/>
              </a:spcBef>
              <a:defRPr/>
            </a:pPr>
            <a:r>
              <a:rPr lang="ru-RU" sz="2800" b="1" dirty="0" smtClean="0">
                <a:solidFill>
                  <a:schemeClr val="bg1"/>
                </a:solidFill>
                <a:latin typeface="DINPro-Bold" panose="02000503030000020004" pitchFamily="50" charset="0"/>
                <a:ea typeface="GPN_DIN Bold"/>
              </a:rPr>
              <a:t>14. ДОПОЛНИТЕЛЬНЫЕ ТЕРМИНЫ</a:t>
            </a:r>
            <a:endParaRPr lang="ru-RU" sz="2000" dirty="0">
              <a:latin typeface="DINPro-Bold" panose="02000503030000020004" pitchFamily="50" charset="0"/>
            </a:endParaRPr>
          </a:p>
        </p:txBody>
      </p:sp>
      <p:grpSp>
        <p:nvGrpSpPr>
          <p:cNvPr id="2" name="Группа 1"/>
          <p:cNvGrpSpPr/>
          <p:nvPr/>
        </p:nvGrpSpPr>
        <p:grpSpPr>
          <a:xfrm>
            <a:off x="423307" y="1341299"/>
            <a:ext cx="3744000" cy="4230161"/>
            <a:chOff x="423307" y="1341299"/>
            <a:chExt cx="3744000" cy="4230161"/>
          </a:xfrm>
        </p:grpSpPr>
        <p:sp>
          <p:nvSpPr>
            <p:cNvPr id="44" name="Прямоугольник 27">
              <a:extLst>
                <a:ext uri="{FF2B5EF4-FFF2-40B4-BE49-F238E27FC236}">
                  <a16:creationId xmlns:a16="http://schemas.microsoft.com/office/drawing/2014/main" id="{0F67F8FC-846B-7DC9-7278-B25D2ABC8AED}"/>
                </a:ext>
              </a:extLst>
            </p:cNvPr>
            <p:cNvSpPr/>
            <p:nvPr/>
          </p:nvSpPr>
          <p:spPr>
            <a:xfrm>
              <a:off x="423307" y="1341299"/>
              <a:ext cx="3743377" cy="704398"/>
            </a:xfrm>
            <a:prstGeom prst="rect">
              <a:avLst/>
            </a:prstGeom>
            <a:solidFill>
              <a:srgbClr val="E65907"/>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ТЕРМИНЫ И ОПРЕДЕЛЕНИЯ</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45" name="Прямоугольник 29">
              <a:extLst>
                <a:ext uri="{FF2B5EF4-FFF2-40B4-BE49-F238E27FC236}">
                  <a16:creationId xmlns:a16="http://schemas.microsoft.com/office/drawing/2014/main" id="{C3486913-A292-3BBC-8B74-66DCBC8DCF87}"/>
                </a:ext>
              </a:extLst>
            </p:cNvPr>
            <p:cNvSpPr/>
            <p:nvPr/>
          </p:nvSpPr>
          <p:spPr>
            <a:xfrm>
              <a:off x="423307" y="2045697"/>
              <a:ext cx="3744000" cy="3525763"/>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pPr>
                <a:spcBef>
                  <a:spcPts val="600"/>
                </a:spcBef>
                <a:spcAft>
                  <a:spcPts val="600"/>
                </a:spcAft>
              </a:pPr>
              <a:r>
                <a:rPr lang="ru-RU" sz="1200" dirty="0" smtClean="0">
                  <a:solidFill>
                    <a:schemeClr val="tx2"/>
                  </a:solidFill>
                  <a:latin typeface="DINPro-Bold" panose="02000503030000020004" pitchFamily="50" charset="0"/>
                  <a:ea typeface="GPN_DIN Regular" panose="020B0504020202020204" pitchFamily="34" charset="-52"/>
                </a:rPr>
                <a:t>верификация </a:t>
              </a:r>
              <a:r>
                <a:rPr lang="ru-RU" sz="1200" dirty="0">
                  <a:solidFill>
                    <a:schemeClr val="tx2"/>
                  </a:solidFill>
                  <a:latin typeface="DINPro-Light" panose="02000504040000020003" pitchFamily="50" charset="0"/>
                  <a:ea typeface="GPN_DIN Regular" panose="020B0504020202020204" pitchFamily="34" charset="-52"/>
                </a:rPr>
                <a:t>– подтверждение посредством представления объективных свидетельств того, что требования, относящиеся к конкретному предполагаемому использованию или применению, были выполнены (доказательство того, что требования конкретного пользователя, продукта, услуги или системы удовлетворены</a:t>
              </a:r>
              <a:r>
                <a:rPr lang="ru-RU" sz="1200" dirty="0" smtClean="0">
                  <a:solidFill>
                    <a:schemeClr val="tx2"/>
                  </a:solidFill>
                  <a:latin typeface="DINPro-Light" panose="02000504040000020003" pitchFamily="50" charset="0"/>
                  <a:ea typeface="GPN_DIN Regular" panose="020B0504020202020204" pitchFamily="34" charset="-52"/>
                </a:rPr>
                <a:t>)</a:t>
              </a:r>
              <a:endParaRPr lang="ru-RU" sz="1200" dirty="0">
                <a:solidFill>
                  <a:schemeClr val="tx2"/>
                </a:solidFill>
                <a:latin typeface="DINPro-Light" panose="02000504040000020003" pitchFamily="50" charset="0"/>
                <a:ea typeface="GPN_DIN Regular" panose="020B0504020202020204" pitchFamily="34" charset="-52"/>
              </a:endParaRPr>
            </a:p>
            <a:p>
              <a:pPr>
                <a:spcBef>
                  <a:spcPts val="600"/>
                </a:spcBef>
                <a:spcAft>
                  <a:spcPts val="600"/>
                </a:spcAft>
              </a:pPr>
              <a:r>
                <a:rPr lang="ru-RU" sz="1200" dirty="0" err="1" smtClean="0">
                  <a:solidFill>
                    <a:schemeClr val="tx2"/>
                  </a:solidFill>
                  <a:latin typeface="DINPro-Bold" panose="02000503030000020004" pitchFamily="50" charset="0"/>
                  <a:ea typeface="GPN_DIN Regular" panose="020B0504020202020204" pitchFamily="34" charset="-52"/>
                </a:rPr>
                <a:t>валидация</a:t>
              </a:r>
              <a:r>
                <a:rPr lang="ru-RU" sz="1200" dirty="0" smtClean="0">
                  <a:solidFill>
                    <a:schemeClr val="tx2"/>
                  </a:solidFill>
                  <a:latin typeface="DINPro-Bold" panose="02000503030000020004" pitchFamily="50" charset="0"/>
                  <a:ea typeface="GPN_DIN Regular" panose="020B0504020202020204" pitchFamily="34" charset="-52"/>
                </a:rPr>
                <a:t> </a:t>
              </a:r>
              <a:r>
                <a:rPr lang="ru-RU" sz="1200" dirty="0">
                  <a:solidFill>
                    <a:schemeClr val="tx2"/>
                  </a:solidFill>
                  <a:latin typeface="DINPro-Light" panose="02000504040000020003" pitchFamily="50" charset="0"/>
                  <a:ea typeface="GPN_DIN Regular" panose="020B0504020202020204" pitchFamily="34" charset="-52"/>
                </a:rPr>
                <a:t>- проверка того, что итоговый продукт функционирует так, как от него и ожидалось</a:t>
              </a:r>
            </a:p>
          </p:txBody>
        </p:sp>
        <p:pic>
          <p:nvPicPr>
            <p:cNvPr id="5" name="Рисунок 4"/>
            <p:cNvPicPr>
              <a:picLocks noChangeAspect="1"/>
            </p:cNvPicPr>
            <p:nvPr/>
          </p:nvPicPr>
          <p:blipFill rotWithShape="1">
            <a:blip r:embed="rId3"/>
            <a:srcRect l="9020" r="9257"/>
            <a:stretch/>
          </p:blipFill>
          <p:spPr>
            <a:xfrm>
              <a:off x="492323" y="1393055"/>
              <a:ext cx="441293" cy="540000"/>
            </a:xfrm>
            <a:prstGeom prst="rect">
              <a:avLst/>
            </a:prstGeom>
          </p:spPr>
        </p:pic>
      </p:grpSp>
      <p:grpSp>
        <p:nvGrpSpPr>
          <p:cNvPr id="42" name="Группа 41"/>
          <p:cNvGrpSpPr/>
          <p:nvPr/>
        </p:nvGrpSpPr>
        <p:grpSpPr>
          <a:xfrm>
            <a:off x="6184771" y="1341299"/>
            <a:ext cx="3744000" cy="4230000"/>
            <a:chOff x="6184771" y="1382151"/>
            <a:chExt cx="3744000" cy="4057326"/>
          </a:xfrm>
        </p:grpSpPr>
        <p:sp>
          <p:nvSpPr>
            <p:cNvPr id="43" name="Прямоугольник 27">
              <a:extLst>
                <a:ext uri="{FF2B5EF4-FFF2-40B4-BE49-F238E27FC236}">
                  <a16:creationId xmlns:a16="http://schemas.microsoft.com/office/drawing/2014/main" id="{0F67F8FC-846B-7DC9-7278-B25D2ABC8AED}"/>
                </a:ext>
              </a:extLst>
            </p:cNvPr>
            <p:cNvSpPr/>
            <p:nvPr/>
          </p:nvSpPr>
          <p:spPr>
            <a:xfrm>
              <a:off x="6184771" y="1382151"/>
              <a:ext cx="3743377" cy="704398"/>
            </a:xfrm>
            <a:prstGeom prst="rect">
              <a:avLst/>
            </a:prstGeom>
            <a:solidFill>
              <a:srgbClr val="48A044"/>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534988">
                <a:spcBef>
                  <a:spcPts val="600"/>
                </a:spcBef>
                <a:buClr>
                  <a:schemeClr val="tx1"/>
                </a:buClr>
              </a:pPr>
              <a:r>
                <a:rPr lang="ru-RU" sz="1400" dirty="0" smtClean="0">
                  <a:solidFill>
                    <a:schemeClr val="bg1"/>
                  </a:solidFill>
                  <a:latin typeface="GPN_DIN Condensed Bold" panose="020B0504020202020204" pitchFamily="34" charset="0"/>
                  <a:ea typeface="GPN_DIN Condensed Bold" panose="020B0504020202020204" pitchFamily="34" charset="0"/>
                </a:rPr>
                <a:t>ЗАДАНИЕ</a:t>
              </a:r>
              <a:endParaRPr lang="ru-RU" sz="1400" dirty="0">
                <a:solidFill>
                  <a:schemeClr val="bg1"/>
                </a:solidFill>
                <a:latin typeface="GPN_DIN Condensed Bold" panose="020B0504020202020204" pitchFamily="34" charset="0"/>
                <a:ea typeface="GPN_DIN Condensed Bold" panose="020B0504020202020204" pitchFamily="34" charset="0"/>
              </a:endParaRPr>
            </a:p>
          </p:txBody>
        </p:sp>
        <p:sp>
          <p:nvSpPr>
            <p:cNvPr id="46" name="Прямоугольник 29">
              <a:extLst>
                <a:ext uri="{FF2B5EF4-FFF2-40B4-BE49-F238E27FC236}">
                  <a16:creationId xmlns:a16="http://schemas.microsoft.com/office/drawing/2014/main" id="{C3486913-A292-3BBC-8B74-66DCBC8DCF87}"/>
                </a:ext>
              </a:extLst>
            </p:cNvPr>
            <p:cNvSpPr/>
            <p:nvPr/>
          </p:nvSpPr>
          <p:spPr>
            <a:xfrm>
              <a:off x="6184771" y="2086549"/>
              <a:ext cx="3744000" cy="3352928"/>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360000" rIns="144000" bIns="144000" rtlCol="0" anchor="t" anchorCtr="0"/>
            <a:lstStyle/>
            <a:p>
              <a:r>
                <a:rPr lang="ru-RU" sz="1200" dirty="0" smtClean="0">
                  <a:solidFill>
                    <a:schemeClr val="tx2"/>
                  </a:solidFill>
                  <a:latin typeface="DINPro-Light" panose="02000504040000020003" pitchFamily="50" charset="0"/>
                  <a:ea typeface="GPN_DIN Regular" panose="020B0504020202020204" pitchFamily="34" charset="-52"/>
                </a:rPr>
                <a:t>Вы производите велосипеды.</a:t>
              </a:r>
            </a:p>
            <a:p>
              <a:endParaRPr lang="ru-RU" sz="1200" dirty="0" smtClean="0">
                <a:solidFill>
                  <a:schemeClr val="tx2"/>
                </a:solidFill>
                <a:latin typeface="DINPro-Light" panose="02000504040000020003" pitchFamily="50" charset="0"/>
                <a:ea typeface="GPN_DIN Regular" panose="020B0504020202020204" pitchFamily="34" charset="-52"/>
              </a:endParaRPr>
            </a:p>
            <a:p>
              <a:r>
                <a:rPr lang="ru-RU" sz="1200" dirty="0" smtClean="0">
                  <a:solidFill>
                    <a:schemeClr val="tx2"/>
                  </a:solidFill>
                  <a:latin typeface="DINPro-Light" panose="02000504040000020003" pitchFamily="50" charset="0"/>
                  <a:ea typeface="GPN_DIN Regular" panose="020B0504020202020204" pitchFamily="34" charset="-52"/>
                </a:rPr>
                <a:t>Как провести верификацию и как провести </a:t>
              </a:r>
              <a:r>
                <a:rPr lang="ru-RU" sz="1200" dirty="0" err="1" smtClean="0">
                  <a:solidFill>
                    <a:schemeClr val="tx2"/>
                  </a:solidFill>
                  <a:latin typeface="DINPro-Light" panose="02000504040000020003" pitchFamily="50" charset="0"/>
                  <a:ea typeface="GPN_DIN Regular" panose="020B0504020202020204" pitchFamily="34" charset="-52"/>
                </a:rPr>
                <a:t>валидацию</a:t>
              </a:r>
              <a:r>
                <a:rPr lang="ru-RU" sz="1200" dirty="0" smtClean="0">
                  <a:solidFill>
                    <a:schemeClr val="tx2"/>
                  </a:solidFill>
                  <a:latin typeface="DINPro-Light" panose="02000504040000020003" pitchFamily="50" charset="0"/>
                  <a:ea typeface="GPN_DIN Regular" panose="020B0504020202020204" pitchFamily="34" charset="-52"/>
                </a:rPr>
                <a:t> вашей продукции?</a:t>
              </a:r>
            </a:p>
          </p:txBody>
        </p:sp>
        <p:pic>
          <p:nvPicPr>
            <p:cNvPr id="47" name="Рисунок 46"/>
            <p:cNvPicPr>
              <a:picLocks noChangeAspect="1"/>
            </p:cNvPicPr>
            <p:nvPr/>
          </p:nvPicPr>
          <p:blipFill rotWithShape="1">
            <a:blip r:embed="rId4">
              <a:extLst>
                <a:ext uri="{BEBA8EAE-BF5A-486C-A8C5-ECC9F3942E4B}">
                  <a14:imgProps xmlns:a14="http://schemas.microsoft.com/office/drawing/2010/main">
                    <a14:imgLayer r:embed="rId5">
                      <a14:imgEffect>
                        <a14:backgroundRemoval t="2930" b="100000" l="11133" r="98926"/>
                      </a14:imgEffect>
                    </a14:imgLayer>
                  </a14:imgProps>
                </a:ext>
              </a:extLst>
            </a:blip>
            <a:srcRect l="10869" t="2218"/>
            <a:stretch/>
          </p:blipFill>
          <p:spPr>
            <a:xfrm>
              <a:off x="6315738" y="1433907"/>
              <a:ext cx="492226" cy="540000"/>
            </a:xfrm>
            <a:prstGeom prst="rect">
              <a:avLst/>
            </a:prstGeom>
          </p:spPr>
        </p:pic>
      </p:grpSp>
      <p:pic>
        <p:nvPicPr>
          <p:cNvPr id="48" name="Picture 2" descr="https://hdpic.club/uploads/posts/2021-11/1637828086_17-hdpic-club-p-velosiped-png-21.png"/>
          <p:cNvPicPr>
            <a:picLocks noChangeAspect="1" noChangeArrowheads="1"/>
          </p:cNvPicPr>
          <p:nvPr/>
        </p:nvPicPr>
        <p:blipFill>
          <a:blip r:embed="rId6"/>
          <a:stretch/>
        </p:blipFill>
        <p:spPr bwMode="auto">
          <a:xfrm>
            <a:off x="6404355" y="3463542"/>
            <a:ext cx="3388476" cy="2016000"/>
          </a:xfrm>
          <a:prstGeom prst="rect">
            <a:avLst/>
          </a:prstGeom>
          <a:noFill/>
        </p:spPr>
      </p:pic>
    </p:spTree>
    <p:extLst>
      <p:ext uri="{BB962C8B-B14F-4D97-AF65-F5344CB8AC3E}">
        <p14:creationId xmlns:p14="http://schemas.microsoft.com/office/powerpoint/2010/main" val="95634736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48A0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95350">
              <a:spcBef>
                <a:spcPts val="600"/>
              </a:spcBef>
              <a:defRPr/>
            </a:pPr>
            <a:r>
              <a:rPr lang="ru-RU" sz="2800" b="1" dirty="0" smtClean="0">
                <a:solidFill>
                  <a:schemeClr val="bg1"/>
                </a:solidFill>
                <a:latin typeface="DINPro-Bold" panose="02000503030000020004" pitchFamily="50" charset="0"/>
                <a:ea typeface="GPN_DIN Bold"/>
              </a:rPr>
              <a:t>ЗАДАНИЕ</a:t>
            </a:r>
            <a:endParaRPr sz="2000" dirty="0">
              <a:latin typeface="DINPro-Bold" panose="02000503030000020004" pitchFamily="50" charset="0"/>
            </a:endParaRPr>
          </a:p>
        </p:txBody>
      </p:sp>
      <p:sp>
        <p:nvSpPr>
          <p:cNvPr id="52" name="Прямоугольник 29">
            <a:extLst>
              <a:ext uri="{FF2B5EF4-FFF2-40B4-BE49-F238E27FC236}">
                <a16:creationId xmlns:a16="http://schemas.microsoft.com/office/drawing/2014/main" id="{C3486913-A292-3BBC-8B74-66DCBC8DCF87}"/>
              </a:ext>
            </a:extLst>
          </p:cNvPr>
          <p:cNvSpPr/>
          <p:nvPr/>
        </p:nvSpPr>
        <p:spPr>
          <a:xfrm>
            <a:off x="391187" y="1156871"/>
            <a:ext cx="8538804" cy="652880"/>
          </a:xfrm>
          <a:prstGeom prst="rect">
            <a:avLst/>
          </a:prstGeom>
          <a:solidFill>
            <a:schemeClr val="bg1">
              <a:lumMod val="95000"/>
            </a:schemeClr>
          </a:solid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pPr>
              <a:spcBef>
                <a:spcPts val="600"/>
              </a:spcBef>
              <a:spcAft>
                <a:spcPts val="600"/>
              </a:spcAft>
            </a:pPr>
            <a:r>
              <a:rPr lang="ru-RU" sz="1600" dirty="0" smtClean="0">
                <a:solidFill>
                  <a:schemeClr val="tx2"/>
                </a:solidFill>
                <a:latin typeface="GPN_DIN Condensed Medium" panose="020B0606020202020204" pitchFamily="34" charset="-52"/>
                <a:ea typeface="GPN_DIN Condensed Medium" panose="020B0606020202020204" pitchFamily="34" charset="-52"/>
              </a:rPr>
              <a:t>Верификация / </a:t>
            </a:r>
            <a:r>
              <a:rPr lang="ru-RU" sz="1600" dirty="0" err="1" smtClean="0">
                <a:solidFill>
                  <a:schemeClr val="tx2"/>
                </a:solidFill>
                <a:latin typeface="GPN_DIN Condensed Medium" panose="020B0606020202020204" pitchFamily="34" charset="-52"/>
                <a:ea typeface="GPN_DIN Condensed Medium" panose="020B0606020202020204" pitchFamily="34" charset="-52"/>
              </a:rPr>
              <a:t>валидация</a:t>
            </a:r>
            <a:r>
              <a:rPr lang="ru-RU" sz="1600" dirty="0" smtClean="0">
                <a:solidFill>
                  <a:schemeClr val="tx2"/>
                </a:solidFill>
                <a:latin typeface="GPN_DIN Condensed Medium" panose="020B0606020202020204" pitchFamily="34" charset="-52"/>
                <a:ea typeface="GPN_DIN Condensed Medium" panose="020B0606020202020204" pitchFamily="34" charset="-52"/>
              </a:rPr>
              <a:t> велосипеда</a:t>
            </a:r>
          </a:p>
        </p:txBody>
      </p:sp>
      <p:pic>
        <p:nvPicPr>
          <p:cNvPr id="63" name="Рисунок 62"/>
          <p:cNvPicPr>
            <a:picLocks noChangeAspect="1"/>
          </p:cNvPicPr>
          <p:nvPr/>
        </p:nvPicPr>
        <p:blipFill rotWithShape="1">
          <a:blip r:embed="rId3">
            <a:extLst>
              <a:ext uri="{BEBA8EAE-BF5A-486C-A8C5-ECC9F3942E4B}">
                <a14:imgProps xmlns:a14="http://schemas.microsoft.com/office/drawing/2010/main">
                  <a14:imgLayer r:embed="rId4">
                    <a14:imgEffect>
                      <a14:backgroundRemoval t="2930" b="100000" l="11133" r="98926"/>
                    </a14:imgEffect>
                  </a14:imgLayer>
                </a14:imgProps>
              </a:ext>
            </a:extLst>
          </a:blip>
          <a:srcRect l="10869" t="2218"/>
          <a:stretch/>
        </p:blipFill>
        <p:spPr>
          <a:xfrm>
            <a:off x="391188" y="199428"/>
            <a:ext cx="492226" cy="540000"/>
          </a:xfrm>
          <a:prstGeom prst="rect">
            <a:avLst/>
          </a:prstGeom>
        </p:spPr>
      </p:pic>
      <p:pic>
        <p:nvPicPr>
          <p:cNvPr id="15" name="Picture 2" descr="https://hdpic.club/uploads/posts/2021-11/1637828086_17-hdpic-club-p-velosiped-png-21.png"/>
          <p:cNvPicPr>
            <a:picLocks noChangeAspect="1" noChangeArrowheads="1"/>
          </p:cNvPicPr>
          <p:nvPr/>
        </p:nvPicPr>
        <p:blipFill>
          <a:blip r:embed="rId5"/>
          <a:stretch/>
        </p:blipFill>
        <p:spPr bwMode="auto">
          <a:xfrm>
            <a:off x="726559" y="3284886"/>
            <a:ext cx="5478859" cy="3259689"/>
          </a:xfrm>
          <a:prstGeom prst="rect">
            <a:avLst/>
          </a:prstGeom>
          <a:noFill/>
        </p:spPr>
      </p:pic>
      <p:sp>
        <p:nvSpPr>
          <p:cNvPr id="20" name="Прямоугольник с двумя скругленными противолежащими углами 18"/>
          <p:cNvSpPr/>
          <p:nvPr/>
        </p:nvSpPr>
        <p:spPr bwMode="auto">
          <a:xfrm flipH="1">
            <a:off x="512762" y="2468855"/>
            <a:ext cx="1557337" cy="665657"/>
          </a:xfrm>
          <a:prstGeom prst="borderCallout2">
            <a:avLst>
              <a:gd name="adj1" fmla="val 18750"/>
              <a:gd name="adj2" fmla="val -8333"/>
              <a:gd name="adj3" fmla="val 18750"/>
              <a:gd name="adj4" fmla="val -16667"/>
              <a:gd name="adj5" fmla="val 436752"/>
              <a:gd name="adj6" fmla="val -68515"/>
            </a:avLst>
          </a:prstGeom>
          <a:solidFill>
            <a:srgbClr val="FFFF00"/>
          </a:solidFill>
          <a:ln>
            <a:solidFill>
              <a:srgbClr val="FFFF00"/>
            </a:solidFill>
          </a:ln>
        </p:spPr>
        <p:txBody>
          <a:bodyPr wrap="square" lIns="36000" tIns="36000" rIns="36000" bIns="36000" rtlCol="0" anchor="ctr">
            <a:noAutofit/>
          </a:bodyPr>
          <a:lstStyle/>
          <a:p>
            <a:pPr algn="ctr">
              <a:defRPr/>
            </a:pPr>
            <a:r>
              <a:rPr lang="ru-RU" sz="1600" b="1">
                <a:solidFill>
                  <a:schemeClr val="bg2">
                    <a:lumMod val="25000"/>
                  </a:schemeClr>
                </a:solidFill>
                <a:latin typeface="DINPro-Light"/>
                <a:cs typeface="Arial"/>
              </a:rPr>
              <a:t>Педали есть?</a:t>
            </a:r>
            <a:endParaRPr/>
          </a:p>
        </p:txBody>
      </p:sp>
      <p:sp>
        <p:nvSpPr>
          <p:cNvPr id="21" name="Прямоугольник с двумя скругленными противолежащими углами 18"/>
          <p:cNvSpPr/>
          <p:nvPr/>
        </p:nvSpPr>
        <p:spPr bwMode="auto">
          <a:xfrm flipH="1">
            <a:off x="4902199" y="2102452"/>
            <a:ext cx="1290637" cy="665657"/>
          </a:xfrm>
          <a:prstGeom prst="borderCallout2">
            <a:avLst>
              <a:gd name="adj1" fmla="val 26736"/>
              <a:gd name="adj2" fmla="val 107002"/>
              <a:gd name="adj3" fmla="val 26737"/>
              <a:gd name="adj4" fmla="val 125854"/>
              <a:gd name="adj5" fmla="val 176392"/>
              <a:gd name="adj6" fmla="val 172470"/>
            </a:avLst>
          </a:prstGeom>
          <a:solidFill>
            <a:srgbClr val="FFFF00"/>
          </a:solidFill>
          <a:ln>
            <a:solidFill>
              <a:srgbClr val="FFFF00"/>
            </a:solidFill>
          </a:ln>
        </p:spPr>
        <p:txBody>
          <a:bodyPr wrap="square" lIns="36000" tIns="36000" rIns="36000" bIns="36000" rtlCol="0" anchor="ctr">
            <a:noAutofit/>
          </a:bodyPr>
          <a:lstStyle/>
          <a:p>
            <a:pPr algn="ctr">
              <a:defRPr/>
            </a:pPr>
            <a:r>
              <a:rPr lang="ru-RU" sz="1600" b="1">
                <a:solidFill>
                  <a:schemeClr val="bg2">
                    <a:lumMod val="25000"/>
                  </a:schemeClr>
                </a:solidFill>
                <a:latin typeface="DINPro-Light"/>
                <a:cs typeface="Arial"/>
              </a:rPr>
              <a:t>Руль есть?</a:t>
            </a:r>
            <a:endParaRPr/>
          </a:p>
        </p:txBody>
      </p:sp>
      <p:sp>
        <p:nvSpPr>
          <p:cNvPr id="22" name="Прямоугольник с двумя скругленными противолежащими углами 18"/>
          <p:cNvSpPr/>
          <p:nvPr/>
        </p:nvSpPr>
        <p:spPr bwMode="auto">
          <a:xfrm flipH="1">
            <a:off x="6088458" y="3537552"/>
            <a:ext cx="1488678" cy="665657"/>
          </a:xfrm>
          <a:prstGeom prst="borderCallout2">
            <a:avLst>
              <a:gd name="adj1" fmla="val 20347"/>
              <a:gd name="adj2" fmla="val 105943"/>
              <a:gd name="adj3" fmla="val 20347"/>
              <a:gd name="adj4" fmla="val 120465"/>
              <a:gd name="adj5" fmla="val 185976"/>
              <a:gd name="adj6" fmla="val 142604"/>
            </a:avLst>
          </a:prstGeom>
          <a:solidFill>
            <a:srgbClr val="FFFF00"/>
          </a:solidFill>
          <a:ln>
            <a:solidFill>
              <a:srgbClr val="FFFF00"/>
            </a:solidFill>
          </a:ln>
        </p:spPr>
        <p:txBody>
          <a:bodyPr wrap="square" lIns="36000" tIns="36000" rIns="36000" bIns="36000" rtlCol="0" anchor="ctr">
            <a:noAutofit/>
          </a:bodyPr>
          <a:lstStyle/>
          <a:p>
            <a:pPr algn="ctr">
              <a:defRPr/>
            </a:pPr>
            <a:r>
              <a:rPr lang="ru-RU" sz="1600" b="1">
                <a:solidFill>
                  <a:schemeClr val="bg2">
                    <a:lumMod val="25000"/>
                  </a:schemeClr>
                </a:solidFill>
                <a:latin typeface="DINPro-Light"/>
                <a:cs typeface="Arial"/>
              </a:rPr>
              <a:t>Колеса есть?</a:t>
            </a:r>
            <a:endParaRPr/>
          </a:p>
        </p:txBody>
      </p:sp>
      <p:sp>
        <p:nvSpPr>
          <p:cNvPr id="64" name="Кнопка интерактив">
            <a:hlinkClick r:id="rId6"/>
          </p:cNvPr>
          <p:cNvSpPr/>
          <p:nvPr/>
        </p:nvSpPr>
        <p:spPr>
          <a:xfrm>
            <a:off x="9642000" y="6098000"/>
            <a:ext cx="2300000" cy="560000"/>
          </a:xfrm>
          <a:prstGeom prst="roundRect">
            <a:avLst/>
          </a:prstGeom>
          <a:solidFill>
            <a:srgbClr val="E659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  ИНТЕРАКТИВ</a:t>
            </a:r>
          </a:p>
        </p:txBody>
      </p:sp>
    </p:spTree>
    <p:extLst>
      <p:ext uri="{BB962C8B-B14F-4D97-AF65-F5344CB8AC3E}">
        <p14:creationId xmlns:p14="http://schemas.microsoft.com/office/powerpoint/2010/main" val="8010784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7957B2"/>
        </a:solidFill>
        <a:effectLst/>
      </p:bgPr>
    </p:bg>
    <p:spTree>
      <p:nvGrpSpPr>
        <p:cNvPr id="1" name=""/>
        <p:cNvGrpSpPr/>
        <p:nvPr/>
      </p:nvGrpSpPr>
      <p:grpSpPr>
        <a:xfrm>
          <a:off x="0" y="0"/>
          <a:ext cx="0" cy="0"/>
          <a:chOff x="0" y="0"/>
          <a:chExt cx="0" cy="0"/>
        </a:xfrm>
      </p:grpSpPr>
      <p:grpSp>
        <p:nvGrpSpPr>
          <p:cNvPr id="5" name="Группа 4"/>
          <p:cNvGrpSpPr>
            <a:grpSpLocks noChangeAspect="1"/>
          </p:cNvGrpSpPr>
          <p:nvPr/>
        </p:nvGrpSpPr>
        <p:grpSpPr>
          <a:xfrm>
            <a:off x="655185" y="1669782"/>
            <a:ext cx="540000" cy="540000"/>
            <a:chOff x="3912332" y="1694742"/>
            <a:chExt cx="720000" cy="720000"/>
          </a:xfrm>
        </p:grpSpPr>
        <p:sp>
          <p:nvSpPr>
            <p:cNvPr id="42" name="Скругленный прямоугольник 41"/>
            <p:cNvSpPr>
              <a:spLocks noChangeAspect="1"/>
            </p:cNvSpPr>
            <p:nvPr/>
          </p:nvSpPr>
          <p:spPr>
            <a:xfrm rot="2700000">
              <a:off x="3912332" y="1694742"/>
              <a:ext cx="720000" cy="720000"/>
            </a:xfrm>
            <a:prstGeom prst="roundRect">
              <a:avLst/>
            </a:prstGeom>
            <a:solidFill>
              <a:srgbClr val="F9B305"/>
            </a:solidFill>
            <a:ln w="12700">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2">
                    <a:lumMod val="65000"/>
                    <a:lumOff val="35000"/>
                  </a:schemeClr>
                </a:solidFill>
              </a:endParaRPr>
            </a:p>
          </p:txBody>
        </p:sp>
        <p:sp>
          <p:nvSpPr>
            <p:cNvPr id="4" name="TextBox 3"/>
            <p:cNvSpPr txBox="1"/>
            <p:nvPr/>
          </p:nvSpPr>
          <p:spPr>
            <a:xfrm>
              <a:off x="4174549" y="1793133"/>
              <a:ext cx="185949" cy="533480"/>
            </a:xfrm>
            <a:prstGeom prst="rect">
              <a:avLst/>
            </a:prstGeom>
            <a:noFill/>
          </p:spPr>
          <p:txBody>
            <a:bodyPr wrap="none" lIns="0" rIns="0" rtlCol="0">
              <a:spAutoFit/>
            </a:bodyPr>
            <a:lstStyle/>
            <a:p>
              <a:pPr>
                <a:spcBef>
                  <a:spcPts val="600"/>
                </a:spcBef>
              </a:pPr>
              <a:r>
                <a:rPr lang="ru-RU" sz="2000" dirty="0">
                  <a:solidFill>
                    <a:schemeClr val="tx2">
                      <a:lumMod val="65000"/>
                      <a:lumOff val="35000"/>
                    </a:schemeClr>
                  </a:solidFill>
                  <a:latin typeface="DINPro-Bold" panose="02000503030000020004" pitchFamily="50" charset="0"/>
                </a:rPr>
                <a:t>1</a:t>
              </a:r>
              <a:endParaRPr lang="ru-RU" sz="2000" dirty="0" smtClean="0">
                <a:solidFill>
                  <a:schemeClr val="tx2">
                    <a:lumMod val="65000"/>
                    <a:lumOff val="35000"/>
                  </a:schemeClr>
                </a:solidFill>
                <a:latin typeface="DINPro-Bold" panose="02000503030000020004" pitchFamily="50" charset="0"/>
              </a:endParaRPr>
            </a:p>
          </p:txBody>
        </p:sp>
      </p:grpSp>
      <p:grpSp>
        <p:nvGrpSpPr>
          <p:cNvPr id="40" name="Группа 39"/>
          <p:cNvGrpSpPr>
            <a:grpSpLocks noChangeAspect="1"/>
          </p:cNvGrpSpPr>
          <p:nvPr/>
        </p:nvGrpSpPr>
        <p:grpSpPr>
          <a:xfrm>
            <a:off x="767023" y="4387013"/>
            <a:ext cx="540000" cy="540000"/>
            <a:chOff x="3912332" y="1694742"/>
            <a:chExt cx="720000" cy="720000"/>
          </a:xfrm>
        </p:grpSpPr>
        <p:sp>
          <p:nvSpPr>
            <p:cNvPr id="41" name="Скругленный прямоугольник 40"/>
            <p:cNvSpPr>
              <a:spLocks noChangeAspect="1"/>
            </p:cNvSpPr>
            <p:nvPr/>
          </p:nvSpPr>
          <p:spPr>
            <a:xfrm rot="2700000">
              <a:off x="3912332" y="1694742"/>
              <a:ext cx="720000" cy="720000"/>
            </a:xfrm>
            <a:prstGeom prst="roundRect">
              <a:avLst/>
            </a:prstGeom>
            <a:solidFill>
              <a:srgbClr val="F9B305"/>
            </a:solidFill>
            <a:ln w="12700">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2">
                    <a:lumMod val="65000"/>
                    <a:lumOff val="35000"/>
                  </a:schemeClr>
                </a:solidFill>
              </a:endParaRPr>
            </a:p>
          </p:txBody>
        </p:sp>
        <p:sp>
          <p:nvSpPr>
            <p:cNvPr id="43" name="TextBox 42"/>
            <p:cNvSpPr txBox="1"/>
            <p:nvPr/>
          </p:nvSpPr>
          <p:spPr>
            <a:xfrm>
              <a:off x="4174549" y="1793133"/>
              <a:ext cx="185949" cy="533480"/>
            </a:xfrm>
            <a:prstGeom prst="rect">
              <a:avLst/>
            </a:prstGeom>
            <a:noFill/>
          </p:spPr>
          <p:txBody>
            <a:bodyPr wrap="none" lIns="0" rIns="0" rtlCol="0">
              <a:spAutoFit/>
            </a:bodyPr>
            <a:lstStyle/>
            <a:p>
              <a:pPr>
                <a:spcBef>
                  <a:spcPts val="600"/>
                </a:spcBef>
              </a:pPr>
              <a:r>
                <a:rPr lang="ru-RU" sz="2000" dirty="0">
                  <a:solidFill>
                    <a:schemeClr val="tx2">
                      <a:lumMod val="65000"/>
                      <a:lumOff val="35000"/>
                    </a:schemeClr>
                  </a:solidFill>
                  <a:latin typeface="DINPro-Bold" panose="02000503030000020004" pitchFamily="50" charset="0"/>
                </a:rPr>
                <a:t>2</a:t>
              </a:r>
              <a:endParaRPr lang="ru-RU" sz="2000" dirty="0" smtClean="0">
                <a:solidFill>
                  <a:schemeClr val="tx2">
                    <a:lumMod val="65000"/>
                    <a:lumOff val="35000"/>
                  </a:schemeClr>
                </a:solidFill>
                <a:latin typeface="DINPro-Bold" panose="02000503030000020004" pitchFamily="50" charset="0"/>
              </a:endParaRPr>
            </a:p>
          </p:txBody>
        </p:sp>
      </p:grpSp>
      <p:pic>
        <p:nvPicPr>
          <p:cNvPr id="47" name="Рисунок 46"/>
          <p:cNvPicPr>
            <a:picLocks noChangeAspect="1"/>
          </p:cNvPicPr>
          <p:nvPr/>
        </p:nvPicPr>
        <p:blipFill rotWithShape="1">
          <a:blip r:embed="rId3">
            <a:extLst>
              <a:ext uri="{BEBA8EAE-BF5A-486C-A8C5-ECC9F3942E4B}">
                <a14:imgProps xmlns:a14="http://schemas.microsoft.com/office/drawing/2010/main">
                  <a14:imgLayer r:embed="rId4">
                    <a14:imgEffect>
                      <a14:backgroundRemoval t="33250" b="67833" l="8000" r="93000">
                        <a14:foregroundMark x1="29333" y1="36250" x2="29333" y2="36250"/>
                        <a14:foregroundMark x1="22667" y1="52583" x2="22667" y2="52583"/>
                        <a14:foregroundMark x1="87556" y1="43417" x2="87556" y2="43417"/>
                        <a14:foregroundMark x1="75778" y1="52833" x2="75778" y2="52833"/>
                        <a14:foregroundMark x1="71444" y1="53750" x2="71444" y2="53750"/>
                        <a14:foregroundMark x1="88556" y1="46000" x2="88556" y2="46000"/>
                        <a14:foregroundMark x1="84889" y1="52083" x2="84889" y2="52083"/>
                        <a14:foregroundMark x1="32222" y1="34583" x2="32222" y2="34583"/>
                        <a14:foregroundMark x1="15889" y1="42333" x2="15889" y2="42333"/>
                        <a14:foregroundMark x1="23889" y1="36833" x2="23889" y2="36833"/>
                        <a14:foregroundMark x1="68000" y1="34417" x2="68000" y2="34417"/>
                        <a14:foregroundMark x1="77000" y1="37167" x2="77000" y2="37167"/>
                        <a14:foregroundMark x1="76778" y1="57917" x2="76778" y2="57917"/>
                        <a14:foregroundMark x1="33667" y1="51667" x2="33667" y2="51667"/>
                        <a14:foregroundMark x1="25333" y1="57583" x2="25333" y2="57583"/>
                        <a14:foregroundMark x1="66778" y1="52083" x2="66778" y2="52083"/>
                        <a14:foregroundMark x1="16111" y1="53333" x2="16111" y2="53333"/>
                        <a14:foregroundMark x1="75333" y1="36083" x2="75333" y2="36083"/>
                        <a14:foregroundMark x1="34222" y1="35000" x2="34222" y2="35000"/>
                        <a14:foregroundMark x1="30333" y1="34250" x2="30333" y2="34250"/>
                        <a14:foregroundMark x1="23222" y1="37750" x2="23222" y2="37750"/>
                      </a14:backgroundRemoval>
                    </a14:imgEffect>
                  </a14:imgLayer>
                </a14:imgProps>
              </a:ext>
            </a:extLst>
          </a:blip>
          <a:srcRect l="6779" t="32595" r="7036" b="32148"/>
          <a:stretch/>
        </p:blipFill>
        <p:spPr bwMode="auto">
          <a:xfrm>
            <a:off x="414425" y="254751"/>
            <a:ext cx="1517999" cy="828000"/>
          </a:xfrm>
          <a:prstGeom prst="rect">
            <a:avLst/>
          </a:prstGeom>
        </p:spPr>
      </p:pic>
      <p:sp>
        <p:nvSpPr>
          <p:cNvPr id="44" name="TextBox 43"/>
          <p:cNvSpPr txBox="1"/>
          <p:nvPr/>
        </p:nvSpPr>
        <p:spPr>
          <a:xfrm>
            <a:off x="1932424" y="381862"/>
            <a:ext cx="2569522" cy="584775"/>
          </a:xfrm>
          <a:prstGeom prst="rect">
            <a:avLst/>
          </a:prstGeom>
          <a:noFill/>
        </p:spPr>
        <p:txBody>
          <a:bodyPr wrap="square" lIns="0" rIns="0" rtlCol="0">
            <a:spAutoFit/>
          </a:bodyPr>
          <a:lstStyle/>
          <a:p>
            <a:pPr algn="ctr">
              <a:spcBef>
                <a:spcPts val="600"/>
              </a:spcBef>
            </a:pPr>
            <a:r>
              <a:rPr lang="ru-RU" sz="3200" dirty="0" smtClean="0">
                <a:solidFill>
                  <a:schemeClr val="bg1"/>
                </a:solidFill>
                <a:latin typeface="DINPro-Bold" panose="02000503030000020004" pitchFamily="50" charset="0"/>
              </a:rPr>
              <a:t>ПИТ-СТОП</a:t>
            </a:r>
          </a:p>
        </p:txBody>
      </p:sp>
      <p:sp>
        <p:nvSpPr>
          <p:cNvPr id="45" name="Прямоугольник 29">
            <a:extLst>
              <a:ext uri="{FF2B5EF4-FFF2-40B4-BE49-F238E27FC236}">
                <a16:creationId xmlns:a16="http://schemas.microsoft.com/office/drawing/2014/main" id="{C3486913-A292-3BBC-8B74-66DCBC8DCF87}"/>
              </a:ext>
            </a:extLst>
          </p:cNvPr>
          <p:cNvSpPr/>
          <p:nvPr/>
        </p:nvSpPr>
        <p:spPr bwMode="auto">
          <a:xfrm>
            <a:off x="1500452" y="1574085"/>
            <a:ext cx="5200892" cy="1700743"/>
          </a:xfrm>
          <a:prstGeom prst="rect">
            <a:avLst/>
          </a:prstGeom>
          <a:noFill/>
          <a:ln w="1270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spcAft>
                <a:spcPts val="600"/>
              </a:spcAft>
            </a:pPr>
            <a:r>
              <a:rPr lang="ru-RU" sz="1400" dirty="0" smtClean="0">
                <a:solidFill>
                  <a:schemeClr val="bg1"/>
                </a:solidFill>
                <a:latin typeface="DINPro-Medium" panose="02000503030000020004" pitchFamily="50" charset="0"/>
                <a:ea typeface="GPN_DIN Regular" panose="020B0504020202020204" pitchFamily="34" charset="-52"/>
              </a:rPr>
              <a:t>КАКИХ ПРОЦЕССОВ </a:t>
            </a:r>
            <a:r>
              <a:rPr lang="ru-RU" sz="1400" b="1" dirty="0" smtClean="0">
                <a:solidFill>
                  <a:schemeClr val="bg1"/>
                </a:solidFill>
                <a:latin typeface="DINPro-Medium" panose="02000503030000020004" pitchFamily="50" charset="0"/>
                <a:ea typeface="GPN_DIN Regular" panose="020B0504020202020204" pitchFamily="34" charset="-52"/>
              </a:rPr>
              <a:t>НЕ СУЩЕСТВУЕТ </a:t>
            </a:r>
            <a:r>
              <a:rPr lang="ru-RU" sz="1400" dirty="0" smtClean="0">
                <a:solidFill>
                  <a:schemeClr val="bg1"/>
                </a:solidFill>
                <a:latin typeface="DINPro-Medium" panose="02000503030000020004" pitchFamily="50" charset="0"/>
                <a:ea typeface="GPN_DIN Regular" panose="020B0504020202020204" pitchFamily="34" charset="-52"/>
              </a:rPr>
              <a:t>В ГПН-СНАБЖЕНИИ</a:t>
            </a:r>
          </a:p>
          <a:p>
            <a:pPr marL="171450" indent="-171450">
              <a:spcAft>
                <a:spcPts val="600"/>
              </a:spcAft>
              <a:buFont typeface="Arial" panose="020B0604020202020204" pitchFamily="34" charset="0"/>
              <a:buChar char="•"/>
            </a:pPr>
            <a:r>
              <a:rPr lang="ru-RU" sz="1200" dirty="0" smtClean="0">
                <a:solidFill>
                  <a:schemeClr val="bg1"/>
                </a:solidFill>
                <a:latin typeface="DINPro-Light" panose="02000504040000020003" pitchFamily="50" charset="0"/>
                <a:ea typeface="GPN_DIN Regular" panose="020B0504020202020204" pitchFamily="34" charset="-52"/>
              </a:rPr>
              <a:t>ОСНОВНЫХ</a:t>
            </a:r>
          </a:p>
          <a:p>
            <a:pPr marL="171450" indent="-171450">
              <a:spcAft>
                <a:spcPts val="600"/>
              </a:spcAft>
              <a:buFont typeface="Arial" panose="020B0604020202020204" pitchFamily="34" charset="0"/>
              <a:buChar char="•"/>
            </a:pPr>
            <a:r>
              <a:rPr lang="ru-RU" sz="1200" dirty="0" smtClean="0">
                <a:solidFill>
                  <a:schemeClr val="bg1"/>
                </a:solidFill>
                <a:latin typeface="DINPro-Light" panose="02000504040000020003" pitchFamily="50" charset="0"/>
                <a:ea typeface="GPN_DIN Regular" panose="020B0504020202020204" pitchFamily="34" charset="-52"/>
              </a:rPr>
              <a:t>РАЗВИТИЯ</a:t>
            </a:r>
          </a:p>
          <a:p>
            <a:pPr marL="171450" indent="-171450">
              <a:spcAft>
                <a:spcPts val="600"/>
              </a:spcAft>
              <a:buFont typeface="Arial" panose="020B0604020202020204" pitchFamily="34" charset="0"/>
              <a:buChar char="•"/>
            </a:pPr>
            <a:r>
              <a:rPr lang="ru-RU" sz="1200" dirty="0" smtClean="0">
                <a:solidFill>
                  <a:schemeClr val="bg1"/>
                </a:solidFill>
                <a:latin typeface="DINPro-Light" panose="02000504040000020003" pitchFamily="50" charset="0"/>
                <a:ea typeface="GPN_DIN Regular" panose="020B0504020202020204" pitchFamily="34" charset="-52"/>
              </a:rPr>
              <a:t>КОРРЕКЦИИ</a:t>
            </a:r>
          </a:p>
          <a:p>
            <a:pPr marL="171450" indent="-171450">
              <a:spcAft>
                <a:spcPts val="600"/>
              </a:spcAft>
              <a:buFont typeface="Arial" panose="020B0604020202020204" pitchFamily="34" charset="0"/>
              <a:buChar char="•"/>
            </a:pPr>
            <a:r>
              <a:rPr lang="ru-RU" sz="1200" dirty="0" smtClean="0">
                <a:solidFill>
                  <a:schemeClr val="bg1"/>
                </a:solidFill>
                <a:latin typeface="DINPro-Light" panose="02000504040000020003" pitchFamily="50" charset="0"/>
                <a:ea typeface="GPN_DIN Regular" panose="020B0504020202020204" pitchFamily="34" charset="-52"/>
              </a:rPr>
              <a:t>УПРАВЛЯЮЩИХ</a:t>
            </a:r>
          </a:p>
        </p:txBody>
      </p:sp>
      <p:sp>
        <p:nvSpPr>
          <p:cNvPr id="46" name="Прямоугольник 29">
            <a:extLst>
              <a:ext uri="{FF2B5EF4-FFF2-40B4-BE49-F238E27FC236}">
                <a16:creationId xmlns:a16="http://schemas.microsoft.com/office/drawing/2014/main" id="{C3486913-A292-3BBC-8B74-66DCBC8DCF87}"/>
              </a:ext>
            </a:extLst>
          </p:cNvPr>
          <p:cNvSpPr/>
          <p:nvPr/>
        </p:nvSpPr>
        <p:spPr bwMode="auto">
          <a:xfrm>
            <a:off x="6806099" y="1574085"/>
            <a:ext cx="5200892" cy="1700743"/>
          </a:xfrm>
          <a:prstGeom prst="rect">
            <a:avLst/>
          </a:prstGeom>
          <a:noFill/>
          <a:ln w="1270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r>
              <a:rPr lang="ru-RU" sz="2000" dirty="0" smtClean="0">
                <a:solidFill>
                  <a:schemeClr val="bg1"/>
                </a:solidFill>
                <a:latin typeface="DINPro-Medium" panose="02000503030000020004" pitchFamily="50" charset="0"/>
                <a:ea typeface="GPN_DIN Regular" panose="020B0504020202020204" pitchFamily="34" charset="-52"/>
              </a:rPr>
              <a:t>КОРРЕКЦИИ</a:t>
            </a:r>
            <a:endParaRPr lang="ru-RU" sz="1200" dirty="0" smtClean="0">
              <a:solidFill>
                <a:schemeClr val="bg1"/>
              </a:solidFill>
              <a:latin typeface="DINPro-Medium" panose="02000503030000020004" pitchFamily="50" charset="0"/>
              <a:ea typeface="GPN_DIN Regular" panose="020B0504020202020204" pitchFamily="34" charset="-52"/>
            </a:endParaRPr>
          </a:p>
        </p:txBody>
      </p:sp>
      <p:sp>
        <p:nvSpPr>
          <p:cNvPr id="27" name="Прямоугольник 29">
            <a:extLst>
              <a:ext uri="{FF2B5EF4-FFF2-40B4-BE49-F238E27FC236}">
                <a16:creationId xmlns:a16="http://schemas.microsoft.com/office/drawing/2014/main" id="{C3486913-A292-3BBC-8B74-66DCBC8DCF87}"/>
              </a:ext>
            </a:extLst>
          </p:cNvPr>
          <p:cNvSpPr/>
          <p:nvPr/>
        </p:nvSpPr>
        <p:spPr bwMode="auto">
          <a:xfrm>
            <a:off x="1500452" y="4307073"/>
            <a:ext cx="5200892" cy="1700743"/>
          </a:xfrm>
          <a:prstGeom prst="rect">
            <a:avLst/>
          </a:prstGeom>
          <a:noFill/>
          <a:ln w="1270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spcAft>
                <a:spcPts val="600"/>
              </a:spcAft>
            </a:pPr>
            <a:r>
              <a:rPr lang="ru-RU" sz="1400" dirty="0" smtClean="0">
                <a:solidFill>
                  <a:schemeClr val="bg1"/>
                </a:solidFill>
                <a:latin typeface="DINPro-Medium" panose="02000503030000020004" pitchFamily="50" charset="0"/>
                <a:ea typeface="GPN_DIN Regular" panose="020B0504020202020204" pitchFamily="34" charset="-52"/>
              </a:rPr>
              <a:t>КАКУЮ ПРОЦЕДУРУ  ОБЯЗАТЕЛЬНО ПРОХОДЯТ ОСОБО ОТВЕТСТВЕННЫЕ ПРОЦЕССЫ?</a:t>
            </a:r>
          </a:p>
        </p:txBody>
      </p:sp>
      <p:sp>
        <p:nvSpPr>
          <p:cNvPr id="28" name="Прямоугольник 29">
            <a:extLst>
              <a:ext uri="{FF2B5EF4-FFF2-40B4-BE49-F238E27FC236}">
                <a16:creationId xmlns:a16="http://schemas.microsoft.com/office/drawing/2014/main" id="{C3486913-A292-3BBC-8B74-66DCBC8DCF87}"/>
              </a:ext>
            </a:extLst>
          </p:cNvPr>
          <p:cNvSpPr/>
          <p:nvPr/>
        </p:nvSpPr>
        <p:spPr bwMode="auto">
          <a:xfrm>
            <a:off x="6806099" y="4307073"/>
            <a:ext cx="5200892" cy="1700743"/>
          </a:xfrm>
          <a:prstGeom prst="rect">
            <a:avLst/>
          </a:prstGeom>
          <a:noFill/>
          <a:ln w="1270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r>
              <a:rPr lang="ru-RU" sz="2000" dirty="0" smtClean="0">
                <a:solidFill>
                  <a:schemeClr val="bg1"/>
                </a:solidFill>
                <a:latin typeface="DINPro-Medium" panose="02000503030000020004" pitchFamily="50" charset="0"/>
                <a:ea typeface="GPN_DIN Regular" panose="020B0504020202020204" pitchFamily="34" charset="-52"/>
              </a:rPr>
              <a:t>ВАЛИДАЦИЯ</a:t>
            </a:r>
            <a:endParaRPr lang="ru-RU" sz="1200" dirty="0" smtClean="0">
              <a:solidFill>
                <a:schemeClr val="bg1"/>
              </a:solidFill>
              <a:latin typeface="DINPro-Medium" panose="02000503030000020004" pitchFamily="50" charset="0"/>
              <a:ea typeface="GPN_DIN Regular" panose="020B0504020202020204" pitchFamily="34" charset="-52"/>
            </a:endParaRPr>
          </a:p>
        </p:txBody>
      </p:sp>
      <p:sp>
        <p:nvSpPr>
          <p:cNvPr id="48" name="Кнопка интерактив">
            <a:hlinkClick r:id="rId5"/>
          </p:cNvPr>
          <p:cNvSpPr/>
          <p:nvPr/>
        </p:nvSpPr>
        <p:spPr>
          <a:xfrm>
            <a:off x="9642000" y="6098000"/>
            <a:ext cx="2300000" cy="560000"/>
          </a:xfrm>
          <a:prstGeom prst="roundRect">
            <a:avLst/>
          </a:prstGeom>
          <a:solidFill>
            <a:srgbClr val="E659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  ИНТЕРАКТИВ</a:t>
            </a:r>
          </a:p>
        </p:txBody>
      </p:sp>
    </p:spTree>
    <p:extLst>
      <p:ext uri="{BB962C8B-B14F-4D97-AF65-F5344CB8AC3E}">
        <p14:creationId xmlns:p14="http://schemas.microsoft.com/office/powerpoint/2010/main" val="3092711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1000"/>
                                        <p:tgtEl>
                                          <p:spTgt spid="4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10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fade">
                                      <p:cBhvr>
                                        <p:cTn id="20" dur="1000"/>
                                        <p:tgtEl>
                                          <p:spTgt spid="4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1000"/>
                                        <p:tgtEl>
                                          <p:spTgt spid="27"/>
                                        </p:tgtEl>
                                      </p:cBhvr>
                                    </p:animEffect>
                                  </p:childTnLst>
                                </p:cTn>
                              </p:par>
                              <p:par>
                                <p:cTn id="24" presetID="1" presetClass="exit" presetSubtype="0" fill="hold" nodeType="withEffect">
                                  <p:stCondLst>
                                    <p:cond delay="0"/>
                                  </p:stCondLst>
                                  <p:childTnLst>
                                    <p:set>
                                      <p:cBhvr>
                                        <p:cTn id="25" dur="1" fill="hold">
                                          <p:stCondLst>
                                            <p:cond delay="9"/>
                                          </p:stCondLst>
                                        </p:cTn>
                                        <p:tgtEl>
                                          <p:spTgt spid="5"/>
                                        </p:tgtEl>
                                        <p:attrNameLst>
                                          <p:attrName>style.visibility</p:attrName>
                                        </p:attrNameLst>
                                      </p:cBhvr>
                                      <p:to>
                                        <p:strVal val="hidden"/>
                                      </p:to>
                                    </p:set>
                                  </p:childTnLst>
                                </p:cTn>
                              </p:par>
                              <p:par>
                                <p:cTn id="26" presetID="1" presetClass="exit" presetSubtype="0" fill="hold" grpId="1" nodeType="withEffect">
                                  <p:stCondLst>
                                    <p:cond delay="0"/>
                                  </p:stCondLst>
                                  <p:childTnLst>
                                    <p:set>
                                      <p:cBhvr>
                                        <p:cTn id="27" dur="1" fill="hold">
                                          <p:stCondLst>
                                            <p:cond delay="0"/>
                                          </p:stCondLst>
                                        </p:cTn>
                                        <p:tgtEl>
                                          <p:spTgt spid="45"/>
                                        </p:tgtEl>
                                        <p:attrNameLst>
                                          <p:attrName>style.visibility</p:attrName>
                                        </p:attrNameLst>
                                      </p:cBhvr>
                                      <p:to>
                                        <p:strVal val="hidden"/>
                                      </p:to>
                                    </p:set>
                                  </p:childTnLst>
                                </p:cTn>
                              </p:par>
                              <p:par>
                                <p:cTn id="28" presetID="1" presetClass="exit" presetSubtype="0" fill="hold" grpId="1" nodeType="withEffect">
                                  <p:stCondLst>
                                    <p:cond delay="0"/>
                                  </p:stCondLst>
                                  <p:childTnLst>
                                    <p:set>
                                      <p:cBhvr>
                                        <p:cTn id="29" dur="1" fill="hold">
                                          <p:stCondLst>
                                            <p:cond delay="0"/>
                                          </p:stCondLst>
                                        </p:cTn>
                                        <p:tgtEl>
                                          <p:spTgt spid="46"/>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5" grpId="1" animBg="1"/>
      <p:bldP spid="46" grpId="0" animBg="1"/>
      <p:bldP spid="46" grpId="1" animBg="1"/>
      <p:bldP spid="27" grpId="0" animBg="1"/>
      <p:bldP spid="2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7957B2"/>
        </a:solidFill>
        <a:effectLst/>
      </p:bgPr>
    </p:bg>
    <p:spTree>
      <p:nvGrpSpPr>
        <p:cNvPr id="1" name=""/>
        <p:cNvGrpSpPr/>
        <p:nvPr/>
      </p:nvGrpSpPr>
      <p:grpSpPr>
        <a:xfrm>
          <a:off x="0" y="0"/>
          <a:ext cx="0" cy="0"/>
          <a:chOff x="0" y="0"/>
          <a:chExt cx="0" cy="0"/>
        </a:xfrm>
      </p:grpSpPr>
      <p:grpSp>
        <p:nvGrpSpPr>
          <p:cNvPr id="5" name="Группа 4"/>
          <p:cNvGrpSpPr>
            <a:grpSpLocks noChangeAspect="1"/>
          </p:cNvGrpSpPr>
          <p:nvPr/>
        </p:nvGrpSpPr>
        <p:grpSpPr>
          <a:xfrm>
            <a:off x="655185" y="1669782"/>
            <a:ext cx="540000" cy="540000"/>
            <a:chOff x="3912332" y="1694742"/>
            <a:chExt cx="720000" cy="720000"/>
          </a:xfrm>
        </p:grpSpPr>
        <p:sp>
          <p:nvSpPr>
            <p:cNvPr id="42" name="Скругленный прямоугольник 41"/>
            <p:cNvSpPr>
              <a:spLocks noChangeAspect="1"/>
            </p:cNvSpPr>
            <p:nvPr/>
          </p:nvSpPr>
          <p:spPr>
            <a:xfrm rot="2700000">
              <a:off x="3912332" y="1694742"/>
              <a:ext cx="720000" cy="720000"/>
            </a:xfrm>
            <a:prstGeom prst="roundRect">
              <a:avLst/>
            </a:prstGeom>
            <a:solidFill>
              <a:srgbClr val="F9B305"/>
            </a:solidFill>
            <a:ln w="12700">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2">
                    <a:lumMod val="65000"/>
                    <a:lumOff val="35000"/>
                  </a:schemeClr>
                </a:solidFill>
              </a:endParaRPr>
            </a:p>
          </p:txBody>
        </p:sp>
        <p:sp>
          <p:nvSpPr>
            <p:cNvPr id="4" name="TextBox 3"/>
            <p:cNvSpPr txBox="1"/>
            <p:nvPr/>
          </p:nvSpPr>
          <p:spPr>
            <a:xfrm>
              <a:off x="4174549" y="1793133"/>
              <a:ext cx="185949" cy="533480"/>
            </a:xfrm>
            <a:prstGeom prst="rect">
              <a:avLst/>
            </a:prstGeom>
            <a:noFill/>
          </p:spPr>
          <p:txBody>
            <a:bodyPr wrap="none" lIns="0" rIns="0" rtlCol="0">
              <a:spAutoFit/>
            </a:bodyPr>
            <a:lstStyle/>
            <a:p>
              <a:pPr>
                <a:spcBef>
                  <a:spcPts val="600"/>
                </a:spcBef>
              </a:pPr>
              <a:r>
                <a:rPr lang="ru-RU" sz="2000" dirty="0">
                  <a:solidFill>
                    <a:schemeClr val="tx2">
                      <a:lumMod val="65000"/>
                      <a:lumOff val="35000"/>
                    </a:schemeClr>
                  </a:solidFill>
                  <a:latin typeface="DINPro-Bold" panose="02000503030000020004" pitchFamily="50" charset="0"/>
                </a:rPr>
                <a:t>3</a:t>
              </a:r>
              <a:endParaRPr lang="ru-RU" sz="2000" dirty="0" smtClean="0">
                <a:solidFill>
                  <a:schemeClr val="tx2">
                    <a:lumMod val="65000"/>
                    <a:lumOff val="35000"/>
                  </a:schemeClr>
                </a:solidFill>
                <a:latin typeface="DINPro-Bold" panose="02000503030000020004" pitchFamily="50" charset="0"/>
              </a:endParaRPr>
            </a:p>
          </p:txBody>
        </p:sp>
      </p:grpSp>
      <p:grpSp>
        <p:nvGrpSpPr>
          <p:cNvPr id="40" name="Группа 39"/>
          <p:cNvGrpSpPr>
            <a:grpSpLocks noChangeAspect="1"/>
          </p:cNvGrpSpPr>
          <p:nvPr/>
        </p:nvGrpSpPr>
        <p:grpSpPr>
          <a:xfrm>
            <a:off x="767023" y="4387013"/>
            <a:ext cx="540000" cy="540000"/>
            <a:chOff x="3912332" y="1694742"/>
            <a:chExt cx="720000" cy="720000"/>
          </a:xfrm>
        </p:grpSpPr>
        <p:sp>
          <p:nvSpPr>
            <p:cNvPr id="41" name="Скругленный прямоугольник 40"/>
            <p:cNvSpPr>
              <a:spLocks noChangeAspect="1"/>
            </p:cNvSpPr>
            <p:nvPr/>
          </p:nvSpPr>
          <p:spPr>
            <a:xfrm rot="2700000">
              <a:off x="3912332" y="1694742"/>
              <a:ext cx="720000" cy="720000"/>
            </a:xfrm>
            <a:prstGeom prst="roundRect">
              <a:avLst/>
            </a:prstGeom>
            <a:solidFill>
              <a:srgbClr val="F9B305"/>
            </a:solidFill>
            <a:ln w="12700">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2">
                    <a:lumMod val="65000"/>
                    <a:lumOff val="35000"/>
                  </a:schemeClr>
                </a:solidFill>
              </a:endParaRPr>
            </a:p>
          </p:txBody>
        </p:sp>
        <p:sp>
          <p:nvSpPr>
            <p:cNvPr id="43" name="TextBox 42"/>
            <p:cNvSpPr txBox="1"/>
            <p:nvPr/>
          </p:nvSpPr>
          <p:spPr>
            <a:xfrm>
              <a:off x="4174549" y="1793133"/>
              <a:ext cx="185949" cy="533480"/>
            </a:xfrm>
            <a:prstGeom prst="rect">
              <a:avLst/>
            </a:prstGeom>
            <a:noFill/>
          </p:spPr>
          <p:txBody>
            <a:bodyPr wrap="none" lIns="0" rIns="0" rtlCol="0">
              <a:spAutoFit/>
            </a:bodyPr>
            <a:lstStyle/>
            <a:p>
              <a:pPr>
                <a:spcBef>
                  <a:spcPts val="600"/>
                </a:spcBef>
              </a:pPr>
              <a:r>
                <a:rPr lang="ru-RU" sz="2000" dirty="0" smtClean="0">
                  <a:solidFill>
                    <a:schemeClr val="tx2">
                      <a:lumMod val="65000"/>
                      <a:lumOff val="35000"/>
                    </a:schemeClr>
                  </a:solidFill>
                  <a:latin typeface="DINPro-Bold" panose="02000503030000020004" pitchFamily="50" charset="0"/>
                </a:rPr>
                <a:t>4</a:t>
              </a:r>
            </a:p>
          </p:txBody>
        </p:sp>
      </p:grpSp>
      <p:pic>
        <p:nvPicPr>
          <p:cNvPr id="47" name="Рисунок 46"/>
          <p:cNvPicPr>
            <a:picLocks noChangeAspect="1"/>
          </p:cNvPicPr>
          <p:nvPr/>
        </p:nvPicPr>
        <p:blipFill rotWithShape="1">
          <a:blip r:embed="rId3">
            <a:extLst>
              <a:ext uri="{BEBA8EAE-BF5A-486C-A8C5-ECC9F3942E4B}">
                <a14:imgProps xmlns:a14="http://schemas.microsoft.com/office/drawing/2010/main">
                  <a14:imgLayer r:embed="rId4">
                    <a14:imgEffect>
                      <a14:backgroundRemoval t="33250" b="67833" l="8000" r="93000">
                        <a14:foregroundMark x1="29333" y1="36250" x2="29333" y2="36250"/>
                        <a14:foregroundMark x1="22667" y1="52583" x2="22667" y2="52583"/>
                        <a14:foregroundMark x1="87556" y1="43417" x2="87556" y2="43417"/>
                        <a14:foregroundMark x1="75778" y1="52833" x2="75778" y2="52833"/>
                        <a14:foregroundMark x1="71444" y1="53750" x2="71444" y2="53750"/>
                        <a14:foregroundMark x1="88556" y1="46000" x2="88556" y2="46000"/>
                        <a14:foregroundMark x1="84889" y1="52083" x2="84889" y2="52083"/>
                        <a14:foregroundMark x1="32222" y1="34583" x2="32222" y2="34583"/>
                        <a14:foregroundMark x1="15889" y1="42333" x2="15889" y2="42333"/>
                        <a14:foregroundMark x1="23889" y1="36833" x2="23889" y2="36833"/>
                        <a14:foregroundMark x1="68000" y1="34417" x2="68000" y2="34417"/>
                        <a14:foregroundMark x1="77000" y1="37167" x2="77000" y2="37167"/>
                        <a14:foregroundMark x1="76778" y1="57917" x2="76778" y2="57917"/>
                        <a14:foregroundMark x1="33667" y1="51667" x2="33667" y2="51667"/>
                        <a14:foregroundMark x1="25333" y1="57583" x2="25333" y2="57583"/>
                        <a14:foregroundMark x1="66778" y1="52083" x2="66778" y2="52083"/>
                        <a14:foregroundMark x1="16111" y1="53333" x2="16111" y2="53333"/>
                        <a14:foregroundMark x1="75333" y1="36083" x2="75333" y2="36083"/>
                        <a14:foregroundMark x1="34222" y1="35000" x2="34222" y2="35000"/>
                        <a14:foregroundMark x1="30333" y1="34250" x2="30333" y2="34250"/>
                        <a14:foregroundMark x1="23222" y1="37750" x2="23222" y2="37750"/>
                      </a14:backgroundRemoval>
                    </a14:imgEffect>
                  </a14:imgLayer>
                </a14:imgProps>
              </a:ext>
            </a:extLst>
          </a:blip>
          <a:srcRect l="6779" t="32595" r="7036" b="32148"/>
          <a:stretch/>
        </p:blipFill>
        <p:spPr bwMode="auto">
          <a:xfrm>
            <a:off x="414425" y="254751"/>
            <a:ext cx="1517999" cy="828000"/>
          </a:xfrm>
          <a:prstGeom prst="rect">
            <a:avLst/>
          </a:prstGeom>
        </p:spPr>
      </p:pic>
      <p:sp>
        <p:nvSpPr>
          <p:cNvPr id="44" name="TextBox 43"/>
          <p:cNvSpPr txBox="1"/>
          <p:nvPr/>
        </p:nvSpPr>
        <p:spPr>
          <a:xfrm>
            <a:off x="1932424" y="381862"/>
            <a:ext cx="2569522" cy="584775"/>
          </a:xfrm>
          <a:prstGeom prst="rect">
            <a:avLst/>
          </a:prstGeom>
          <a:noFill/>
        </p:spPr>
        <p:txBody>
          <a:bodyPr wrap="square" lIns="0" rIns="0" rtlCol="0">
            <a:spAutoFit/>
          </a:bodyPr>
          <a:lstStyle/>
          <a:p>
            <a:pPr algn="ctr">
              <a:spcBef>
                <a:spcPts val="600"/>
              </a:spcBef>
            </a:pPr>
            <a:r>
              <a:rPr lang="ru-RU" sz="3200" dirty="0" smtClean="0">
                <a:solidFill>
                  <a:schemeClr val="bg1"/>
                </a:solidFill>
                <a:latin typeface="DINPro-Bold" panose="02000503030000020004" pitchFamily="50" charset="0"/>
              </a:rPr>
              <a:t>ПИТ-СТОП</a:t>
            </a:r>
          </a:p>
        </p:txBody>
      </p:sp>
      <p:sp>
        <p:nvSpPr>
          <p:cNvPr id="46" name="Прямоугольник 29">
            <a:extLst>
              <a:ext uri="{FF2B5EF4-FFF2-40B4-BE49-F238E27FC236}">
                <a16:creationId xmlns:a16="http://schemas.microsoft.com/office/drawing/2014/main" id="{C3486913-A292-3BBC-8B74-66DCBC8DCF87}"/>
              </a:ext>
            </a:extLst>
          </p:cNvPr>
          <p:cNvSpPr/>
          <p:nvPr/>
        </p:nvSpPr>
        <p:spPr bwMode="auto">
          <a:xfrm>
            <a:off x="6806099" y="1574085"/>
            <a:ext cx="5200892" cy="1700743"/>
          </a:xfrm>
          <a:prstGeom prst="rect">
            <a:avLst/>
          </a:prstGeom>
          <a:noFill/>
          <a:ln w="1270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r>
              <a:rPr lang="ru-RU" sz="2000" dirty="0" smtClean="0">
                <a:solidFill>
                  <a:schemeClr val="bg1"/>
                </a:solidFill>
                <a:latin typeface="DINPro-Medium" panose="02000503030000020004" pitchFamily="50" charset="0"/>
                <a:ea typeface="GPN_DIN Regular" panose="020B0504020202020204" pitchFamily="34" charset="-52"/>
              </a:rPr>
              <a:t>ПРОЦЕСС</a:t>
            </a:r>
            <a:endParaRPr lang="ru-RU" sz="1200" dirty="0" smtClean="0">
              <a:solidFill>
                <a:schemeClr val="bg1"/>
              </a:solidFill>
              <a:latin typeface="DINPro-Medium" panose="02000503030000020004" pitchFamily="50" charset="0"/>
              <a:ea typeface="GPN_DIN Regular" panose="020B0504020202020204" pitchFamily="34" charset="-52"/>
            </a:endParaRPr>
          </a:p>
        </p:txBody>
      </p:sp>
      <p:sp>
        <p:nvSpPr>
          <p:cNvPr id="27" name="Прямоугольник 29">
            <a:extLst>
              <a:ext uri="{FF2B5EF4-FFF2-40B4-BE49-F238E27FC236}">
                <a16:creationId xmlns:a16="http://schemas.microsoft.com/office/drawing/2014/main" id="{C3486913-A292-3BBC-8B74-66DCBC8DCF87}"/>
              </a:ext>
            </a:extLst>
          </p:cNvPr>
          <p:cNvSpPr/>
          <p:nvPr/>
        </p:nvSpPr>
        <p:spPr bwMode="auto">
          <a:xfrm>
            <a:off x="1500452" y="4307073"/>
            <a:ext cx="5200892" cy="1700743"/>
          </a:xfrm>
          <a:prstGeom prst="rect">
            <a:avLst/>
          </a:prstGeom>
          <a:noFill/>
          <a:ln w="1270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spcAft>
                <a:spcPts val="600"/>
              </a:spcAft>
            </a:pPr>
            <a:r>
              <a:rPr lang="ru-RU" sz="1400" dirty="0" smtClean="0">
                <a:solidFill>
                  <a:schemeClr val="bg1"/>
                </a:solidFill>
                <a:latin typeface="DINPro-Medium" panose="02000503030000020004" pitchFamily="50" charset="0"/>
                <a:ea typeface="GPN_DIN Regular" panose="020B0504020202020204" pitchFamily="34" charset="-52"/>
              </a:rPr>
              <a:t>СТРАТЕГИЯ УПРАВЛЕНИЯ РИСКОМ, КОТОРАЯ ПРЕДПОЛАГАЕТ ПЕРЕДАЧУ ПОСЛЕДСТВИЙ НАСТУПЛЕНИЯ РИСКОВОГО СОБЫТИЯ ТРЕТЬЕМУ УЧАСТНИКУ, НАЗЫВАЕТСЯ</a:t>
            </a:r>
            <a:endParaRPr lang="ru-RU" sz="1400" dirty="0">
              <a:solidFill>
                <a:schemeClr val="bg1"/>
              </a:solidFill>
              <a:latin typeface="DINPro-Medium" panose="02000503030000020004" pitchFamily="50" charset="0"/>
              <a:ea typeface="GPN_DIN Regular" panose="020B0504020202020204" pitchFamily="34" charset="-52"/>
            </a:endParaRPr>
          </a:p>
        </p:txBody>
      </p:sp>
      <p:sp>
        <p:nvSpPr>
          <p:cNvPr id="28" name="Прямоугольник 29">
            <a:extLst>
              <a:ext uri="{FF2B5EF4-FFF2-40B4-BE49-F238E27FC236}">
                <a16:creationId xmlns:a16="http://schemas.microsoft.com/office/drawing/2014/main" id="{C3486913-A292-3BBC-8B74-66DCBC8DCF87}"/>
              </a:ext>
            </a:extLst>
          </p:cNvPr>
          <p:cNvSpPr/>
          <p:nvPr/>
        </p:nvSpPr>
        <p:spPr bwMode="auto">
          <a:xfrm>
            <a:off x="6806099" y="4307073"/>
            <a:ext cx="5200892" cy="1700743"/>
          </a:xfrm>
          <a:prstGeom prst="rect">
            <a:avLst/>
          </a:prstGeom>
          <a:noFill/>
          <a:ln w="1270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r>
              <a:rPr lang="ru-RU" sz="2000" dirty="0" smtClean="0">
                <a:solidFill>
                  <a:schemeClr val="bg1"/>
                </a:solidFill>
                <a:latin typeface="DINPro-Medium" panose="02000503030000020004" pitchFamily="50" charset="0"/>
                <a:ea typeface="GPN_DIN Regular" panose="020B0504020202020204" pitchFamily="34" charset="-52"/>
              </a:rPr>
              <a:t>ПЕРЕДАЧА РИСКА</a:t>
            </a:r>
            <a:endParaRPr lang="ru-RU" sz="1200" dirty="0" smtClean="0">
              <a:solidFill>
                <a:schemeClr val="bg1"/>
              </a:solidFill>
              <a:latin typeface="DINPro-Medium" panose="02000503030000020004" pitchFamily="50" charset="0"/>
              <a:ea typeface="GPN_DIN Regular" panose="020B0504020202020204" pitchFamily="34" charset="-52"/>
            </a:endParaRPr>
          </a:p>
        </p:txBody>
      </p:sp>
      <p:grpSp>
        <p:nvGrpSpPr>
          <p:cNvPr id="2" name="Группа 1"/>
          <p:cNvGrpSpPr/>
          <p:nvPr/>
        </p:nvGrpSpPr>
        <p:grpSpPr>
          <a:xfrm>
            <a:off x="1500452" y="1574085"/>
            <a:ext cx="5200892" cy="1700743"/>
            <a:chOff x="1500452" y="1574085"/>
            <a:chExt cx="5200892" cy="1700743"/>
          </a:xfrm>
        </p:grpSpPr>
        <p:sp>
          <p:nvSpPr>
            <p:cNvPr id="45" name="Прямоугольник 29">
              <a:extLst>
                <a:ext uri="{FF2B5EF4-FFF2-40B4-BE49-F238E27FC236}">
                  <a16:creationId xmlns:a16="http://schemas.microsoft.com/office/drawing/2014/main" id="{C3486913-A292-3BBC-8B74-66DCBC8DCF87}"/>
                </a:ext>
              </a:extLst>
            </p:cNvPr>
            <p:cNvSpPr/>
            <p:nvPr/>
          </p:nvSpPr>
          <p:spPr bwMode="auto">
            <a:xfrm>
              <a:off x="1500452" y="1574085"/>
              <a:ext cx="5200892" cy="1700743"/>
            </a:xfrm>
            <a:prstGeom prst="rect">
              <a:avLst/>
            </a:prstGeom>
            <a:noFill/>
            <a:ln w="1270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spcAft>
                  <a:spcPts val="600"/>
                </a:spcAft>
              </a:pPr>
              <a:endParaRPr lang="ru-RU" sz="1200" dirty="0" smtClean="0">
                <a:solidFill>
                  <a:schemeClr val="bg1"/>
                </a:solidFill>
                <a:latin typeface="DINPro-Light" panose="02000504040000020003" pitchFamily="50" charset="0"/>
                <a:ea typeface="GPN_DIN Regular" panose="020B0504020202020204" pitchFamily="34" charset="-52"/>
              </a:endParaRPr>
            </a:p>
          </p:txBody>
        </p:sp>
        <p:pic>
          <p:nvPicPr>
            <p:cNvPr id="14" name="Рисунок 13"/>
            <p:cNvPicPr>
              <a:picLocks noChangeAspect="1"/>
            </p:cNvPicPr>
            <p:nvPr/>
          </p:nvPicPr>
          <p:blipFill>
            <a:blip r:embed="rId5"/>
            <a:stretch/>
          </p:blipFill>
          <p:spPr bwMode="auto">
            <a:xfrm>
              <a:off x="1752187" y="1622929"/>
              <a:ext cx="2080418" cy="1620000"/>
            </a:xfrm>
            <a:prstGeom prst="rect">
              <a:avLst/>
            </a:prstGeom>
          </p:spPr>
        </p:pic>
      </p:grpSp>
    </p:spTree>
    <p:extLst>
      <p:ext uri="{BB962C8B-B14F-4D97-AF65-F5344CB8AC3E}">
        <p14:creationId xmlns:p14="http://schemas.microsoft.com/office/powerpoint/2010/main" val="257557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10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fade">
                                      <p:cBhvr>
                                        <p:cTn id="20" dur="1000"/>
                                        <p:tgtEl>
                                          <p:spTgt spid="4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1000"/>
                                        <p:tgtEl>
                                          <p:spTgt spid="27"/>
                                        </p:tgtEl>
                                      </p:cBhvr>
                                    </p:animEffect>
                                  </p:childTnLst>
                                </p:cTn>
                              </p:par>
                              <p:par>
                                <p:cTn id="24" presetID="1" presetClass="exit" presetSubtype="0" fill="hold" nodeType="withEffect">
                                  <p:stCondLst>
                                    <p:cond delay="0"/>
                                  </p:stCondLst>
                                  <p:childTnLst>
                                    <p:set>
                                      <p:cBhvr>
                                        <p:cTn id="25" dur="1" fill="hold">
                                          <p:stCondLst>
                                            <p:cond delay="9"/>
                                          </p:stCondLst>
                                        </p:cTn>
                                        <p:tgtEl>
                                          <p:spTgt spid="5"/>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2"/>
                                        </p:tgtEl>
                                        <p:attrNameLst>
                                          <p:attrName>style.visibility</p:attrName>
                                        </p:attrNameLst>
                                      </p:cBhvr>
                                      <p:to>
                                        <p:strVal val="hidden"/>
                                      </p:to>
                                    </p:set>
                                  </p:childTnLst>
                                </p:cTn>
                              </p:par>
                              <p:par>
                                <p:cTn id="28" presetID="1" presetClass="exit" presetSubtype="0" fill="hold" grpId="1" nodeType="withEffect">
                                  <p:stCondLst>
                                    <p:cond delay="0"/>
                                  </p:stCondLst>
                                  <p:childTnLst>
                                    <p:set>
                                      <p:cBhvr>
                                        <p:cTn id="29" dur="1" fill="hold">
                                          <p:stCondLst>
                                            <p:cond delay="0"/>
                                          </p:stCondLst>
                                        </p:cTn>
                                        <p:tgtEl>
                                          <p:spTgt spid="46"/>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6" grpId="1" animBg="1"/>
      <p:bldP spid="27" grpId="0" animBg="1"/>
      <p:bldP spid="2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7957B2"/>
        </a:solidFill>
        <a:effectLst/>
      </p:bgPr>
    </p:bg>
    <p:spTree>
      <p:nvGrpSpPr>
        <p:cNvPr id="1" name=""/>
        <p:cNvGrpSpPr/>
        <p:nvPr/>
      </p:nvGrpSpPr>
      <p:grpSpPr>
        <a:xfrm>
          <a:off x="0" y="0"/>
          <a:ext cx="0" cy="0"/>
          <a:chOff x="0" y="0"/>
          <a:chExt cx="0" cy="0"/>
        </a:xfrm>
      </p:grpSpPr>
      <p:grpSp>
        <p:nvGrpSpPr>
          <p:cNvPr id="5" name="Группа 4"/>
          <p:cNvGrpSpPr>
            <a:grpSpLocks noChangeAspect="1"/>
          </p:cNvGrpSpPr>
          <p:nvPr/>
        </p:nvGrpSpPr>
        <p:grpSpPr>
          <a:xfrm>
            <a:off x="655185" y="1669782"/>
            <a:ext cx="540000" cy="540000"/>
            <a:chOff x="3912332" y="1694742"/>
            <a:chExt cx="720000" cy="720000"/>
          </a:xfrm>
        </p:grpSpPr>
        <p:sp>
          <p:nvSpPr>
            <p:cNvPr id="42" name="Скругленный прямоугольник 41"/>
            <p:cNvSpPr>
              <a:spLocks noChangeAspect="1"/>
            </p:cNvSpPr>
            <p:nvPr/>
          </p:nvSpPr>
          <p:spPr>
            <a:xfrm rot="2700000">
              <a:off x="3912332" y="1694742"/>
              <a:ext cx="720000" cy="720000"/>
            </a:xfrm>
            <a:prstGeom prst="roundRect">
              <a:avLst/>
            </a:prstGeom>
            <a:solidFill>
              <a:srgbClr val="F9B305"/>
            </a:solidFill>
            <a:ln w="12700">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2">
                    <a:lumMod val="65000"/>
                    <a:lumOff val="35000"/>
                  </a:schemeClr>
                </a:solidFill>
              </a:endParaRPr>
            </a:p>
          </p:txBody>
        </p:sp>
        <p:sp>
          <p:nvSpPr>
            <p:cNvPr id="4" name="TextBox 3"/>
            <p:cNvSpPr txBox="1"/>
            <p:nvPr/>
          </p:nvSpPr>
          <p:spPr>
            <a:xfrm>
              <a:off x="4174549" y="1793133"/>
              <a:ext cx="185949" cy="533480"/>
            </a:xfrm>
            <a:prstGeom prst="rect">
              <a:avLst/>
            </a:prstGeom>
            <a:noFill/>
          </p:spPr>
          <p:txBody>
            <a:bodyPr wrap="none" lIns="0" rIns="0" rtlCol="0">
              <a:spAutoFit/>
            </a:bodyPr>
            <a:lstStyle/>
            <a:p>
              <a:pPr>
                <a:spcBef>
                  <a:spcPts val="600"/>
                </a:spcBef>
              </a:pPr>
              <a:r>
                <a:rPr lang="ru-RU" sz="2000" dirty="0" smtClean="0">
                  <a:solidFill>
                    <a:schemeClr val="tx2">
                      <a:lumMod val="65000"/>
                      <a:lumOff val="35000"/>
                    </a:schemeClr>
                  </a:solidFill>
                  <a:latin typeface="DINPro-Bold" panose="02000503030000020004" pitchFamily="50" charset="0"/>
                </a:rPr>
                <a:t>5</a:t>
              </a:r>
            </a:p>
          </p:txBody>
        </p:sp>
      </p:grpSp>
      <p:grpSp>
        <p:nvGrpSpPr>
          <p:cNvPr id="40" name="Группа 39"/>
          <p:cNvGrpSpPr>
            <a:grpSpLocks noChangeAspect="1"/>
          </p:cNvGrpSpPr>
          <p:nvPr/>
        </p:nvGrpSpPr>
        <p:grpSpPr>
          <a:xfrm>
            <a:off x="767023" y="4387013"/>
            <a:ext cx="540000" cy="540000"/>
            <a:chOff x="3912332" y="1694742"/>
            <a:chExt cx="720000" cy="720000"/>
          </a:xfrm>
        </p:grpSpPr>
        <p:sp>
          <p:nvSpPr>
            <p:cNvPr id="41" name="Скругленный прямоугольник 40"/>
            <p:cNvSpPr>
              <a:spLocks noChangeAspect="1"/>
            </p:cNvSpPr>
            <p:nvPr/>
          </p:nvSpPr>
          <p:spPr>
            <a:xfrm rot="2700000">
              <a:off x="3912332" y="1694742"/>
              <a:ext cx="720000" cy="720000"/>
            </a:xfrm>
            <a:prstGeom prst="roundRect">
              <a:avLst/>
            </a:prstGeom>
            <a:solidFill>
              <a:srgbClr val="F9B305"/>
            </a:solidFill>
            <a:ln w="12700">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2">
                    <a:lumMod val="65000"/>
                    <a:lumOff val="35000"/>
                  </a:schemeClr>
                </a:solidFill>
              </a:endParaRPr>
            </a:p>
          </p:txBody>
        </p:sp>
        <p:sp>
          <p:nvSpPr>
            <p:cNvPr id="43" name="TextBox 42"/>
            <p:cNvSpPr txBox="1"/>
            <p:nvPr/>
          </p:nvSpPr>
          <p:spPr>
            <a:xfrm>
              <a:off x="4174549" y="1793133"/>
              <a:ext cx="185949" cy="533480"/>
            </a:xfrm>
            <a:prstGeom prst="rect">
              <a:avLst/>
            </a:prstGeom>
            <a:noFill/>
          </p:spPr>
          <p:txBody>
            <a:bodyPr wrap="none" lIns="0" rIns="0" rtlCol="0">
              <a:spAutoFit/>
            </a:bodyPr>
            <a:lstStyle/>
            <a:p>
              <a:pPr>
                <a:spcBef>
                  <a:spcPts val="600"/>
                </a:spcBef>
              </a:pPr>
              <a:r>
                <a:rPr lang="ru-RU" sz="2000" dirty="0" smtClean="0">
                  <a:solidFill>
                    <a:schemeClr val="tx2">
                      <a:lumMod val="65000"/>
                      <a:lumOff val="35000"/>
                    </a:schemeClr>
                  </a:solidFill>
                  <a:latin typeface="DINPro-Bold" panose="02000503030000020004" pitchFamily="50" charset="0"/>
                </a:rPr>
                <a:t>6</a:t>
              </a:r>
            </a:p>
          </p:txBody>
        </p:sp>
      </p:grpSp>
      <p:pic>
        <p:nvPicPr>
          <p:cNvPr id="47" name="Рисунок 46"/>
          <p:cNvPicPr>
            <a:picLocks noChangeAspect="1"/>
          </p:cNvPicPr>
          <p:nvPr/>
        </p:nvPicPr>
        <p:blipFill rotWithShape="1">
          <a:blip r:embed="rId3">
            <a:extLst>
              <a:ext uri="{BEBA8EAE-BF5A-486C-A8C5-ECC9F3942E4B}">
                <a14:imgProps xmlns:a14="http://schemas.microsoft.com/office/drawing/2010/main">
                  <a14:imgLayer r:embed="rId4">
                    <a14:imgEffect>
                      <a14:backgroundRemoval t="33250" b="67833" l="8000" r="93000">
                        <a14:foregroundMark x1="29333" y1="36250" x2="29333" y2="36250"/>
                        <a14:foregroundMark x1="22667" y1="52583" x2="22667" y2="52583"/>
                        <a14:foregroundMark x1="87556" y1="43417" x2="87556" y2="43417"/>
                        <a14:foregroundMark x1="75778" y1="52833" x2="75778" y2="52833"/>
                        <a14:foregroundMark x1="71444" y1="53750" x2="71444" y2="53750"/>
                        <a14:foregroundMark x1="88556" y1="46000" x2="88556" y2="46000"/>
                        <a14:foregroundMark x1="84889" y1="52083" x2="84889" y2="52083"/>
                        <a14:foregroundMark x1="32222" y1="34583" x2="32222" y2="34583"/>
                        <a14:foregroundMark x1="15889" y1="42333" x2="15889" y2="42333"/>
                        <a14:foregroundMark x1="23889" y1="36833" x2="23889" y2="36833"/>
                        <a14:foregroundMark x1="68000" y1="34417" x2="68000" y2="34417"/>
                        <a14:foregroundMark x1="77000" y1="37167" x2="77000" y2="37167"/>
                        <a14:foregroundMark x1="76778" y1="57917" x2="76778" y2="57917"/>
                        <a14:foregroundMark x1="33667" y1="51667" x2="33667" y2="51667"/>
                        <a14:foregroundMark x1="25333" y1="57583" x2="25333" y2="57583"/>
                        <a14:foregroundMark x1="66778" y1="52083" x2="66778" y2="52083"/>
                        <a14:foregroundMark x1="16111" y1="53333" x2="16111" y2="53333"/>
                        <a14:foregroundMark x1="75333" y1="36083" x2="75333" y2="36083"/>
                        <a14:foregroundMark x1="34222" y1="35000" x2="34222" y2="35000"/>
                        <a14:foregroundMark x1="30333" y1="34250" x2="30333" y2="34250"/>
                        <a14:foregroundMark x1="23222" y1="37750" x2="23222" y2="37750"/>
                      </a14:backgroundRemoval>
                    </a14:imgEffect>
                  </a14:imgLayer>
                </a14:imgProps>
              </a:ext>
            </a:extLst>
          </a:blip>
          <a:srcRect l="6779" t="32595" r="7036" b="32148"/>
          <a:stretch/>
        </p:blipFill>
        <p:spPr bwMode="auto">
          <a:xfrm>
            <a:off x="414425" y="254751"/>
            <a:ext cx="1517999" cy="828000"/>
          </a:xfrm>
          <a:prstGeom prst="rect">
            <a:avLst/>
          </a:prstGeom>
        </p:spPr>
      </p:pic>
      <p:sp>
        <p:nvSpPr>
          <p:cNvPr id="44" name="TextBox 43"/>
          <p:cNvSpPr txBox="1"/>
          <p:nvPr/>
        </p:nvSpPr>
        <p:spPr>
          <a:xfrm>
            <a:off x="1932424" y="381862"/>
            <a:ext cx="2569522" cy="584775"/>
          </a:xfrm>
          <a:prstGeom prst="rect">
            <a:avLst/>
          </a:prstGeom>
          <a:noFill/>
        </p:spPr>
        <p:txBody>
          <a:bodyPr wrap="square" lIns="0" rIns="0" rtlCol="0">
            <a:spAutoFit/>
          </a:bodyPr>
          <a:lstStyle/>
          <a:p>
            <a:pPr algn="ctr">
              <a:spcBef>
                <a:spcPts val="600"/>
              </a:spcBef>
            </a:pPr>
            <a:r>
              <a:rPr lang="ru-RU" sz="3200" dirty="0" smtClean="0">
                <a:solidFill>
                  <a:schemeClr val="bg1"/>
                </a:solidFill>
                <a:latin typeface="DINPro-Bold" panose="02000503030000020004" pitchFamily="50" charset="0"/>
              </a:rPr>
              <a:t>ПИТ-СТОП</a:t>
            </a:r>
          </a:p>
        </p:txBody>
      </p:sp>
      <p:sp>
        <p:nvSpPr>
          <p:cNvPr id="45" name="Прямоугольник 29">
            <a:extLst>
              <a:ext uri="{FF2B5EF4-FFF2-40B4-BE49-F238E27FC236}">
                <a16:creationId xmlns:a16="http://schemas.microsoft.com/office/drawing/2014/main" id="{C3486913-A292-3BBC-8B74-66DCBC8DCF87}"/>
              </a:ext>
            </a:extLst>
          </p:cNvPr>
          <p:cNvSpPr/>
          <p:nvPr/>
        </p:nvSpPr>
        <p:spPr bwMode="auto">
          <a:xfrm>
            <a:off x="1500452" y="1574085"/>
            <a:ext cx="5200892" cy="1700743"/>
          </a:xfrm>
          <a:prstGeom prst="rect">
            <a:avLst/>
          </a:prstGeom>
          <a:noFill/>
          <a:ln w="1270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spcAft>
                <a:spcPts val="600"/>
              </a:spcAft>
            </a:pPr>
            <a:r>
              <a:rPr lang="ru-RU" sz="1400" dirty="0" smtClean="0">
                <a:solidFill>
                  <a:schemeClr val="bg1"/>
                </a:solidFill>
                <a:latin typeface="DINPro-Medium" panose="02000503030000020004" pitchFamily="50" charset="0"/>
                <a:ea typeface="GPN_DIN Regular" panose="020B0504020202020204" pitchFamily="34" charset="-52"/>
              </a:rPr>
              <a:t>ДЕЙСТВИЕ, ПРЕДПРИНЯТОЕ ДЛЯ УСТРАНЕНИЯ ПРИЧИНЫ ОБНАРУЖЕННОГО НЕСООТВЕТСТВИЯ, - ЭТО </a:t>
            </a:r>
          </a:p>
          <a:p>
            <a:pPr marL="171450" indent="-171450">
              <a:spcAft>
                <a:spcPts val="600"/>
              </a:spcAft>
              <a:buFont typeface="Arial" panose="020B0604020202020204" pitchFamily="34" charset="0"/>
              <a:buChar char="•"/>
            </a:pPr>
            <a:r>
              <a:rPr lang="ru-RU" sz="1200" dirty="0" smtClean="0">
                <a:solidFill>
                  <a:schemeClr val="bg1"/>
                </a:solidFill>
                <a:latin typeface="DINPro-Light" panose="02000504040000020003" pitchFamily="50" charset="0"/>
                <a:ea typeface="GPN_DIN Regular" panose="020B0504020202020204" pitchFamily="34" charset="-52"/>
              </a:rPr>
              <a:t>КОРРЕКЦИЯ</a:t>
            </a:r>
          </a:p>
          <a:p>
            <a:pPr marL="171450" indent="-171450">
              <a:spcAft>
                <a:spcPts val="600"/>
              </a:spcAft>
              <a:buFont typeface="Arial" panose="020B0604020202020204" pitchFamily="34" charset="0"/>
              <a:buChar char="•"/>
            </a:pPr>
            <a:r>
              <a:rPr lang="ru-RU" sz="1200" dirty="0" smtClean="0">
                <a:solidFill>
                  <a:schemeClr val="bg1"/>
                </a:solidFill>
                <a:latin typeface="DINPro-Light" panose="02000504040000020003" pitchFamily="50" charset="0"/>
                <a:ea typeface="GPN_DIN Regular" panose="020B0504020202020204" pitchFamily="34" charset="-52"/>
              </a:rPr>
              <a:t>КОРРЕКТИРУЮЩЕЕ ДЕЙСТВИЕ</a:t>
            </a:r>
          </a:p>
          <a:p>
            <a:pPr marL="171450" indent="-171450">
              <a:spcAft>
                <a:spcPts val="600"/>
              </a:spcAft>
              <a:buFont typeface="Arial" panose="020B0604020202020204" pitchFamily="34" charset="0"/>
              <a:buChar char="•"/>
            </a:pPr>
            <a:r>
              <a:rPr lang="ru-RU" sz="1200" dirty="0" smtClean="0">
                <a:solidFill>
                  <a:schemeClr val="bg1"/>
                </a:solidFill>
                <a:latin typeface="DINPro-Light" panose="02000504040000020003" pitchFamily="50" charset="0"/>
                <a:ea typeface="GPN_DIN Regular" panose="020B0504020202020204" pitchFamily="34" charset="-52"/>
              </a:rPr>
              <a:t>АНАЛИЗ</a:t>
            </a:r>
          </a:p>
        </p:txBody>
      </p:sp>
      <p:sp>
        <p:nvSpPr>
          <p:cNvPr id="46" name="Прямоугольник 29">
            <a:extLst>
              <a:ext uri="{FF2B5EF4-FFF2-40B4-BE49-F238E27FC236}">
                <a16:creationId xmlns:a16="http://schemas.microsoft.com/office/drawing/2014/main" id="{C3486913-A292-3BBC-8B74-66DCBC8DCF87}"/>
              </a:ext>
            </a:extLst>
          </p:cNvPr>
          <p:cNvSpPr/>
          <p:nvPr/>
        </p:nvSpPr>
        <p:spPr bwMode="auto">
          <a:xfrm>
            <a:off x="6806099" y="1574085"/>
            <a:ext cx="5200892" cy="1700743"/>
          </a:xfrm>
          <a:prstGeom prst="rect">
            <a:avLst/>
          </a:prstGeom>
          <a:noFill/>
          <a:ln w="1270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r>
              <a:rPr lang="ru-RU" sz="2000" dirty="0" smtClean="0">
                <a:solidFill>
                  <a:schemeClr val="bg1"/>
                </a:solidFill>
                <a:latin typeface="DINPro-Medium" panose="02000503030000020004" pitchFamily="50" charset="0"/>
                <a:ea typeface="GPN_DIN Regular" panose="020B0504020202020204" pitchFamily="34" charset="-52"/>
              </a:rPr>
              <a:t>КОРРЕКТИРУЮЩЕЕ ДЕЙСТВИЕ</a:t>
            </a:r>
            <a:endParaRPr lang="ru-RU" sz="1200" dirty="0" smtClean="0">
              <a:solidFill>
                <a:schemeClr val="bg1"/>
              </a:solidFill>
              <a:latin typeface="DINPro-Medium" panose="02000503030000020004" pitchFamily="50" charset="0"/>
              <a:ea typeface="GPN_DIN Regular" panose="020B0504020202020204" pitchFamily="34" charset="-52"/>
            </a:endParaRPr>
          </a:p>
        </p:txBody>
      </p:sp>
      <p:grpSp>
        <p:nvGrpSpPr>
          <p:cNvPr id="2" name="Группа 1"/>
          <p:cNvGrpSpPr/>
          <p:nvPr/>
        </p:nvGrpSpPr>
        <p:grpSpPr>
          <a:xfrm>
            <a:off x="1500452" y="4307073"/>
            <a:ext cx="5200892" cy="1700743"/>
            <a:chOff x="1500452" y="4307073"/>
            <a:chExt cx="5200892" cy="1700743"/>
          </a:xfrm>
        </p:grpSpPr>
        <p:sp>
          <p:nvSpPr>
            <p:cNvPr id="27" name="Прямоугольник 29">
              <a:extLst>
                <a:ext uri="{FF2B5EF4-FFF2-40B4-BE49-F238E27FC236}">
                  <a16:creationId xmlns:a16="http://schemas.microsoft.com/office/drawing/2014/main" id="{C3486913-A292-3BBC-8B74-66DCBC8DCF87}"/>
                </a:ext>
              </a:extLst>
            </p:cNvPr>
            <p:cNvSpPr/>
            <p:nvPr/>
          </p:nvSpPr>
          <p:spPr bwMode="auto">
            <a:xfrm>
              <a:off x="1500452" y="4307073"/>
              <a:ext cx="5200892" cy="1700743"/>
            </a:xfrm>
            <a:prstGeom prst="rect">
              <a:avLst/>
            </a:prstGeom>
            <a:noFill/>
            <a:ln w="1270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nchorCtr="0"/>
            <a:lstStyle/>
            <a:p>
              <a:pPr>
                <a:spcAft>
                  <a:spcPts val="600"/>
                </a:spcAft>
              </a:pPr>
              <a:r>
                <a:rPr lang="ru-RU" sz="1400" dirty="0" smtClean="0">
                  <a:solidFill>
                    <a:schemeClr val="bg1"/>
                  </a:solidFill>
                  <a:latin typeface="DINPro-Medium" panose="02000503030000020004" pitchFamily="50" charset="0"/>
                  <a:ea typeface="GPN_DIN Regular" panose="020B0504020202020204" pitchFamily="34" charset="-52"/>
                </a:rPr>
                <a:t>ДОКУМЕНТАЦИЯ, СОДЕРЖАЩАЯ ТРЕБОВАНИЯ К СПЕЦИАЛЬНЫМ ХАРАКТЕРИСТИКАМ, ОБОЗНАЧАЕТСЯ ЗНАЧКОМ</a:t>
              </a:r>
            </a:p>
            <a:p>
              <a:pPr>
                <a:spcAft>
                  <a:spcPts val="600"/>
                </a:spcAft>
              </a:pPr>
              <a:endParaRPr lang="ru-RU" sz="1400" dirty="0" smtClean="0">
                <a:solidFill>
                  <a:schemeClr val="bg1"/>
                </a:solidFill>
                <a:latin typeface="DINPro-Medium" panose="02000503030000020004" pitchFamily="50" charset="0"/>
                <a:ea typeface="GPN_DIN Regular" panose="020B0504020202020204" pitchFamily="34" charset="-52"/>
              </a:endParaRPr>
            </a:p>
          </p:txBody>
        </p:sp>
        <p:sp>
          <p:nvSpPr>
            <p:cNvPr id="29" name="Прямоугольник 28"/>
            <p:cNvSpPr/>
            <p:nvPr/>
          </p:nvSpPr>
          <p:spPr bwMode="auto">
            <a:xfrm>
              <a:off x="1663653" y="5164599"/>
              <a:ext cx="360000" cy="360040"/>
            </a:xfrm>
            <a:prstGeom prst="rect">
              <a:avLst/>
            </a:prstGeom>
            <a:solidFill>
              <a:srgbClr val="0070C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sp>
          <p:nvSpPr>
            <p:cNvPr id="30" name="Равнобедренный треугольник 29"/>
            <p:cNvSpPr/>
            <p:nvPr/>
          </p:nvSpPr>
          <p:spPr bwMode="auto">
            <a:xfrm>
              <a:off x="1663613" y="5594736"/>
              <a:ext cx="360040" cy="360000"/>
            </a:xfrm>
            <a:prstGeom prst="triangle">
              <a:avLst/>
            </a:prstGeom>
            <a:solidFill>
              <a:srgbClr val="0070C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grpSp>
      <p:grpSp>
        <p:nvGrpSpPr>
          <p:cNvPr id="3" name="Группа 2"/>
          <p:cNvGrpSpPr/>
          <p:nvPr/>
        </p:nvGrpSpPr>
        <p:grpSpPr>
          <a:xfrm>
            <a:off x="6806099" y="4307073"/>
            <a:ext cx="5200892" cy="1700743"/>
            <a:chOff x="6806099" y="4307073"/>
            <a:chExt cx="5200892" cy="1700743"/>
          </a:xfrm>
        </p:grpSpPr>
        <p:sp>
          <p:nvSpPr>
            <p:cNvPr id="28" name="Прямоугольник 29">
              <a:extLst>
                <a:ext uri="{FF2B5EF4-FFF2-40B4-BE49-F238E27FC236}">
                  <a16:creationId xmlns:a16="http://schemas.microsoft.com/office/drawing/2014/main" id="{C3486913-A292-3BBC-8B74-66DCBC8DCF87}"/>
                </a:ext>
              </a:extLst>
            </p:cNvPr>
            <p:cNvSpPr/>
            <p:nvPr/>
          </p:nvSpPr>
          <p:spPr bwMode="auto">
            <a:xfrm>
              <a:off x="6806099" y="4307073"/>
              <a:ext cx="5200892" cy="1700743"/>
            </a:xfrm>
            <a:prstGeom prst="rect">
              <a:avLst/>
            </a:prstGeom>
            <a:noFill/>
            <a:ln w="1270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endParaRPr lang="ru-RU" sz="1200" dirty="0" smtClean="0">
                <a:solidFill>
                  <a:schemeClr val="bg1"/>
                </a:solidFill>
                <a:latin typeface="DINPro-Medium" panose="02000503030000020004" pitchFamily="50" charset="0"/>
                <a:ea typeface="GPN_DIN Regular" panose="020B0504020202020204" pitchFamily="34" charset="-52"/>
              </a:endParaRPr>
            </a:p>
          </p:txBody>
        </p:sp>
        <p:sp>
          <p:nvSpPr>
            <p:cNvPr id="31" name="Равнобедренный треугольник 30"/>
            <p:cNvSpPr>
              <a:spLocks noChangeAspect="1"/>
            </p:cNvSpPr>
            <p:nvPr/>
          </p:nvSpPr>
          <p:spPr bwMode="auto">
            <a:xfrm>
              <a:off x="7015335" y="4786599"/>
              <a:ext cx="756084" cy="756000"/>
            </a:xfrm>
            <a:prstGeom prst="triangle">
              <a:avLst/>
            </a:prstGeom>
            <a:solidFill>
              <a:srgbClr val="0070C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smtClean="0">
                <a:solidFill>
                  <a:schemeClr val="tx1"/>
                </a:solidFill>
              </a:endParaRPr>
            </a:p>
          </p:txBody>
        </p:sp>
      </p:grpSp>
    </p:spTree>
    <p:extLst>
      <p:ext uri="{BB962C8B-B14F-4D97-AF65-F5344CB8AC3E}">
        <p14:creationId xmlns:p14="http://schemas.microsoft.com/office/powerpoint/2010/main" val="1303993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1000"/>
                                        <p:tgtEl>
                                          <p:spTgt spid="4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10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fade">
                                      <p:cBhvr>
                                        <p:cTn id="20" dur="1000"/>
                                        <p:tgtEl>
                                          <p:spTgt spid="40"/>
                                        </p:tgtEl>
                                      </p:cBhvr>
                                    </p:animEffect>
                                  </p:childTnLst>
                                </p:cTn>
                              </p:par>
                              <p:par>
                                <p:cTn id="21" presetID="10" presetClass="entr" presetSubtype="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1000"/>
                                        <p:tgtEl>
                                          <p:spTgt spid="2"/>
                                        </p:tgtEl>
                                      </p:cBhvr>
                                    </p:animEffect>
                                  </p:childTnLst>
                                </p:cTn>
                              </p:par>
                              <p:par>
                                <p:cTn id="24" presetID="1" presetClass="exit" presetSubtype="0" fill="hold" nodeType="withEffect">
                                  <p:stCondLst>
                                    <p:cond delay="0"/>
                                  </p:stCondLst>
                                  <p:childTnLst>
                                    <p:set>
                                      <p:cBhvr>
                                        <p:cTn id="25" dur="1" fill="hold">
                                          <p:stCondLst>
                                            <p:cond delay="9"/>
                                          </p:stCondLst>
                                        </p:cTn>
                                        <p:tgtEl>
                                          <p:spTgt spid="5"/>
                                        </p:tgtEl>
                                        <p:attrNameLst>
                                          <p:attrName>style.visibility</p:attrName>
                                        </p:attrNameLst>
                                      </p:cBhvr>
                                      <p:to>
                                        <p:strVal val="hidden"/>
                                      </p:to>
                                    </p:set>
                                  </p:childTnLst>
                                </p:cTn>
                              </p:par>
                              <p:par>
                                <p:cTn id="26" presetID="1" presetClass="exit" presetSubtype="0" fill="hold" grpId="1" nodeType="withEffect">
                                  <p:stCondLst>
                                    <p:cond delay="0"/>
                                  </p:stCondLst>
                                  <p:childTnLst>
                                    <p:set>
                                      <p:cBhvr>
                                        <p:cTn id="27" dur="1" fill="hold">
                                          <p:stCondLst>
                                            <p:cond delay="0"/>
                                          </p:stCondLst>
                                        </p:cTn>
                                        <p:tgtEl>
                                          <p:spTgt spid="45"/>
                                        </p:tgtEl>
                                        <p:attrNameLst>
                                          <p:attrName>style.visibility</p:attrName>
                                        </p:attrNameLst>
                                      </p:cBhvr>
                                      <p:to>
                                        <p:strVal val="hidden"/>
                                      </p:to>
                                    </p:set>
                                  </p:childTnLst>
                                </p:cTn>
                              </p:par>
                              <p:par>
                                <p:cTn id="28" presetID="1" presetClass="exit" presetSubtype="0" fill="hold" grpId="1" nodeType="withEffect">
                                  <p:stCondLst>
                                    <p:cond delay="0"/>
                                  </p:stCondLst>
                                  <p:childTnLst>
                                    <p:set>
                                      <p:cBhvr>
                                        <p:cTn id="29" dur="1" fill="hold">
                                          <p:stCondLst>
                                            <p:cond delay="0"/>
                                          </p:stCondLst>
                                        </p:cTn>
                                        <p:tgtEl>
                                          <p:spTgt spid="46"/>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5" grpId="1" animBg="1"/>
      <p:bldP spid="46" grpId="0" animBg="1"/>
      <p:bldP spid="46" grpId="1"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Прямоугольник 9"/>
          <p:cNvSpPr/>
          <p:nvPr/>
        </p:nvSpPr>
        <p:spPr bwMode="auto">
          <a:xfrm>
            <a:off x="0" y="-1"/>
            <a:ext cx="12191999" cy="972000"/>
          </a:xfrm>
          <a:prstGeom prst="rect">
            <a:avLst/>
          </a:prstGeom>
          <a:solidFill>
            <a:srgbClr val="0070B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a:spcBef>
                <a:spcPts val="600"/>
              </a:spcBef>
              <a:defRPr/>
            </a:pPr>
            <a:r>
              <a:rPr lang="ru-RU" sz="2800" b="1" dirty="0" smtClean="0">
                <a:solidFill>
                  <a:schemeClr val="bg1"/>
                </a:solidFill>
                <a:latin typeface="DINPro-Bold" panose="02000503030000020004" pitchFamily="50" charset="0"/>
                <a:ea typeface="GPN_DIN Bold"/>
              </a:rPr>
              <a:t>1. ОБЛАСТЬ ПРИМЕНЕНИЯ</a:t>
            </a:r>
            <a:endParaRPr sz="2000" dirty="0">
              <a:latin typeface="DINPro-Bold" panose="02000503030000020004" pitchFamily="50" charset="0"/>
            </a:endParaRPr>
          </a:p>
        </p:txBody>
      </p:sp>
      <p:sp>
        <p:nvSpPr>
          <p:cNvPr id="14" name="Прямоугольник 13">
            <a:extLst>
              <a:ext uri="{FF2B5EF4-FFF2-40B4-BE49-F238E27FC236}">
                <a16:creationId xmlns:a16="http://schemas.microsoft.com/office/drawing/2014/main" id="{5A2D56D6-FCC3-1746-9615-3EA7DA7B260D}"/>
              </a:ext>
            </a:extLst>
          </p:cNvPr>
          <p:cNvSpPr/>
          <p:nvPr/>
        </p:nvSpPr>
        <p:spPr>
          <a:xfrm>
            <a:off x="11207564" y="2992671"/>
            <a:ext cx="195943" cy="195943"/>
          </a:xfrm>
          <a:prstGeom prst="rect">
            <a:avLst/>
          </a:prstGeom>
          <a:solidFill>
            <a:srgbClr val="23D1C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a:solidFill>
                <a:schemeClr val="tx1"/>
              </a:solidFill>
            </a:endParaRPr>
          </a:p>
        </p:txBody>
      </p:sp>
      <p:sp>
        <p:nvSpPr>
          <p:cNvPr id="16" name="Прямоугольник 15">
            <a:extLst>
              <a:ext uri="{FF2B5EF4-FFF2-40B4-BE49-F238E27FC236}">
                <a16:creationId xmlns:a16="http://schemas.microsoft.com/office/drawing/2014/main" id="{F933798D-461A-B04E-BCB5-702777F18B4F}"/>
              </a:ext>
            </a:extLst>
          </p:cNvPr>
          <p:cNvSpPr/>
          <p:nvPr/>
        </p:nvSpPr>
        <p:spPr>
          <a:xfrm>
            <a:off x="10984840" y="3519560"/>
            <a:ext cx="195943" cy="195943"/>
          </a:xfrm>
          <a:prstGeom prst="rect">
            <a:avLst/>
          </a:prstGeom>
          <a:solidFill>
            <a:srgbClr val="00459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a:solidFill>
                <a:schemeClr val="tx1"/>
              </a:solidFill>
            </a:endParaRPr>
          </a:p>
        </p:txBody>
      </p:sp>
      <p:sp>
        <p:nvSpPr>
          <p:cNvPr id="17" name="Прямоугольник 16">
            <a:extLst>
              <a:ext uri="{FF2B5EF4-FFF2-40B4-BE49-F238E27FC236}">
                <a16:creationId xmlns:a16="http://schemas.microsoft.com/office/drawing/2014/main" id="{8CB6664F-1FEB-E94D-95F7-64EB7C033C92}"/>
              </a:ext>
            </a:extLst>
          </p:cNvPr>
          <p:cNvSpPr/>
          <p:nvPr/>
        </p:nvSpPr>
        <p:spPr>
          <a:xfrm>
            <a:off x="9346658" y="1549567"/>
            <a:ext cx="327804" cy="371355"/>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ru-RU" sz="1400" b="0" i="0" u="none" strike="noStrike" kern="1200" cap="none" spc="0" normalizeH="0" baseline="0" noProof="0" dirty="0">
              <a:ln>
                <a:noFill/>
              </a:ln>
              <a:solidFill>
                <a:srgbClr val="FFFFFF"/>
              </a:solidFill>
              <a:effectLst/>
              <a:uLnTx/>
              <a:uFillTx/>
              <a:latin typeface="GPN_DIN Condensed Bold" panose="020B0504020202020204" pitchFamily="34" charset="0"/>
              <a:ea typeface="GPN_DIN Condensed Bold" panose="020B0504020202020204" pitchFamily="34" charset="0"/>
              <a:cs typeface="+mn-cs"/>
            </a:endParaRPr>
          </a:p>
        </p:txBody>
      </p:sp>
      <p:grpSp>
        <p:nvGrpSpPr>
          <p:cNvPr id="19" name="Grupo 2">
            <a:extLst>
              <a:ext uri="{FF2B5EF4-FFF2-40B4-BE49-F238E27FC236}">
                <a16:creationId xmlns:a16="http://schemas.microsoft.com/office/drawing/2014/main" id="{DBCA98A9-F023-F44A-990B-D1639AF9E77D}"/>
              </a:ext>
            </a:extLst>
          </p:cNvPr>
          <p:cNvGrpSpPr/>
          <p:nvPr/>
        </p:nvGrpSpPr>
        <p:grpSpPr>
          <a:xfrm>
            <a:off x="8519745" y="4034063"/>
            <a:ext cx="2717377" cy="2332473"/>
            <a:chOff x="5318302" y="4505015"/>
            <a:chExt cx="1549394" cy="1536541"/>
          </a:xfrm>
          <a:solidFill>
            <a:srgbClr val="004596"/>
          </a:solidFill>
        </p:grpSpPr>
        <p:sp>
          <p:nvSpPr>
            <p:cNvPr id="27" name="Forma libre 18">
              <a:extLst>
                <a:ext uri="{FF2B5EF4-FFF2-40B4-BE49-F238E27FC236}">
                  <a16:creationId xmlns:a16="http://schemas.microsoft.com/office/drawing/2014/main" id="{D4E58419-A8C1-644C-B64D-BF41299AA128}"/>
                </a:ext>
              </a:extLst>
            </p:cNvPr>
            <p:cNvSpPr/>
            <p:nvPr/>
          </p:nvSpPr>
          <p:spPr>
            <a:xfrm>
              <a:off x="6404781" y="4933604"/>
              <a:ext cx="462915" cy="685800"/>
            </a:xfrm>
            <a:custGeom>
              <a:avLst/>
              <a:gdLst>
                <a:gd name="connsiteX0" fmla="*/ 311953 w 462915"/>
                <a:gd name="connsiteY0" fmla="*/ 14872 h 685800"/>
                <a:gd name="connsiteX1" fmla="*/ 35404 w 462915"/>
                <a:gd name="connsiteY1" fmla="*/ 174578 h 685800"/>
                <a:gd name="connsiteX2" fmla="*/ 72695 w 462915"/>
                <a:gd name="connsiteY2" fmla="*/ 305480 h 685800"/>
                <a:gd name="connsiteX3" fmla="*/ 6429 w 462915"/>
                <a:gd name="connsiteY3" fmla="*/ 343713 h 685800"/>
                <a:gd name="connsiteX4" fmla="*/ 72695 w 462915"/>
                <a:gd name="connsiteY4" fmla="*/ 381946 h 685800"/>
                <a:gd name="connsiteX5" fmla="*/ 35404 w 462915"/>
                <a:gd name="connsiteY5" fmla="*/ 512849 h 685800"/>
                <a:gd name="connsiteX6" fmla="*/ 311953 w 462915"/>
                <a:gd name="connsiteY6" fmla="*/ 672811 h 685800"/>
                <a:gd name="connsiteX7" fmla="*/ 399386 w 462915"/>
                <a:gd name="connsiteY7" fmla="*/ 648751 h 685800"/>
                <a:gd name="connsiteX8" fmla="*/ 402736 w 462915"/>
                <a:gd name="connsiteY8" fmla="*/ 641950 h 685800"/>
                <a:gd name="connsiteX9" fmla="*/ 402736 w 462915"/>
                <a:gd name="connsiteY9" fmla="*/ 45476 h 685800"/>
                <a:gd name="connsiteX10" fmla="*/ 318635 w 462915"/>
                <a:gd name="connsiteY10" fmla="*/ 11559 h 685800"/>
                <a:gd name="connsiteX11" fmla="*/ 311953 w 462915"/>
                <a:gd name="connsiteY11" fmla="*/ 14872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5" h="685800">
                  <a:moveTo>
                    <a:pt x="311953" y="14872"/>
                  </a:moveTo>
                  <a:lnTo>
                    <a:pt x="35404" y="174578"/>
                  </a:lnTo>
                  <a:cubicBezTo>
                    <a:pt x="55609" y="215612"/>
                    <a:pt x="68242" y="259957"/>
                    <a:pt x="72695" y="305480"/>
                  </a:cubicBezTo>
                  <a:lnTo>
                    <a:pt x="6429" y="343713"/>
                  </a:lnTo>
                  <a:lnTo>
                    <a:pt x="72695" y="381946"/>
                  </a:lnTo>
                  <a:cubicBezTo>
                    <a:pt x="68231" y="427466"/>
                    <a:pt x="55599" y="471810"/>
                    <a:pt x="35404" y="512849"/>
                  </a:cubicBezTo>
                  <a:lnTo>
                    <a:pt x="311953" y="672811"/>
                  </a:lnTo>
                  <a:cubicBezTo>
                    <a:pt x="342741" y="690311"/>
                    <a:pt x="381886" y="679539"/>
                    <a:pt x="399386" y="648751"/>
                  </a:cubicBezTo>
                  <a:cubicBezTo>
                    <a:pt x="400636" y="646552"/>
                    <a:pt x="401755" y="644281"/>
                    <a:pt x="402736" y="641950"/>
                  </a:cubicBezTo>
                  <a:cubicBezTo>
                    <a:pt x="482404" y="451106"/>
                    <a:pt x="482404" y="236320"/>
                    <a:pt x="402736" y="45476"/>
                  </a:cubicBezTo>
                  <a:cubicBezTo>
                    <a:pt x="388878" y="12886"/>
                    <a:pt x="351225" y="-2299"/>
                    <a:pt x="318635" y="11559"/>
                  </a:cubicBezTo>
                  <a:cubicBezTo>
                    <a:pt x="316345" y="12533"/>
                    <a:pt x="314115" y="13639"/>
                    <a:pt x="311953" y="14872"/>
                  </a:cubicBezTo>
                  <a:close/>
                </a:path>
              </a:pathLst>
            </a:custGeom>
            <a:solidFill>
              <a:srgbClr val="0097D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dirty="0">
                <a:ln>
                  <a:noFill/>
                </a:ln>
                <a:solidFill>
                  <a:prstClr val="white"/>
                </a:solidFill>
                <a:effectLst/>
                <a:uLnTx/>
                <a:uFillTx/>
                <a:latin typeface="GPN_DIN Regular" panose="020B0704020202020204" pitchFamily="34" charset="0"/>
                <a:ea typeface="GPN_DIN Regular" panose="020B0704020202020204" pitchFamily="34" charset="0"/>
                <a:cs typeface="+mn-cs"/>
              </a:endParaRPr>
            </a:p>
          </p:txBody>
        </p:sp>
        <p:sp>
          <p:nvSpPr>
            <p:cNvPr id="28" name="Forma libre 19">
              <a:extLst>
                <a:ext uri="{FF2B5EF4-FFF2-40B4-BE49-F238E27FC236}">
                  <a16:creationId xmlns:a16="http://schemas.microsoft.com/office/drawing/2014/main" id="{6AB0B536-137D-BC42-BF2F-C2EB9A03A76D}"/>
                </a:ext>
              </a:extLst>
            </p:cNvPr>
            <p:cNvSpPr/>
            <p:nvPr/>
          </p:nvSpPr>
          <p:spPr>
            <a:xfrm>
              <a:off x="6115288" y="4505180"/>
              <a:ext cx="608648" cy="557213"/>
            </a:xfrm>
            <a:custGeom>
              <a:avLst/>
              <a:gdLst>
                <a:gd name="connsiteX0" fmla="*/ 6429 w 608647"/>
                <a:gd name="connsiteY0" fmla="*/ 70306 h 557212"/>
                <a:gd name="connsiteX1" fmla="*/ 6429 w 608647"/>
                <a:gd name="connsiteY1" fmla="*/ 389717 h 557212"/>
                <a:gd name="connsiteX2" fmla="*/ 139389 w 608647"/>
                <a:gd name="connsiteY2" fmla="*/ 423150 h 557212"/>
                <a:gd name="connsiteX3" fmla="*/ 139389 w 608647"/>
                <a:gd name="connsiteY3" fmla="*/ 501160 h 557212"/>
                <a:gd name="connsiteX4" fmla="*/ 206426 w 608647"/>
                <a:gd name="connsiteY4" fmla="*/ 462498 h 557212"/>
                <a:gd name="connsiteX5" fmla="*/ 299352 w 608647"/>
                <a:gd name="connsiteY5" fmla="*/ 558938 h 557212"/>
                <a:gd name="connsiteX6" fmla="*/ 575729 w 608647"/>
                <a:gd name="connsiteY6" fmla="*/ 399319 h 557212"/>
                <a:gd name="connsiteX7" fmla="*/ 599326 w 608647"/>
                <a:gd name="connsiteY7" fmla="*/ 312011 h 557212"/>
                <a:gd name="connsiteX8" fmla="*/ 594675 w 608647"/>
                <a:gd name="connsiteY8" fmla="*/ 305021 h 557212"/>
                <a:gd name="connsiteX9" fmla="*/ 78782 w 608647"/>
                <a:gd name="connsiteY9" fmla="*/ 6955 h 557212"/>
                <a:gd name="connsiteX10" fmla="*/ 6947 w 608647"/>
                <a:gd name="connsiteY10" fmla="*/ 62499 h 557212"/>
                <a:gd name="connsiteX11" fmla="*/ 6430 w 608647"/>
                <a:gd name="connsiteY11" fmla="*/ 70305 h 557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8647" h="557212">
                  <a:moveTo>
                    <a:pt x="6429" y="70306"/>
                  </a:moveTo>
                  <a:lnTo>
                    <a:pt x="6429" y="389717"/>
                  </a:lnTo>
                  <a:cubicBezTo>
                    <a:pt x="52404" y="392743"/>
                    <a:pt x="97451" y="404070"/>
                    <a:pt x="139389" y="423150"/>
                  </a:cubicBezTo>
                  <a:lnTo>
                    <a:pt x="139389" y="501160"/>
                  </a:lnTo>
                  <a:lnTo>
                    <a:pt x="206426" y="462498"/>
                  </a:lnTo>
                  <a:cubicBezTo>
                    <a:pt x="242835" y="488926"/>
                    <a:pt x="274293" y="521573"/>
                    <a:pt x="299352" y="558938"/>
                  </a:cubicBezTo>
                  <a:lnTo>
                    <a:pt x="575729" y="399319"/>
                  </a:lnTo>
                  <a:cubicBezTo>
                    <a:pt x="606355" y="381725"/>
                    <a:pt x="616919" y="342636"/>
                    <a:pt x="599326" y="312011"/>
                  </a:cubicBezTo>
                  <a:cubicBezTo>
                    <a:pt x="597930" y="309581"/>
                    <a:pt x="596376" y="307246"/>
                    <a:pt x="594675" y="305021"/>
                  </a:cubicBezTo>
                  <a:cubicBezTo>
                    <a:pt x="469617" y="140529"/>
                    <a:pt x="283748" y="33140"/>
                    <a:pt x="78782" y="6955"/>
                  </a:cubicBezTo>
                  <a:cubicBezTo>
                    <a:pt x="43607" y="2457"/>
                    <a:pt x="11446" y="27325"/>
                    <a:pt x="6947" y="62499"/>
                  </a:cubicBezTo>
                  <a:cubicBezTo>
                    <a:pt x="6616" y="65088"/>
                    <a:pt x="6443" y="67696"/>
                    <a:pt x="6430" y="70305"/>
                  </a:cubicBezTo>
                  <a:close/>
                </a:path>
              </a:pathLst>
            </a:custGeom>
            <a:solidFill>
              <a:srgbClr val="23D1CF"/>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dirty="0">
                <a:ln>
                  <a:noFill/>
                </a:ln>
                <a:solidFill>
                  <a:prstClr val="white"/>
                </a:solidFill>
                <a:effectLst/>
                <a:uLnTx/>
                <a:uFillTx/>
                <a:latin typeface="GPN_DIN Regular" panose="020B0704020202020204" pitchFamily="34" charset="0"/>
                <a:ea typeface="GPN_DIN Regular" panose="020B0704020202020204" pitchFamily="34" charset="0"/>
                <a:cs typeface="+mn-cs"/>
              </a:endParaRPr>
            </a:p>
          </p:txBody>
        </p:sp>
        <p:sp>
          <p:nvSpPr>
            <p:cNvPr id="29" name="Forma libre 20">
              <a:extLst>
                <a:ext uri="{FF2B5EF4-FFF2-40B4-BE49-F238E27FC236}">
                  <a16:creationId xmlns:a16="http://schemas.microsoft.com/office/drawing/2014/main" id="{B8BD3B10-1980-5546-9D69-9DF06CF1FD76}"/>
                </a:ext>
              </a:extLst>
            </p:cNvPr>
            <p:cNvSpPr/>
            <p:nvPr/>
          </p:nvSpPr>
          <p:spPr>
            <a:xfrm>
              <a:off x="5462527" y="4505016"/>
              <a:ext cx="608648" cy="557213"/>
            </a:xfrm>
            <a:custGeom>
              <a:avLst/>
              <a:gdLst>
                <a:gd name="connsiteX0" fmla="*/ 38542 w 608647"/>
                <a:gd name="connsiteY0" fmla="*/ 399226 h 557212"/>
                <a:gd name="connsiteX1" fmla="*/ 314919 w 608647"/>
                <a:gd name="connsiteY1" fmla="*/ 558846 h 557212"/>
                <a:gd name="connsiteX2" fmla="*/ 409645 w 608647"/>
                <a:gd name="connsiteY2" fmla="*/ 461119 h 557212"/>
                <a:gd name="connsiteX3" fmla="*/ 479168 w 608647"/>
                <a:gd name="connsiteY3" fmla="*/ 501324 h 557212"/>
                <a:gd name="connsiteX4" fmla="*/ 479168 w 608647"/>
                <a:gd name="connsiteY4" fmla="*/ 421600 h 557212"/>
                <a:gd name="connsiteX5" fmla="*/ 607756 w 608647"/>
                <a:gd name="connsiteY5" fmla="*/ 389882 h 557212"/>
                <a:gd name="connsiteX6" fmla="*/ 607756 w 608647"/>
                <a:gd name="connsiteY6" fmla="*/ 70470 h 557212"/>
                <a:gd name="connsiteX7" fmla="*/ 543381 w 608647"/>
                <a:gd name="connsiteY7" fmla="*/ 6430 h 557212"/>
                <a:gd name="connsiteX8" fmla="*/ 535404 w 608647"/>
                <a:gd name="connsiteY8" fmla="*/ 6948 h 557212"/>
                <a:gd name="connsiteX9" fmla="*/ 19511 w 608647"/>
                <a:gd name="connsiteY9" fmla="*/ 305014 h 557212"/>
                <a:gd name="connsiteX10" fmla="*/ 31632 w 608647"/>
                <a:gd name="connsiteY10" fmla="*/ 394638 h 557212"/>
                <a:gd name="connsiteX11" fmla="*/ 38542 w 608647"/>
                <a:gd name="connsiteY11" fmla="*/ 399226 h 557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8647" h="557212">
                  <a:moveTo>
                    <a:pt x="38542" y="399226"/>
                  </a:moveTo>
                  <a:lnTo>
                    <a:pt x="314919" y="558846"/>
                  </a:lnTo>
                  <a:cubicBezTo>
                    <a:pt x="340432" y="520896"/>
                    <a:pt x="372510" y="487802"/>
                    <a:pt x="409645" y="461119"/>
                  </a:cubicBezTo>
                  <a:lnTo>
                    <a:pt x="479168" y="501324"/>
                  </a:lnTo>
                  <a:lnTo>
                    <a:pt x="479168" y="421600"/>
                  </a:lnTo>
                  <a:cubicBezTo>
                    <a:pt x="519852" y="403606"/>
                    <a:pt x="563371" y="392871"/>
                    <a:pt x="607756" y="389882"/>
                  </a:cubicBezTo>
                  <a:lnTo>
                    <a:pt x="607756" y="70470"/>
                  </a:lnTo>
                  <a:cubicBezTo>
                    <a:pt x="607664" y="35009"/>
                    <a:pt x="578842" y="6337"/>
                    <a:pt x="543381" y="6430"/>
                  </a:cubicBezTo>
                  <a:cubicBezTo>
                    <a:pt x="540714" y="6436"/>
                    <a:pt x="538050" y="6610"/>
                    <a:pt x="535404" y="6948"/>
                  </a:cubicBezTo>
                  <a:cubicBezTo>
                    <a:pt x="330438" y="33133"/>
                    <a:pt x="144569" y="140522"/>
                    <a:pt x="19511" y="305014"/>
                  </a:cubicBezTo>
                  <a:cubicBezTo>
                    <a:pt x="-1891" y="333110"/>
                    <a:pt x="3536" y="373236"/>
                    <a:pt x="31632" y="394638"/>
                  </a:cubicBezTo>
                  <a:cubicBezTo>
                    <a:pt x="33834" y="396315"/>
                    <a:pt x="36142" y="397848"/>
                    <a:pt x="38542" y="399226"/>
                  </a:cubicBezTo>
                  <a:close/>
                </a:path>
              </a:pathLst>
            </a:custGeom>
            <a:solidFill>
              <a:srgbClr val="7957B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dirty="0">
                <a:ln>
                  <a:noFill/>
                </a:ln>
                <a:solidFill>
                  <a:prstClr val="white"/>
                </a:solidFill>
                <a:effectLst/>
                <a:uLnTx/>
                <a:uFillTx/>
                <a:latin typeface="GPN_DIN Regular" panose="020B0704020202020204" pitchFamily="34" charset="0"/>
                <a:ea typeface="GPN_DIN Regular" panose="020B0704020202020204" pitchFamily="34" charset="0"/>
                <a:cs typeface="+mn-cs"/>
              </a:endParaRPr>
            </a:p>
          </p:txBody>
        </p:sp>
        <p:sp>
          <p:nvSpPr>
            <p:cNvPr id="30" name="Forma libre 21">
              <a:extLst>
                <a:ext uri="{FF2B5EF4-FFF2-40B4-BE49-F238E27FC236}">
                  <a16:creationId xmlns:a16="http://schemas.microsoft.com/office/drawing/2014/main" id="{FBB9C768-8F8F-054D-8D1B-DEB7547940E4}"/>
                </a:ext>
              </a:extLst>
            </p:cNvPr>
            <p:cNvSpPr/>
            <p:nvPr/>
          </p:nvSpPr>
          <p:spPr>
            <a:xfrm>
              <a:off x="5318303" y="4933678"/>
              <a:ext cx="471488" cy="685800"/>
            </a:xfrm>
            <a:custGeom>
              <a:avLst/>
              <a:gdLst>
                <a:gd name="connsiteX0" fmla="*/ 466516 w 471487"/>
                <a:gd name="connsiteY0" fmla="*/ 343638 h 685800"/>
                <a:gd name="connsiteX1" fmla="*/ 396478 w 471487"/>
                <a:gd name="connsiteY1" fmla="*/ 303176 h 685800"/>
                <a:gd name="connsiteX2" fmla="*/ 433512 w 471487"/>
                <a:gd name="connsiteY2" fmla="*/ 174589 h 685800"/>
                <a:gd name="connsiteX3" fmla="*/ 156963 w 471487"/>
                <a:gd name="connsiteY3" fmla="*/ 14883 h 685800"/>
                <a:gd name="connsiteX4" fmla="*/ 69480 w 471487"/>
                <a:gd name="connsiteY4" fmla="*/ 38759 h 685800"/>
                <a:gd name="connsiteX5" fmla="*/ 66180 w 471487"/>
                <a:gd name="connsiteY5" fmla="*/ 45401 h 685800"/>
                <a:gd name="connsiteX6" fmla="*/ 66180 w 471487"/>
                <a:gd name="connsiteY6" fmla="*/ 641876 h 685800"/>
                <a:gd name="connsiteX7" fmla="*/ 149998 w 471487"/>
                <a:gd name="connsiteY7" fmla="*/ 676168 h 685800"/>
                <a:gd name="connsiteX8" fmla="*/ 156963 w 471487"/>
                <a:gd name="connsiteY8" fmla="*/ 672737 h 685800"/>
                <a:gd name="connsiteX9" fmla="*/ 433512 w 471487"/>
                <a:gd name="connsiteY9" fmla="*/ 513117 h 685800"/>
                <a:gd name="connsiteX10" fmla="*/ 396478 w 471487"/>
                <a:gd name="connsiteY10" fmla="*/ 384529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1487" h="685800">
                  <a:moveTo>
                    <a:pt x="466516" y="343638"/>
                  </a:moveTo>
                  <a:lnTo>
                    <a:pt x="396478" y="303176"/>
                  </a:lnTo>
                  <a:cubicBezTo>
                    <a:pt x="401134" y="258464"/>
                    <a:pt x="413672" y="214929"/>
                    <a:pt x="433512" y="174589"/>
                  </a:cubicBezTo>
                  <a:lnTo>
                    <a:pt x="156963" y="14883"/>
                  </a:lnTo>
                  <a:cubicBezTo>
                    <a:pt x="126212" y="-2682"/>
                    <a:pt x="87044" y="8008"/>
                    <a:pt x="69480" y="38759"/>
                  </a:cubicBezTo>
                  <a:cubicBezTo>
                    <a:pt x="68252" y="40908"/>
                    <a:pt x="67151" y="43126"/>
                    <a:pt x="66180" y="45401"/>
                  </a:cubicBezTo>
                  <a:cubicBezTo>
                    <a:pt x="-13487" y="236246"/>
                    <a:pt x="-13487" y="451032"/>
                    <a:pt x="66180" y="641876"/>
                  </a:cubicBezTo>
                  <a:cubicBezTo>
                    <a:pt x="79856" y="674491"/>
                    <a:pt x="117383" y="689844"/>
                    <a:pt x="149998" y="676168"/>
                  </a:cubicBezTo>
                  <a:cubicBezTo>
                    <a:pt x="152387" y="675166"/>
                    <a:pt x="154713" y="674021"/>
                    <a:pt x="156963" y="672737"/>
                  </a:cubicBezTo>
                  <a:lnTo>
                    <a:pt x="433512" y="513117"/>
                  </a:lnTo>
                  <a:cubicBezTo>
                    <a:pt x="413672" y="472777"/>
                    <a:pt x="401134" y="429242"/>
                    <a:pt x="396478" y="384529"/>
                  </a:cubicBezTo>
                  <a:close/>
                </a:path>
              </a:pathLst>
            </a:custGeom>
            <a:solidFill>
              <a:srgbClr val="472A7A"/>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a:ln>
                  <a:noFill/>
                </a:ln>
                <a:solidFill>
                  <a:prstClr val="white"/>
                </a:solidFill>
                <a:effectLst/>
                <a:uLnTx/>
                <a:uFillTx/>
                <a:latin typeface="GPN_DIN Regular" panose="020B0704020202020204" pitchFamily="34" charset="0"/>
                <a:ea typeface="GPN_DIN Regular" panose="020B0704020202020204" pitchFamily="34" charset="0"/>
                <a:cs typeface="+mn-cs"/>
              </a:endParaRPr>
            </a:p>
          </p:txBody>
        </p:sp>
        <p:sp>
          <p:nvSpPr>
            <p:cNvPr id="31" name="Forma libre 22">
              <a:extLst>
                <a:ext uri="{FF2B5EF4-FFF2-40B4-BE49-F238E27FC236}">
                  <a16:creationId xmlns:a16="http://schemas.microsoft.com/office/drawing/2014/main" id="{1071E5C8-BFD4-6642-9900-27946D5D70A9}"/>
                </a:ext>
              </a:extLst>
            </p:cNvPr>
            <p:cNvSpPr/>
            <p:nvPr/>
          </p:nvSpPr>
          <p:spPr>
            <a:xfrm>
              <a:off x="5462534" y="5484342"/>
              <a:ext cx="608648" cy="557213"/>
            </a:xfrm>
            <a:custGeom>
              <a:avLst/>
              <a:gdLst>
                <a:gd name="connsiteX0" fmla="*/ 479162 w 608647"/>
                <a:gd name="connsiteY0" fmla="*/ 143933 h 557212"/>
                <a:gd name="connsiteX1" fmla="*/ 479162 w 608647"/>
                <a:gd name="connsiteY1" fmla="*/ 64208 h 557212"/>
                <a:gd name="connsiteX2" fmla="*/ 409896 w 608647"/>
                <a:gd name="connsiteY2" fmla="*/ 104156 h 557212"/>
                <a:gd name="connsiteX3" fmla="*/ 315170 w 608647"/>
                <a:gd name="connsiteY3" fmla="*/ 6429 h 557212"/>
                <a:gd name="connsiteX4" fmla="*/ 38535 w 608647"/>
                <a:gd name="connsiteY4" fmla="*/ 166050 h 557212"/>
                <a:gd name="connsiteX5" fmla="*/ 14939 w 608647"/>
                <a:gd name="connsiteY5" fmla="*/ 253358 h 557212"/>
                <a:gd name="connsiteX6" fmla="*/ 19590 w 608647"/>
                <a:gd name="connsiteY6" fmla="*/ 260347 h 557212"/>
                <a:gd name="connsiteX7" fmla="*/ 535483 w 608647"/>
                <a:gd name="connsiteY7" fmla="*/ 558328 h 557212"/>
                <a:gd name="connsiteX8" fmla="*/ 607305 w 608647"/>
                <a:gd name="connsiteY8" fmla="*/ 502965 h 557212"/>
                <a:gd name="connsiteX9" fmla="*/ 607835 w 608647"/>
                <a:gd name="connsiteY9" fmla="*/ 494891 h 557212"/>
                <a:gd name="connsiteX10" fmla="*/ 607835 w 608647"/>
                <a:gd name="connsiteY10" fmla="*/ 175479 h 557212"/>
                <a:gd name="connsiteX11" fmla="*/ 479162 w 608647"/>
                <a:gd name="connsiteY11" fmla="*/ 143933 h 557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8647" h="557212">
                  <a:moveTo>
                    <a:pt x="479162" y="143933"/>
                  </a:moveTo>
                  <a:lnTo>
                    <a:pt x="479162" y="64208"/>
                  </a:lnTo>
                  <a:lnTo>
                    <a:pt x="409896" y="104156"/>
                  </a:lnTo>
                  <a:cubicBezTo>
                    <a:pt x="372760" y="77473"/>
                    <a:pt x="340683" y="44379"/>
                    <a:pt x="315170" y="6429"/>
                  </a:cubicBezTo>
                  <a:lnTo>
                    <a:pt x="38535" y="166050"/>
                  </a:lnTo>
                  <a:cubicBezTo>
                    <a:pt x="7910" y="183643"/>
                    <a:pt x="-2654" y="222732"/>
                    <a:pt x="14939" y="253358"/>
                  </a:cubicBezTo>
                  <a:cubicBezTo>
                    <a:pt x="16334" y="255787"/>
                    <a:pt x="17888" y="258122"/>
                    <a:pt x="19590" y="260347"/>
                  </a:cubicBezTo>
                  <a:cubicBezTo>
                    <a:pt x="144631" y="424844"/>
                    <a:pt x="330514" y="532210"/>
                    <a:pt x="535483" y="558328"/>
                  </a:cubicBezTo>
                  <a:cubicBezTo>
                    <a:pt x="570604" y="562873"/>
                    <a:pt x="602760" y="538086"/>
                    <a:pt x="607305" y="502965"/>
                  </a:cubicBezTo>
                  <a:cubicBezTo>
                    <a:pt x="607651" y="500288"/>
                    <a:pt x="607828" y="497591"/>
                    <a:pt x="607835" y="494891"/>
                  </a:cubicBezTo>
                  <a:lnTo>
                    <a:pt x="607835" y="175479"/>
                  </a:lnTo>
                  <a:cubicBezTo>
                    <a:pt x="563431" y="172555"/>
                    <a:pt x="519883" y="161878"/>
                    <a:pt x="479162" y="143933"/>
                  </a:cubicBezTo>
                  <a:close/>
                </a:path>
              </a:pathLst>
            </a:custGeom>
            <a:solidFill>
              <a:srgbClr val="0B294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dirty="0">
                <a:ln>
                  <a:noFill/>
                </a:ln>
                <a:solidFill>
                  <a:prstClr val="white"/>
                </a:solidFill>
                <a:effectLst/>
                <a:uLnTx/>
                <a:uFillTx/>
                <a:latin typeface="GPN_DIN Regular" panose="020B0704020202020204" pitchFamily="34" charset="0"/>
                <a:ea typeface="GPN_DIN Regular" panose="020B0704020202020204" pitchFamily="34" charset="0"/>
                <a:cs typeface="+mn-cs"/>
              </a:endParaRPr>
            </a:p>
          </p:txBody>
        </p:sp>
        <p:sp>
          <p:nvSpPr>
            <p:cNvPr id="32" name="Forma libre 23">
              <a:extLst>
                <a:ext uri="{FF2B5EF4-FFF2-40B4-BE49-F238E27FC236}">
                  <a16:creationId xmlns:a16="http://schemas.microsoft.com/office/drawing/2014/main" id="{FBC4BE58-9B8A-A644-8BEB-0F1DCEA14985}"/>
                </a:ext>
              </a:extLst>
            </p:cNvPr>
            <p:cNvSpPr/>
            <p:nvPr/>
          </p:nvSpPr>
          <p:spPr>
            <a:xfrm>
              <a:off x="6115202" y="5484343"/>
              <a:ext cx="608648" cy="557213"/>
            </a:xfrm>
            <a:custGeom>
              <a:avLst/>
              <a:gdLst>
                <a:gd name="connsiteX0" fmla="*/ 299352 w 608647"/>
                <a:gd name="connsiteY0" fmla="*/ 6429 h 557212"/>
                <a:gd name="connsiteX1" fmla="*/ 206426 w 608647"/>
                <a:gd name="connsiteY1" fmla="*/ 102870 h 557212"/>
                <a:gd name="connsiteX2" fmla="*/ 139389 w 608647"/>
                <a:gd name="connsiteY2" fmla="*/ 64208 h 557212"/>
                <a:gd name="connsiteX3" fmla="*/ 139389 w 608647"/>
                <a:gd name="connsiteY3" fmla="*/ 142046 h 557212"/>
                <a:gd name="connsiteX4" fmla="*/ 6429 w 608647"/>
                <a:gd name="connsiteY4" fmla="*/ 175479 h 557212"/>
                <a:gd name="connsiteX5" fmla="*/ 6429 w 608647"/>
                <a:gd name="connsiteY5" fmla="*/ 494804 h 557212"/>
                <a:gd name="connsiteX6" fmla="*/ 70707 w 608647"/>
                <a:gd name="connsiteY6" fmla="*/ 558771 h 557212"/>
                <a:gd name="connsiteX7" fmla="*/ 78781 w 608647"/>
                <a:gd name="connsiteY7" fmla="*/ 558241 h 557212"/>
                <a:gd name="connsiteX8" fmla="*/ 594674 w 608647"/>
                <a:gd name="connsiteY8" fmla="*/ 260261 h 557212"/>
                <a:gd name="connsiteX9" fmla="*/ 582719 w 608647"/>
                <a:gd name="connsiteY9" fmla="*/ 170614 h 557212"/>
                <a:gd name="connsiteX10" fmla="*/ 575729 w 608647"/>
                <a:gd name="connsiteY10" fmla="*/ 165963 h 557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8647" h="557212">
                  <a:moveTo>
                    <a:pt x="299352" y="6429"/>
                  </a:moveTo>
                  <a:cubicBezTo>
                    <a:pt x="274270" y="43775"/>
                    <a:pt x="242815" y="76419"/>
                    <a:pt x="206426" y="102870"/>
                  </a:cubicBezTo>
                  <a:lnTo>
                    <a:pt x="139389" y="64208"/>
                  </a:lnTo>
                  <a:lnTo>
                    <a:pt x="139389" y="142046"/>
                  </a:lnTo>
                  <a:cubicBezTo>
                    <a:pt x="97451" y="161127"/>
                    <a:pt x="52404" y="172454"/>
                    <a:pt x="6429" y="175479"/>
                  </a:cubicBezTo>
                  <a:lnTo>
                    <a:pt x="6429" y="494804"/>
                  </a:lnTo>
                  <a:cubicBezTo>
                    <a:pt x="6515" y="530218"/>
                    <a:pt x="35293" y="558857"/>
                    <a:pt x="70707" y="558771"/>
                  </a:cubicBezTo>
                  <a:cubicBezTo>
                    <a:pt x="73407" y="558764"/>
                    <a:pt x="76104" y="558588"/>
                    <a:pt x="78781" y="558241"/>
                  </a:cubicBezTo>
                  <a:cubicBezTo>
                    <a:pt x="283750" y="532124"/>
                    <a:pt x="469633" y="424757"/>
                    <a:pt x="594674" y="260261"/>
                  </a:cubicBezTo>
                  <a:cubicBezTo>
                    <a:pt x="616128" y="232204"/>
                    <a:pt x="610775" y="192068"/>
                    <a:pt x="582719" y="170614"/>
                  </a:cubicBezTo>
                  <a:cubicBezTo>
                    <a:pt x="580493" y="168913"/>
                    <a:pt x="578158" y="167359"/>
                    <a:pt x="575729" y="165963"/>
                  </a:cubicBezTo>
                  <a:close/>
                </a:path>
              </a:pathLst>
            </a:custGeom>
            <a:solidFill>
              <a:srgbClr val="124C8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dirty="0">
                <a:ln>
                  <a:noFill/>
                </a:ln>
                <a:solidFill>
                  <a:prstClr val="white"/>
                </a:solidFill>
                <a:effectLst/>
                <a:uLnTx/>
                <a:uFillTx/>
                <a:latin typeface="GPN_DIN Regular" panose="020B0704020202020204" pitchFamily="34" charset="0"/>
                <a:ea typeface="GPN_DIN Regular" panose="020B0704020202020204" pitchFamily="34" charset="0"/>
                <a:cs typeface="+mn-cs"/>
              </a:endParaRPr>
            </a:p>
          </p:txBody>
        </p:sp>
      </p:grpSp>
      <p:grpSp>
        <p:nvGrpSpPr>
          <p:cNvPr id="33" name="Группа 32">
            <a:extLst>
              <a:ext uri="{FF2B5EF4-FFF2-40B4-BE49-F238E27FC236}">
                <a16:creationId xmlns:a16="http://schemas.microsoft.com/office/drawing/2014/main" id="{E8417C38-06BE-F54A-B2BB-9D52BB58335D}"/>
              </a:ext>
            </a:extLst>
          </p:cNvPr>
          <p:cNvGrpSpPr/>
          <p:nvPr/>
        </p:nvGrpSpPr>
        <p:grpSpPr>
          <a:xfrm>
            <a:off x="11207564" y="1549567"/>
            <a:ext cx="288000" cy="288000"/>
            <a:chOff x="2657776" y="3150686"/>
            <a:chExt cx="288000" cy="288000"/>
          </a:xfrm>
        </p:grpSpPr>
        <p:sp>
          <p:nvSpPr>
            <p:cNvPr id="34" name="Полилиния 33">
              <a:extLst>
                <a:ext uri="{FF2B5EF4-FFF2-40B4-BE49-F238E27FC236}">
                  <a16:creationId xmlns:a16="http://schemas.microsoft.com/office/drawing/2014/main" id="{2CBE434F-295D-C14A-903E-F28E872F4E67}"/>
                </a:ext>
              </a:extLst>
            </p:cNvPr>
            <p:cNvSpPr/>
            <p:nvPr/>
          </p:nvSpPr>
          <p:spPr>
            <a:xfrm>
              <a:off x="2657776" y="3150686"/>
              <a:ext cx="288000" cy="288000"/>
            </a:xfrm>
            <a:custGeom>
              <a:avLst/>
              <a:gdLst>
                <a:gd name="connsiteX0" fmla="*/ 277565 w 288000"/>
                <a:gd name="connsiteY0" fmla="*/ 0 h 288000"/>
                <a:gd name="connsiteX1" fmla="*/ 288000 w 288000"/>
                <a:gd name="connsiteY1" fmla="*/ 0 h 288000"/>
                <a:gd name="connsiteX2" fmla="*/ 288000 w 288000"/>
                <a:gd name="connsiteY2" fmla="*/ 288000 h 288000"/>
                <a:gd name="connsiteX3" fmla="*/ 277565 w 288000"/>
                <a:gd name="connsiteY3" fmla="*/ 288000 h 288000"/>
                <a:gd name="connsiteX4" fmla="*/ 10435 w 288000"/>
                <a:gd name="connsiteY4" fmla="*/ 288000 h 288000"/>
                <a:gd name="connsiteX5" fmla="*/ 0 w 288000"/>
                <a:gd name="connsiteY5" fmla="*/ 288000 h 288000"/>
                <a:gd name="connsiteX6" fmla="*/ 0 w 288000"/>
                <a:gd name="connsiteY6" fmla="*/ 0 h 288000"/>
                <a:gd name="connsiteX7" fmla="*/ 10435 w 288000"/>
                <a:gd name="connsiteY7" fmla="*/ 0 h 2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000" h="288000">
                  <a:moveTo>
                    <a:pt x="277565" y="0"/>
                  </a:moveTo>
                  <a:cubicBezTo>
                    <a:pt x="283328" y="0"/>
                    <a:pt x="288000" y="0"/>
                    <a:pt x="288000" y="0"/>
                  </a:cubicBezTo>
                  <a:lnTo>
                    <a:pt x="288000" y="288000"/>
                  </a:lnTo>
                  <a:cubicBezTo>
                    <a:pt x="288000" y="288000"/>
                    <a:pt x="283328" y="288000"/>
                    <a:pt x="277565" y="288000"/>
                  </a:cubicBezTo>
                  <a:lnTo>
                    <a:pt x="10435" y="288000"/>
                  </a:lnTo>
                  <a:cubicBezTo>
                    <a:pt x="4672" y="288000"/>
                    <a:pt x="0" y="288000"/>
                    <a:pt x="0" y="288000"/>
                  </a:cubicBezTo>
                  <a:lnTo>
                    <a:pt x="0" y="0"/>
                  </a:lnTo>
                  <a:cubicBezTo>
                    <a:pt x="0" y="0"/>
                    <a:pt x="4672" y="0"/>
                    <a:pt x="10435" y="0"/>
                  </a:cubicBezTo>
                  <a:close/>
                </a:path>
              </a:pathLst>
            </a:custGeom>
            <a:solidFill>
              <a:srgbClr val="48A044"/>
            </a:solidFill>
            <a:ln w="1035" cap="flat">
              <a:noFill/>
              <a:prstDash val="solid"/>
              <a:miter/>
            </a:ln>
          </p:spPr>
          <p:txBody>
            <a:bodyPr rtlCol="0" anchor="ctr"/>
            <a:lstStyle/>
            <a:p>
              <a:endParaRPr lang="ru-RU"/>
            </a:p>
          </p:txBody>
        </p:sp>
        <p:sp>
          <p:nvSpPr>
            <p:cNvPr id="35" name="Полилиния 34">
              <a:extLst>
                <a:ext uri="{FF2B5EF4-FFF2-40B4-BE49-F238E27FC236}">
                  <a16:creationId xmlns:a16="http://schemas.microsoft.com/office/drawing/2014/main" id="{1E263645-FE8D-654D-B7D5-5B869BA50534}"/>
                </a:ext>
              </a:extLst>
            </p:cNvPr>
            <p:cNvSpPr/>
            <p:nvPr/>
          </p:nvSpPr>
          <p:spPr>
            <a:xfrm>
              <a:off x="2732906" y="3225816"/>
              <a:ext cx="138529" cy="138527"/>
            </a:xfrm>
            <a:custGeom>
              <a:avLst/>
              <a:gdLst>
                <a:gd name="connsiteX0" fmla="*/ 131127 w 138529"/>
                <a:gd name="connsiteY0" fmla="*/ 2354 h 138527"/>
                <a:gd name="connsiteX1" fmla="*/ 136175 w 138529"/>
                <a:gd name="connsiteY1" fmla="*/ 23906 h 138527"/>
                <a:gd name="connsiteX2" fmla="*/ 69651 w 138529"/>
                <a:gd name="connsiteY2" fmla="*/ 131128 h 138527"/>
                <a:gd name="connsiteX3" fmla="*/ 56974 w 138529"/>
                <a:gd name="connsiteY3" fmla="*/ 138515 h 138527"/>
                <a:gd name="connsiteX4" fmla="*/ 43750 w 138529"/>
                <a:gd name="connsiteY4" fmla="*/ 132161 h 138527"/>
                <a:gd name="connsiteX5" fmla="*/ 3052 w 138529"/>
                <a:gd name="connsiteY5" fmla="*/ 76925 h 138527"/>
                <a:gd name="connsiteX6" fmla="*/ 6369 w 138529"/>
                <a:gd name="connsiteY6" fmla="*/ 55039 h 138527"/>
                <a:gd name="connsiteX7" fmla="*/ 28254 w 138529"/>
                <a:gd name="connsiteY7" fmla="*/ 58355 h 138527"/>
                <a:gd name="connsiteX8" fmla="*/ 55239 w 138529"/>
                <a:gd name="connsiteY8" fmla="*/ 94979 h 138527"/>
                <a:gd name="connsiteX9" fmla="*/ 109575 w 138529"/>
                <a:gd name="connsiteY9" fmla="*/ 7402 h 138527"/>
                <a:gd name="connsiteX10" fmla="*/ 131127 w 138529"/>
                <a:gd name="connsiteY10" fmla="*/ 2354 h 138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529" h="138527">
                  <a:moveTo>
                    <a:pt x="131127" y="2354"/>
                  </a:moveTo>
                  <a:cubicBezTo>
                    <a:pt x="138473" y="6912"/>
                    <a:pt x="140733" y="16561"/>
                    <a:pt x="136175" y="23906"/>
                  </a:cubicBezTo>
                  <a:lnTo>
                    <a:pt x="69651" y="131128"/>
                  </a:lnTo>
                  <a:cubicBezTo>
                    <a:pt x="66913" y="135542"/>
                    <a:pt x="62164" y="138309"/>
                    <a:pt x="56974" y="138515"/>
                  </a:cubicBezTo>
                  <a:cubicBezTo>
                    <a:pt x="51785" y="138722"/>
                    <a:pt x="46830" y="136342"/>
                    <a:pt x="43750" y="132161"/>
                  </a:cubicBezTo>
                  <a:lnTo>
                    <a:pt x="3052" y="76925"/>
                  </a:lnTo>
                  <a:cubicBezTo>
                    <a:pt x="-2076" y="69965"/>
                    <a:pt x="-591" y="60167"/>
                    <a:pt x="6369" y="55039"/>
                  </a:cubicBezTo>
                  <a:cubicBezTo>
                    <a:pt x="13328" y="49912"/>
                    <a:pt x="23127" y="51397"/>
                    <a:pt x="28254" y="58355"/>
                  </a:cubicBezTo>
                  <a:lnTo>
                    <a:pt x="55239" y="94979"/>
                  </a:lnTo>
                  <a:lnTo>
                    <a:pt x="109575" y="7402"/>
                  </a:lnTo>
                  <a:cubicBezTo>
                    <a:pt x="114133" y="57"/>
                    <a:pt x="123782" y="-2203"/>
                    <a:pt x="131127" y="2354"/>
                  </a:cubicBezTo>
                  <a:close/>
                </a:path>
              </a:pathLst>
            </a:custGeom>
            <a:solidFill>
              <a:srgbClr val="FFFFFF"/>
            </a:solidFill>
            <a:ln w="1035" cap="flat">
              <a:noFill/>
              <a:prstDash val="solid"/>
              <a:miter/>
            </a:ln>
          </p:spPr>
          <p:txBody>
            <a:bodyPr rtlCol="0" anchor="ctr"/>
            <a:lstStyle/>
            <a:p>
              <a:endParaRPr lang="ru-RU"/>
            </a:p>
          </p:txBody>
        </p:sp>
      </p:grpSp>
      <p:sp>
        <p:nvSpPr>
          <p:cNvPr id="13" name="Прямоугольник 12">
            <a:extLst>
              <a:ext uri="{FF2B5EF4-FFF2-40B4-BE49-F238E27FC236}">
                <a16:creationId xmlns:a16="http://schemas.microsoft.com/office/drawing/2014/main" id="{855D3800-3275-BF46-85D0-A7342EF728E9}"/>
              </a:ext>
            </a:extLst>
          </p:cNvPr>
          <p:cNvSpPr/>
          <p:nvPr/>
        </p:nvSpPr>
        <p:spPr>
          <a:xfrm>
            <a:off x="10926288" y="2488299"/>
            <a:ext cx="310834" cy="195943"/>
          </a:xfrm>
          <a:prstGeom prst="rect">
            <a:avLst/>
          </a:prstGeom>
          <a:solidFill>
            <a:srgbClr val="E6590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a:solidFill>
                <a:schemeClr val="tx1"/>
              </a:solidFill>
            </a:endParaRPr>
          </a:p>
        </p:txBody>
      </p:sp>
      <p:sp>
        <p:nvSpPr>
          <p:cNvPr id="41" name="Прямоугольник 125">
            <a:extLst>
              <a:ext uri="{FF2B5EF4-FFF2-40B4-BE49-F238E27FC236}">
                <a16:creationId xmlns:a16="http://schemas.microsoft.com/office/drawing/2014/main" id="{E14F15DF-387E-F3D0-282B-C27FB0B565E5}"/>
              </a:ext>
            </a:extLst>
          </p:cNvPr>
          <p:cNvSpPr/>
          <p:nvPr/>
        </p:nvSpPr>
        <p:spPr>
          <a:xfrm>
            <a:off x="8894437" y="1362504"/>
            <a:ext cx="452221" cy="524386"/>
          </a:xfrm>
          <a:prstGeom prst="rect">
            <a:avLst/>
          </a:prstGeom>
          <a:solidFill>
            <a:srgbClr val="0070BA"/>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1" indent="0" algn="l" defTabSz="914400" rtl="0" eaLnBrk="1" fontAlgn="auto" latinLnBrk="0" hangingPunct="1">
              <a:lnSpc>
                <a:spcPct val="100000"/>
              </a:lnSpc>
              <a:spcBef>
                <a:spcPts val="600"/>
              </a:spcBef>
              <a:spcAft>
                <a:spcPts val="0"/>
              </a:spcAft>
              <a:buClrTx/>
              <a:buSzTx/>
              <a:buFontTx/>
              <a:buNone/>
              <a:tabLst/>
              <a:defRPr/>
            </a:pPr>
            <a:endParaRPr kumimoji="0" lang="ru-RU" sz="1400" b="0" i="0" u="none" strike="noStrike" kern="1200" cap="none" spc="0" normalizeH="0" baseline="0" noProof="0" dirty="0">
              <a:ln>
                <a:noFill/>
              </a:ln>
              <a:solidFill>
                <a:srgbClr val="FFFFFF"/>
              </a:solidFill>
              <a:effectLst/>
              <a:uLnTx/>
              <a:uFillTx/>
              <a:latin typeface="GPN_DIN Condensed Regular" panose="020B0504020202020204" pitchFamily="34" charset="0"/>
              <a:ea typeface="GPN_DIN Condensed Regular" panose="020B0504020202020204" pitchFamily="34" charset="0"/>
              <a:cs typeface="Tahoma"/>
            </a:endParaRPr>
          </a:p>
          <a:p>
            <a:pPr marL="0" marR="0" lvl="1" indent="0" algn="l" defTabSz="914400" rtl="0" eaLnBrk="1" fontAlgn="auto" latinLnBrk="0" hangingPunct="1">
              <a:lnSpc>
                <a:spcPct val="100000"/>
              </a:lnSpc>
              <a:spcBef>
                <a:spcPts val="600"/>
              </a:spcBef>
              <a:spcAft>
                <a:spcPts val="0"/>
              </a:spcAft>
              <a:buClrTx/>
              <a:buSzTx/>
              <a:buFontTx/>
              <a:buNone/>
              <a:tabLst/>
              <a:defRPr/>
            </a:pPr>
            <a:endParaRPr kumimoji="0" lang="ru-RU" sz="1400" b="0" i="0" u="none" strike="noStrike" kern="1200" cap="none" spc="0" normalizeH="0" baseline="0" noProof="0" dirty="0">
              <a:ln>
                <a:noFill/>
              </a:ln>
              <a:solidFill>
                <a:srgbClr val="FFFFFF"/>
              </a:solidFill>
              <a:effectLst/>
              <a:uLnTx/>
              <a:uFillTx/>
              <a:latin typeface="GPN_DIN Condensed Regular" panose="020B0504020202020204" pitchFamily="34" charset="0"/>
              <a:ea typeface="GPN_DIN Condensed Regular" panose="020B0504020202020204" pitchFamily="34" charset="0"/>
              <a:cs typeface="Tahoma"/>
            </a:endParaRPr>
          </a:p>
        </p:txBody>
      </p:sp>
      <p:sp>
        <p:nvSpPr>
          <p:cNvPr id="15" name="Прямоугольник 14">
            <a:extLst>
              <a:ext uri="{FF2B5EF4-FFF2-40B4-BE49-F238E27FC236}">
                <a16:creationId xmlns:a16="http://schemas.microsoft.com/office/drawing/2014/main" id="{0C3F742D-650E-3548-87DC-6B95D53AF6A6}"/>
              </a:ext>
            </a:extLst>
          </p:cNvPr>
          <p:cNvSpPr/>
          <p:nvPr/>
        </p:nvSpPr>
        <p:spPr>
          <a:xfrm>
            <a:off x="9644214" y="1707028"/>
            <a:ext cx="195943" cy="195943"/>
          </a:xfrm>
          <a:prstGeom prst="rect">
            <a:avLst/>
          </a:prstGeom>
          <a:solidFill>
            <a:srgbClr val="46B4E9"/>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ru-RU" sz="1200" dirty="0">
              <a:solidFill>
                <a:schemeClr val="tx1"/>
              </a:solidFill>
            </a:endParaRPr>
          </a:p>
        </p:txBody>
      </p:sp>
      <p:pic>
        <p:nvPicPr>
          <p:cNvPr id="2" name="Рисунок 1"/>
          <p:cNvPicPr>
            <a:picLocks noChangeAspect="1"/>
          </p:cNvPicPr>
          <p:nvPr/>
        </p:nvPicPr>
        <p:blipFill rotWithShape="1">
          <a:blip r:embed="rId3"/>
          <a:srcRect l="30417" t="26000" r="18771" b="22111"/>
          <a:stretch/>
        </p:blipFill>
        <p:spPr>
          <a:xfrm>
            <a:off x="411126" y="70969"/>
            <a:ext cx="11295600" cy="6488359"/>
          </a:xfrm>
          <a:prstGeom prst="rect">
            <a:avLst/>
          </a:prstGeom>
        </p:spPr>
      </p:pic>
      <p:sp>
        <p:nvSpPr>
          <p:cNvPr id="21" name="Прямоугольник 125">
            <a:extLst>
              <a:ext uri="{FF2B5EF4-FFF2-40B4-BE49-F238E27FC236}">
                <a16:creationId xmlns:a16="http://schemas.microsoft.com/office/drawing/2014/main" id="{E14F15DF-387E-F3D0-282B-C27FB0B565E5}"/>
              </a:ext>
            </a:extLst>
          </p:cNvPr>
          <p:cNvSpPr/>
          <p:nvPr/>
        </p:nvSpPr>
        <p:spPr>
          <a:xfrm>
            <a:off x="9465304" y="2429323"/>
            <a:ext cx="452221" cy="524386"/>
          </a:xfrm>
          <a:prstGeom prst="rect">
            <a:avLst/>
          </a:prstGeom>
          <a:solidFill>
            <a:srgbClr val="7957B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1" indent="0" algn="l" defTabSz="914400" rtl="0" eaLnBrk="1" fontAlgn="auto" latinLnBrk="0" hangingPunct="1">
              <a:lnSpc>
                <a:spcPct val="100000"/>
              </a:lnSpc>
              <a:spcBef>
                <a:spcPts val="600"/>
              </a:spcBef>
              <a:spcAft>
                <a:spcPts val="0"/>
              </a:spcAft>
              <a:buClrTx/>
              <a:buSzTx/>
              <a:buFontTx/>
              <a:buNone/>
              <a:tabLst/>
              <a:defRPr/>
            </a:pPr>
            <a:endParaRPr kumimoji="0" lang="ru-RU" sz="1400" b="0" i="0" u="none" strike="noStrike" kern="1200" cap="none" spc="0" normalizeH="0" baseline="0" noProof="0" dirty="0">
              <a:ln>
                <a:noFill/>
              </a:ln>
              <a:solidFill>
                <a:srgbClr val="FFFFFF"/>
              </a:solidFill>
              <a:effectLst/>
              <a:uLnTx/>
              <a:uFillTx/>
              <a:latin typeface="GPN_DIN Condensed Regular" panose="020B0504020202020204" pitchFamily="34" charset="0"/>
              <a:ea typeface="GPN_DIN Condensed Regular" panose="020B0504020202020204" pitchFamily="34" charset="0"/>
              <a:cs typeface="Tahoma"/>
            </a:endParaRPr>
          </a:p>
          <a:p>
            <a:pPr marL="0" marR="0" lvl="1" indent="0" algn="l" defTabSz="914400" rtl="0" eaLnBrk="1" fontAlgn="auto" latinLnBrk="0" hangingPunct="1">
              <a:lnSpc>
                <a:spcPct val="100000"/>
              </a:lnSpc>
              <a:spcBef>
                <a:spcPts val="600"/>
              </a:spcBef>
              <a:spcAft>
                <a:spcPts val="0"/>
              </a:spcAft>
              <a:buClrTx/>
              <a:buSzTx/>
              <a:buFontTx/>
              <a:buNone/>
              <a:tabLst/>
              <a:defRPr/>
            </a:pPr>
            <a:endParaRPr kumimoji="0" lang="ru-RU" sz="1400" b="0" i="0" u="none" strike="noStrike" kern="1200" cap="none" spc="0" normalizeH="0" baseline="0" noProof="0" dirty="0">
              <a:ln>
                <a:noFill/>
              </a:ln>
              <a:solidFill>
                <a:srgbClr val="FFFFFF"/>
              </a:solidFill>
              <a:effectLst/>
              <a:uLnTx/>
              <a:uFillTx/>
              <a:latin typeface="GPN_DIN Condensed Regular" panose="020B0504020202020204" pitchFamily="34" charset="0"/>
              <a:ea typeface="GPN_DIN Condensed Regular" panose="020B0504020202020204" pitchFamily="34" charset="0"/>
              <a:cs typeface="Tahoma"/>
            </a:endParaRPr>
          </a:p>
        </p:txBody>
      </p:sp>
      <p:sp>
        <p:nvSpPr>
          <p:cNvPr id="22" name="Прямоугольник 125">
            <a:extLst>
              <a:ext uri="{FF2B5EF4-FFF2-40B4-BE49-F238E27FC236}">
                <a16:creationId xmlns:a16="http://schemas.microsoft.com/office/drawing/2014/main" id="{E14F15DF-387E-F3D0-282B-C27FB0B565E5}"/>
              </a:ext>
            </a:extLst>
          </p:cNvPr>
          <p:cNvSpPr/>
          <p:nvPr/>
        </p:nvSpPr>
        <p:spPr>
          <a:xfrm>
            <a:off x="9465304" y="3191117"/>
            <a:ext cx="452221" cy="524386"/>
          </a:xfrm>
          <a:prstGeom prst="rect">
            <a:avLst/>
          </a:prstGeom>
          <a:solidFill>
            <a:srgbClr val="472A7A"/>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1" indent="0" algn="l" defTabSz="914400" rtl="0" eaLnBrk="1" fontAlgn="auto" latinLnBrk="0" hangingPunct="1">
              <a:lnSpc>
                <a:spcPct val="100000"/>
              </a:lnSpc>
              <a:spcBef>
                <a:spcPts val="600"/>
              </a:spcBef>
              <a:spcAft>
                <a:spcPts val="0"/>
              </a:spcAft>
              <a:buClrTx/>
              <a:buSzTx/>
              <a:buFontTx/>
              <a:buNone/>
              <a:tabLst/>
              <a:defRPr/>
            </a:pPr>
            <a:endParaRPr kumimoji="0" lang="ru-RU" sz="1400" b="0" i="0" u="none" strike="noStrike" kern="1200" cap="none" spc="0" normalizeH="0" baseline="0" noProof="0" dirty="0">
              <a:ln>
                <a:noFill/>
              </a:ln>
              <a:solidFill>
                <a:srgbClr val="FFFFFF"/>
              </a:solidFill>
              <a:effectLst/>
              <a:uLnTx/>
              <a:uFillTx/>
              <a:latin typeface="GPN_DIN Condensed Regular" panose="020B0504020202020204" pitchFamily="34" charset="0"/>
              <a:ea typeface="GPN_DIN Condensed Regular" panose="020B0504020202020204" pitchFamily="34" charset="0"/>
              <a:cs typeface="Tahoma"/>
            </a:endParaRPr>
          </a:p>
          <a:p>
            <a:pPr marL="0" marR="0" lvl="1" indent="0" algn="l" defTabSz="914400" rtl="0" eaLnBrk="1" fontAlgn="auto" latinLnBrk="0" hangingPunct="1">
              <a:lnSpc>
                <a:spcPct val="100000"/>
              </a:lnSpc>
              <a:spcBef>
                <a:spcPts val="600"/>
              </a:spcBef>
              <a:spcAft>
                <a:spcPts val="0"/>
              </a:spcAft>
              <a:buClrTx/>
              <a:buSzTx/>
              <a:buFontTx/>
              <a:buNone/>
              <a:tabLst/>
              <a:defRPr/>
            </a:pPr>
            <a:endParaRPr kumimoji="0" lang="ru-RU" sz="1400" b="0" i="0" u="none" strike="noStrike" kern="1200" cap="none" spc="0" normalizeH="0" baseline="0" noProof="0" dirty="0">
              <a:ln>
                <a:noFill/>
              </a:ln>
              <a:solidFill>
                <a:srgbClr val="FFFFFF"/>
              </a:solidFill>
              <a:effectLst/>
              <a:uLnTx/>
              <a:uFillTx/>
              <a:latin typeface="GPN_DIN Condensed Regular" panose="020B0504020202020204" pitchFamily="34" charset="0"/>
              <a:ea typeface="GPN_DIN Condensed Regular" panose="020B0504020202020204" pitchFamily="34" charset="0"/>
              <a:cs typeface="Tahoma"/>
            </a:endParaRPr>
          </a:p>
        </p:txBody>
      </p:sp>
      <p:sp>
        <p:nvSpPr>
          <p:cNvPr id="24" name="Прямоугольник 125">
            <a:extLst>
              <a:ext uri="{FF2B5EF4-FFF2-40B4-BE49-F238E27FC236}">
                <a16:creationId xmlns:a16="http://schemas.microsoft.com/office/drawing/2014/main" id="{E14F15DF-387E-F3D0-282B-C27FB0B565E5}"/>
              </a:ext>
            </a:extLst>
          </p:cNvPr>
          <p:cNvSpPr/>
          <p:nvPr/>
        </p:nvSpPr>
        <p:spPr>
          <a:xfrm>
            <a:off x="7892993" y="3257367"/>
            <a:ext cx="452221" cy="524386"/>
          </a:xfrm>
          <a:prstGeom prst="rect">
            <a:avLst/>
          </a:prstGeom>
          <a:solidFill>
            <a:srgbClr val="D2C7E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0" marR="0" lvl="1" indent="0" algn="l" defTabSz="914400" rtl="0" eaLnBrk="1" fontAlgn="auto" latinLnBrk="0" hangingPunct="1">
              <a:lnSpc>
                <a:spcPct val="100000"/>
              </a:lnSpc>
              <a:spcBef>
                <a:spcPts val="600"/>
              </a:spcBef>
              <a:spcAft>
                <a:spcPts val="0"/>
              </a:spcAft>
              <a:buClrTx/>
              <a:buSzTx/>
              <a:buFontTx/>
              <a:buNone/>
              <a:tabLst/>
              <a:defRPr/>
            </a:pPr>
            <a:endParaRPr kumimoji="0" lang="ru-RU" sz="1400" b="0" i="0" u="none" strike="noStrike" kern="1200" cap="none" spc="0" normalizeH="0" baseline="0" noProof="0" dirty="0">
              <a:ln>
                <a:noFill/>
              </a:ln>
              <a:solidFill>
                <a:srgbClr val="FFFFFF"/>
              </a:solidFill>
              <a:effectLst/>
              <a:uLnTx/>
              <a:uFillTx/>
              <a:latin typeface="GPN_DIN Condensed Regular" panose="020B0504020202020204" pitchFamily="34" charset="0"/>
              <a:ea typeface="GPN_DIN Condensed Regular" panose="020B0504020202020204" pitchFamily="34" charset="0"/>
              <a:cs typeface="Tahoma"/>
            </a:endParaRPr>
          </a:p>
          <a:p>
            <a:pPr marL="0" marR="0" lvl="1" indent="0" algn="l" defTabSz="914400" rtl="0" eaLnBrk="1" fontAlgn="auto" latinLnBrk="0" hangingPunct="1">
              <a:lnSpc>
                <a:spcPct val="100000"/>
              </a:lnSpc>
              <a:spcBef>
                <a:spcPts val="600"/>
              </a:spcBef>
              <a:spcAft>
                <a:spcPts val="0"/>
              </a:spcAft>
              <a:buClrTx/>
              <a:buSzTx/>
              <a:buFontTx/>
              <a:buNone/>
              <a:tabLst/>
              <a:defRPr/>
            </a:pPr>
            <a:endParaRPr kumimoji="0" lang="ru-RU" sz="1400" b="0" i="0" u="none" strike="noStrike" kern="1200" cap="none" spc="0" normalizeH="0" baseline="0" noProof="0" dirty="0">
              <a:ln>
                <a:noFill/>
              </a:ln>
              <a:solidFill>
                <a:srgbClr val="FFFFFF"/>
              </a:solidFill>
              <a:effectLst/>
              <a:uLnTx/>
              <a:uFillTx/>
              <a:latin typeface="GPN_DIN Condensed Regular" panose="020B0504020202020204" pitchFamily="34" charset="0"/>
              <a:ea typeface="GPN_DIN Condensed Regular" panose="020B0504020202020204" pitchFamily="34" charset="0"/>
              <a:cs typeface="Tahoma"/>
            </a:endParaRPr>
          </a:p>
        </p:txBody>
      </p:sp>
    </p:spTree>
    <p:extLst>
      <p:ext uri="{BB962C8B-B14F-4D97-AF65-F5344CB8AC3E}">
        <p14:creationId xmlns:p14="http://schemas.microsoft.com/office/powerpoint/2010/main" val="379442790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w="http://schemas.openxmlformats.org/wordprocessingml/2006/main" xmlns:m="http://schemas.openxmlformats.org/officeDocument/2006/math" xmlns="">
      <p:transition advClick="0"/>
    </mc:Fallback>
  </mc:AlternateContent>
  <p:timing>
    <p:tnLst>
      <p:par>
        <p:cTn id="1" dur="indefinite" restart="never" nodeType="tmRoot"/>
      </p:par>
    </p:tnLst>
  </p:timing>
</p:sld>
</file>

<file path=ppt/theme/theme1.xml><?xml version="1.0" encoding="utf-8"?>
<a:theme xmlns:a="http://schemas.openxmlformats.org/drawingml/2006/main" name="1_gpn_report">
  <a:themeElements>
    <a:clrScheme name="Custom 20">
      <a:dk1>
        <a:srgbClr val="000000"/>
      </a:dk1>
      <a:lt1>
        <a:srgbClr val="FFFFFF"/>
      </a:lt1>
      <a:dk2>
        <a:srgbClr val="000000"/>
      </a:dk2>
      <a:lt2>
        <a:srgbClr val="F2F2F2"/>
      </a:lt2>
      <a:accent1>
        <a:srgbClr val="00D6D2"/>
      </a:accent1>
      <a:accent2>
        <a:srgbClr val="0094DF"/>
      </a:accent2>
      <a:accent3>
        <a:srgbClr val="00478D"/>
      </a:accent3>
      <a:accent4>
        <a:srgbClr val="042746"/>
      </a:accent4>
      <a:accent5>
        <a:srgbClr val="4F177E"/>
      </a:accent5>
      <a:accent6>
        <a:srgbClr val="8248B7"/>
      </a:accent6>
      <a:hlink>
        <a:srgbClr val="00469C"/>
      </a:hlink>
      <a:folHlink>
        <a:srgbClr val="7E7E7F"/>
      </a:folHlink>
    </a:clrScheme>
    <a:fontScheme name="Custom 3">
      <a:majorFont>
        <a:latin typeface="GPN_DIN Condensed Bold"/>
        <a:ea typeface="Liberation Sans"/>
        <a:cs typeface="Liberation Sans"/>
      </a:majorFont>
      <a:minorFont>
        <a:latin typeface="GPN_DIN Regular"/>
        <a:ea typeface="Liberation Sans"/>
        <a:cs typeface="Liberation Sans"/>
      </a:minorFont>
    </a:fontScheme>
    <a:fmtScheme name="Стандартная">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rgbClr val="FFFFFF"/>
        </a:solidFill>
        <a:ln w="12700">
          <a:solidFill>
            <a:schemeClr val="accent2"/>
          </a:solidFill>
        </a:ln>
      </a:spPr>
      <a:bodyPr/>
      <a:lstStyle/>
      <a:style>
        <a:lnRef idx="2">
          <a:schemeClr val="accent1">
            <a:shade val="50000"/>
          </a:schemeClr>
        </a:lnRef>
        <a:fillRef idx="1">
          <a:schemeClr val="accent1"/>
        </a:fillRef>
        <a:effectRef idx="0">
          <a:schemeClr val="accent1"/>
        </a:effectRef>
        <a:fontRef idx="minor">
          <a:schemeClr val="lt1"/>
        </a:fontRef>
      </a:style>
    </a:spDef>
    <a:txDef>
      <a:spPr bwMode="auto">
        <a:prstGeom prst="rect">
          <a:avLst/>
        </a:prstGeom>
        <a:noFill/>
      </a:spPr>
      <a:bodyPr/>
      <a:lstStyle/>
    </a:txDef>
  </a:objectDefaults>
  <a:extraClrSchemeLst/>
</a:theme>
</file>

<file path=ppt/theme/theme2.xml><?xml version="1.0" encoding="utf-8"?>
<a:theme xmlns:a="http://schemas.openxmlformats.org/drawingml/2006/main" name="Специальное оформление">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Liberation Sans"/>
        <a:cs typeface="Liberation Sans"/>
      </a:majorFont>
      <a:minorFont>
        <a:latin typeface="Calibri"/>
        <a:ea typeface="Liberation Sans"/>
        <a:cs typeface="Liberation Sans"/>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Liberation Sans"/>
        <a:cs typeface="Liberation Sans"/>
      </a:majorFont>
      <a:minorFont>
        <a:latin typeface="Calibri"/>
        <a:ea typeface="Liberation Sans"/>
        <a:cs typeface="Liberation Sans"/>
      </a:minorFont>
    </a:fontScheme>
    <a:fmtScheme name="Стандартная">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{9D854FC7-7458-1F40-A3F9-44DCFCDFE30B}tf16401378</Template>
  <TotalTime>0</TotalTime>
  <Words>6452</Words>
  <Application>Microsoft Office PowerPoint</Application>
  <DocSecurity>0</DocSecurity>
  <PresentationFormat>Широкоэкранный</PresentationFormat>
  <Paragraphs>806</Paragraphs>
  <Slides>49</Slides>
  <Notes>49</Notes>
  <HiddenSlides>0</HiddenSlides>
  <MMClips>0</MMClips>
  <ScaleCrop>false</ScaleCrop>
  <HeadingPairs>
    <vt:vector size="8" baseType="variant">
      <vt:variant>
        <vt:lpstr>Использованные шрифты</vt:lpstr>
      </vt:variant>
      <vt:variant>
        <vt:i4>19</vt:i4>
      </vt:variant>
      <vt:variant>
        <vt:lpstr>Тема</vt:lpstr>
      </vt:variant>
      <vt:variant>
        <vt:i4>2</vt:i4>
      </vt:variant>
      <vt:variant>
        <vt:lpstr>Внедренные серверы OLE</vt:lpstr>
      </vt:variant>
      <vt:variant>
        <vt:i4>1</vt:i4>
      </vt:variant>
      <vt:variant>
        <vt:lpstr>Заголовки слайдов</vt:lpstr>
      </vt:variant>
      <vt:variant>
        <vt:i4>49</vt:i4>
      </vt:variant>
    </vt:vector>
  </HeadingPairs>
  <TitlesOfParts>
    <vt:vector size="71" baseType="lpstr">
      <vt:lpstr>Arial</vt:lpstr>
      <vt:lpstr>Arial Narrow</vt:lpstr>
      <vt:lpstr>Calibri</vt:lpstr>
      <vt:lpstr>Calibri Light</vt:lpstr>
      <vt:lpstr>DINPro-Black</vt:lpstr>
      <vt:lpstr>DINPro-Bold</vt:lpstr>
      <vt:lpstr>DINPro-Light</vt:lpstr>
      <vt:lpstr>DINPro-Medium</vt:lpstr>
      <vt:lpstr>DINPro-Regular</vt:lpstr>
      <vt:lpstr>GPN_DIN Bold</vt:lpstr>
      <vt:lpstr>GPN_DIN Condensed Bold</vt:lpstr>
      <vt:lpstr>GPN_DIN Condensed Medium</vt:lpstr>
      <vt:lpstr>GPN_DIN Condensed Regular</vt:lpstr>
      <vt:lpstr>GPN_DIN Medium</vt:lpstr>
      <vt:lpstr>GPN_DIN Regular</vt:lpstr>
      <vt:lpstr>Liberation Sans</vt:lpstr>
      <vt:lpstr>Tahoma</vt:lpstr>
      <vt:lpstr>Times New Roman</vt:lpstr>
      <vt:lpstr>Wingdings</vt:lpstr>
      <vt:lpstr>1_gpn_report</vt:lpstr>
      <vt:lpstr>Специальное оформление</vt:lpstr>
      <vt:lpstr>oleObj</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2</cp:revision>
  <dcterms:created xsi:type="dcterms:W3CDTF">2022-11-17T18:59:49Z</dcterms:created>
  <dcterms:modified xsi:type="dcterms:W3CDTF">2026-05-21T10:07:32Z</dcterms:modified>
  <cp:category/>
  <dc:identifier/>
  <cp:contentStatus/>
  <dc:language/>
  <cp:version/>
</cp:coreProperties>
</file>